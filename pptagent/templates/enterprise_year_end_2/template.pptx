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E6DD"/>
          </a:solidFill>
        </a:fill>
      </a:tcStyle>
    </a:wholeTbl>
    <a:band2H>
      <a:tcTxStyle b="def" i="def"/>
      <a:tcStyle>
        <a:tcBdr/>
        <a:fill>
          <a:solidFill>
            <a:srgbClr val="E9F3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E6DD"/>
          </a:solidFill>
        </a:fill>
      </a:tcStyle>
    </a:wholeTbl>
    <a:band2H>
      <a:tcTxStyle b="def" i="def"/>
      <a:tcStyle>
        <a:tcBdr/>
        <a:fill>
          <a:solidFill>
            <a:srgbClr val="E9F3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E6DD"/>
          </a:solidFill>
        </a:fill>
      </a:tcStyle>
    </a:wholeTbl>
    <a:band2H>
      <a:tcTxStyle b="def" i="def"/>
      <a:tcStyle>
        <a:tcBdr/>
        <a:fill>
          <a:solidFill>
            <a:srgbClr val="E9F3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2" name="Shape 15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等线"/>
      </a:defRPr>
    </a:lvl1pPr>
    <a:lvl2pPr indent="228600" latinLnBrk="0">
      <a:defRPr sz="1200">
        <a:latin typeface="+mn-lt"/>
        <a:ea typeface="+mn-ea"/>
        <a:cs typeface="+mn-cs"/>
        <a:sym typeface="等线"/>
      </a:defRPr>
    </a:lvl2pPr>
    <a:lvl3pPr indent="457200" latinLnBrk="0">
      <a:defRPr sz="1200">
        <a:latin typeface="+mn-lt"/>
        <a:ea typeface="+mn-ea"/>
        <a:cs typeface="+mn-cs"/>
        <a:sym typeface="等线"/>
      </a:defRPr>
    </a:lvl3pPr>
    <a:lvl4pPr indent="685800" latinLnBrk="0">
      <a:defRPr sz="1200">
        <a:latin typeface="+mn-lt"/>
        <a:ea typeface="+mn-ea"/>
        <a:cs typeface="+mn-cs"/>
        <a:sym typeface="等线"/>
      </a:defRPr>
    </a:lvl4pPr>
    <a:lvl5pPr indent="914400" latinLnBrk="0">
      <a:defRPr sz="1200">
        <a:latin typeface="+mn-lt"/>
        <a:ea typeface="+mn-ea"/>
        <a:cs typeface="+mn-cs"/>
        <a:sym typeface="等线"/>
      </a:defRPr>
    </a:lvl5pPr>
    <a:lvl6pPr indent="1143000" latinLnBrk="0">
      <a:defRPr sz="1200">
        <a:latin typeface="+mn-lt"/>
        <a:ea typeface="+mn-ea"/>
        <a:cs typeface="+mn-cs"/>
        <a:sym typeface="等线"/>
      </a:defRPr>
    </a:lvl6pPr>
    <a:lvl7pPr indent="1371600" latinLnBrk="0">
      <a:defRPr sz="1200">
        <a:latin typeface="+mn-lt"/>
        <a:ea typeface="+mn-ea"/>
        <a:cs typeface="+mn-cs"/>
        <a:sym typeface="等线"/>
      </a:defRPr>
    </a:lvl7pPr>
    <a:lvl8pPr indent="1600200" latinLnBrk="0">
      <a:defRPr sz="1200">
        <a:latin typeface="+mn-lt"/>
        <a:ea typeface="+mn-ea"/>
        <a:cs typeface="+mn-cs"/>
        <a:sym typeface="等线"/>
      </a:defRPr>
    </a:lvl8pPr>
    <a:lvl9pPr indent="1828800" latinLnBrk="0">
      <a:defRPr sz="1200">
        <a:latin typeface="+mn-lt"/>
        <a:ea typeface="+mn-ea"/>
        <a:cs typeface="+mn-cs"/>
        <a:sym typeface="等线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www.1ppt.com/moban/" TargetMode="Externa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1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标题文本</a:t>
            </a:r>
          </a:p>
        </p:txBody>
      </p:sp>
      <p:sp>
        <p:nvSpPr>
          <p:cNvPr id="30" name="正文级别 1…"/>
          <p:cNvSpPr txBox="1"/>
          <p:nvPr>
            <p:ph type="body" sz="quarter" idx="1" hasCustomPrompt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39" name="正文级别 1…"/>
          <p:cNvSpPr txBox="1"/>
          <p:nvPr>
            <p:ph type="body"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48" name="正文级别 1…"/>
          <p:cNvSpPr txBox="1"/>
          <p:nvPr>
            <p:ph type="body" sz="quarter" idx="1" hasCustomPrompt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9" name="文本占位符 4"/>
          <p:cNvSpPr/>
          <p:nvPr>
            <p:ph type="body" sz="quarter" idx="21" hasCustomPrompt="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</a:lstStyle>
          <a:p>
            <a:pPr/>
            <a:r>
              <a:t>编辑母版文本样式</a:t>
            </a:r>
          </a:p>
        </p:txBody>
      </p:sp>
      <p:sp>
        <p:nvSpPr>
          <p:cNvPr id="5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5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标题文本</a:t>
            </a:r>
          </a:p>
        </p:txBody>
      </p:sp>
      <p:sp>
        <p:nvSpPr>
          <p:cNvPr id="73" name="正文级别 1…"/>
          <p:cNvSpPr txBox="1"/>
          <p:nvPr>
            <p:ph type="body" sz="half" idx="1" hasCustomPrompt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文本占位符 3"/>
          <p:cNvSpPr/>
          <p:nvPr>
            <p:ph type="body" sz="quarter" idx="21" hasCustomPrompt="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</a:lstStyle>
          <a:p>
            <a:pPr/>
            <a:r>
              <a:t>编辑母版文本样式</a:t>
            </a:r>
          </a:p>
        </p:txBody>
      </p:sp>
      <p:sp>
        <p:nvSpPr>
          <p:cNvPr id="7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标题文本</a:t>
            </a:r>
          </a:p>
        </p:txBody>
      </p:sp>
      <p:sp>
        <p:nvSpPr>
          <p:cNvPr id="83" name="图片占位符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正文级别 1…"/>
          <p:cNvSpPr txBox="1"/>
          <p:nvPr>
            <p:ph type="body" sz="quarter" idx="1" hasCustomPrompt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93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vert="eaVert"/>
          <a:lstStyle/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标题文本"/>
          <p:cNvSpPr txBox="1"/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pPr/>
            <a:r>
              <a:t>标题文本</a:t>
            </a:r>
          </a:p>
        </p:txBody>
      </p:sp>
      <p:sp>
        <p:nvSpPr>
          <p:cNvPr id="102" name="正文级别 1…"/>
          <p:cNvSpPr txBox="1"/>
          <p:nvPr>
            <p:ph type="body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标题和内容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图片 1" descr="图片 1"/>
          <p:cNvPicPr>
            <a:picLocks noChangeAspect="1"/>
          </p:cNvPicPr>
          <p:nvPr/>
        </p:nvPicPr>
        <p:blipFill>
          <a:blip r:embed="rId2">
            <a:extLst/>
          </a:blip>
          <a:srcRect l="0" t="25398" r="0" b="0"/>
          <a:stretch>
            <a:fillRect/>
          </a:stretch>
        </p:blipFill>
        <p:spPr>
          <a:xfrm>
            <a:off x="0" y="-1"/>
            <a:ext cx="12192000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2_标题和内容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图片 1" descr="图片 1"/>
          <p:cNvPicPr>
            <a:picLocks noChangeAspect="1"/>
          </p:cNvPicPr>
          <p:nvPr/>
        </p:nvPicPr>
        <p:blipFill>
          <a:blip r:embed="rId2">
            <a:extLst/>
          </a:blip>
          <a:srcRect l="0" t="25398" r="0" b="0"/>
          <a:stretch>
            <a:fillRect/>
          </a:stretch>
        </p:blipFill>
        <p:spPr>
          <a:xfrm>
            <a:off x="0" y="-1"/>
            <a:ext cx="12192000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标题文本"/>
          <p:cNvSpPr txBox="1"/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100000"/>
              </a:lnSpc>
              <a:defRPr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28" name="正文级别 1…"/>
          <p:cNvSpPr txBox="1"/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eaVert"/>
          <a:lstStyle>
            <a:lvl1pPr marL="342900" indent="-342900">
              <a:lnSpc>
                <a:spcPct val="100000"/>
              </a:lnSpc>
              <a:spcBef>
                <a:spcPts val="700"/>
              </a:spcBef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marL="783771" indent="-326571">
              <a:lnSpc>
                <a:spcPct val="100000"/>
              </a:lnSpc>
              <a:spcBef>
                <a:spcPts val="700"/>
              </a:spcBef>
              <a:buChar char="–"/>
              <a:defRPr sz="3200">
                <a:latin typeface="Calibri"/>
                <a:ea typeface="Calibri"/>
                <a:cs typeface="Calibri"/>
                <a:sym typeface="Calibri"/>
              </a:defRPr>
            </a:lvl2pPr>
            <a:lvl3pPr marL="1219200" indent="-304800">
              <a:lnSpc>
                <a:spcPct val="100000"/>
              </a:lnSpc>
              <a:spcBef>
                <a:spcPts val="700"/>
              </a:spcBef>
              <a:defRPr sz="3200">
                <a:latin typeface="Calibri"/>
                <a:ea typeface="Calibri"/>
                <a:cs typeface="Calibri"/>
                <a:sym typeface="Calibri"/>
              </a:defRPr>
            </a:lvl3pPr>
            <a:lvl4pPr marL="1737360" indent="-365760">
              <a:lnSpc>
                <a:spcPct val="100000"/>
              </a:lnSpc>
              <a:spcBef>
                <a:spcPts val="700"/>
              </a:spcBef>
              <a:buChar char="–"/>
              <a:defRPr sz="3200">
                <a:latin typeface="Calibri"/>
                <a:ea typeface="Calibri"/>
                <a:cs typeface="Calibri"/>
                <a:sym typeface="Calibri"/>
              </a:defRPr>
            </a:lvl4pPr>
            <a:lvl5pPr marL="2194560" indent="-365760">
              <a:lnSpc>
                <a:spcPct val="100000"/>
              </a:lnSpc>
              <a:spcBef>
                <a:spcPts val="700"/>
              </a:spcBef>
              <a:buChar char="»"/>
              <a:defRPr sz="32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9" name="幻灯片编号"/>
          <p:cNvSpPr txBox="1"/>
          <p:nvPr>
            <p:ph type="sldNum" sz="quarter" idx="2"/>
          </p:nvPr>
        </p:nvSpPr>
        <p:spPr>
          <a:xfrm>
            <a:off x="8737600" y="6356351"/>
            <a:ext cx="335866" cy="333088"/>
          </a:xfrm>
          <a:prstGeom prst="rect">
            <a:avLst/>
          </a:prstGeom>
        </p:spPr>
        <p:txBody>
          <a:bodyPr anchor="t"/>
          <a:lstStyle>
            <a:lvl1pPr algn="l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标题文本"/>
          <p:cNvSpPr txBox="1"/>
          <p:nvPr>
            <p:ph type="title"/>
          </p:nvPr>
        </p:nvSpPr>
        <p:spPr>
          <a:xfrm>
            <a:off x="8839200" y="274639"/>
            <a:ext cx="2743200" cy="5851526"/>
          </a:xfrm>
          <a:prstGeom prst="rect">
            <a:avLst/>
          </a:prstGeom>
        </p:spPr>
        <p:txBody>
          <a:bodyPr vert="eaVert" anchor="t"/>
          <a:lstStyle>
            <a:lvl1pPr algn="ctr">
              <a:lnSpc>
                <a:spcPct val="100000"/>
              </a:lnSpc>
              <a:defRPr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37" name="正文级别 1…"/>
          <p:cNvSpPr txBox="1"/>
          <p:nvPr>
            <p:ph type="body" idx="1"/>
          </p:nvPr>
        </p:nvSpPr>
        <p:spPr>
          <a:xfrm>
            <a:off x="609600" y="274639"/>
            <a:ext cx="8026400" cy="5851526"/>
          </a:xfrm>
          <a:prstGeom prst="rect">
            <a:avLst/>
          </a:prstGeom>
        </p:spPr>
        <p:txBody>
          <a:bodyPr vert="eaVert"/>
          <a:lstStyle>
            <a:lvl1pPr marL="342900" indent="-342900">
              <a:lnSpc>
                <a:spcPct val="100000"/>
              </a:lnSpc>
              <a:spcBef>
                <a:spcPts val="700"/>
              </a:spcBef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marL="783771" indent="-326571">
              <a:lnSpc>
                <a:spcPct val="100000"/>
              </a:lnSpc>
              <a:spcBef>
                <a:spcPts val="700"/>
              </a:spcBef>
              <a:buChar char="–"/>
              <a:defRPr sz="3200">
                <a:latin typeface="Calibri"/>
                <a:ea typeface="Calibri"/>
                <a:cs typeface="Calibri"/>
                <a:sym typeface="Calibri"/>
              </a:defRPr>
            </a:lvl2pPr>
            <a:lvl3pPr marL="1219200" indent="-304800">
              <a:lnSpc>
                <a:spcPct val="100000"/>
              </a:lnSpc>
              <a:spcBef>
                <a:spcPts val="700"/>
              </a:spcBef>
              <a:defRPr sz="3200">
                <a:latin typeface="Calibri"/>
                <a:ea typeface="Calibri"/>
                <a:cs typeface="Calibri"/>
                <a:sym typeface="Calibri"/>
              </a:defRPr>
            </a:lvl3pPr>
            <a:lvl4pPr marL="1737360" indent="-365760">
              <a:lnSpc>
                <a:spcPct val="100000"/>
              </a:lnSpc>
              <a:spcBef>
                <a:spcPts val="700"/>
              </a:spcBef>
              <a:buChar char="–"/>
              <a:defRPr sz="3200">
                <a:latin typeface="Calibri"/>
                <a:ea typeface="Calibri"/>
                <a:cs typeface="Calibri"/>
                <a:sym typeface="Calibri"/>
              </a:defRPr>
            </a:lvl4pPr>
            <a:lvl5pPr marL="2194560" indent="-365760">
              <a:lnSpc>
                <a:spcPct val="100000"/>
              </a:lnSpc>
              <a:spcBef>
                <a:spcPts val="700"/>
              </a:spcBef>
              <a:buChar char="»"/>
              <a:defRPr sz="32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8" name="幻灯片编号"/>
          <p:cNvSpPr txBox="1"/>
          <p:nvPr>
            <p:ph type="sldNum" sz="quarter" idx="2"/>
          </p:nvPr>
        </p:nvSpPr>
        <p:spPr>
          <a:xfrm>
            <a:off x="8737600" y="6356351"/>
            <a:ext cx="335866" cy="333088"/>
          </a:xfrm>
          <a:prstGeom prst="rect">
            <a:avLst/>
          </a:prstGeom>
        </p:spPr>
        <p:txBody>
          <a:bodyPr anchor="t"/>
          <a:lstStyle>
            <a:lvl1pPr algn="l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圆角矩形 7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3503212" y="2439857"/>
            <a:ext cx="1157110" cy="1157113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4C5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圆角矩形 2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2582377" y="-218683"/>
            <a:ext cx="2047476" cy="2047477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4C5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圆角矩形 10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103937" y="3677656"/>
            <a:ext cx="2062804" cy="2062804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4C5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圆角矩形 13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-2409406" y="-2474529"/>
            <a:ext cx="4268329" cy="4268328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4C5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圆角矩形 17"/>
          <p:cNvSpPr/>
          <p:nvPr/>
        </p:nvSpPr>
        <p:spPr xmlns:m="http://schemas.openxmlformats.org/officeDocument/2006/math" xmlns:a14="http://schemas.microsoft.com/office/drawing/2010/main">
          <a:xfrm flipH="1" flipV="1" rot="2700000">
            <a:off x="9365188" y="-1511310"/>
            <a:ext cx="2071476" cy="2080281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圆角矩形 18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2217216" y="2078718"/>
            <a:ext cx="1145274" cy="1145274"/>
          </a:xfrm>
          <a:prstGeom prst="roundRect">
            <a:avLst>
              <a:gd name="adj" fmla="val 7233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圆角矩形 19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493001" y="39888"/>
            <a:ext cx="2100468" cy="2100469"/>
          </a:xfrm>
          <a:prstGeom prst="roundRect">
            <a:avLst>
              <a:gd name="adj" fmla="val 7233"/>
            </a:avLst>
          </a:prstGeom>
          <a:solidFill>
            <a:srgbClr val="F2F2F2">
              <a:alpha val="73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圆角矩形 20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2838211" y="1449961"/>
            <a:ext cx="1368824" cy="1368825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圆角矩形 21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1191853" y="-1038603"/>
            <a:ext cx="1733107" cy="1733108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圆角矩形 22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-63108" y="5379761"/>
            <a:ext cx="2024254" cy="2024255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" name="圆角矩形 23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-724471" y="4071060"/>
            <a:ext cx="1145274" cy="1145274"/>
          </a:xfrm>
          <a:prstGeom prst="roundRect">
            <a:avLst>
              <a:gd name="adj" fmla="val 7233"/>
            </a:avLst>
          </a:prstGeom>
          <a:solidFill>
            <a:srgbClr val="F2F2F2">
              <a:alpha val="75000"/>
            </a:srgbClr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" name="文本框 27"/>
          <p:cNvSpPr txBox="1"/>
          <p:nvPr/>
        </p:nvSpPr>
        <p:spPr>
          <a:xfrm>
            <a:off x="8636620" y="1539604"/>
            <a:ext cx="2487904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6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  <a:sym typeface="思源黑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4" name="文本框 28"/>
          <p:cNvSpPr txBox="1"/>
          <p:nvPr/>
        </p:nvSpPr>
        <p:spPr>
          <a:xfrm>
            <a:off x="5636167" y="2719975"/>
            <a:ext cx="5607362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7200">
                <a:solidFill>
                  <a:srgbClr val="262626"/>
                </a:solidFill>
                <a:latin typeface="思源黑体 HW Bold"/>
                <a:ea typeface="思源黑体 HW Bold"/>
                <a:cs typeface="思源黑体 HW Bold"/>
                <a:sym typeface="思源黑体 HW Bold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15" name="文本框 29"/>
          <p:cNvSpPr txBox="1"/>
          <p:nvPr/>
        </p:nvSpPr>
        <p:spPr>
          <a:xfrm>
            <a:off x="6451703" y="4260839"/>
            <a:ext cx="4738034" cy="504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r">
              <a:lnSpc>
                <a:spcPct val="150000"/>
              </a:lnSpc>
              <a:defRPr sz="11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aaaaaaaaaaaaaaaaaaaaaaaaaaaaaaaaaaaaaaaaaaaaaaaaaaaaaaaaaaaaaaaaaaaaaaaaaaaaaaaaaaaaaaaaaaaaaaaaaaaaaaaaaaaaaaaaaaaaaaaaaaaaaaaaaaaaaaaaa</a:t>
            </a:r>
          </a:p>
        </p:txBody>
      </p:sp>
      <p:sp>
        <p:nvSpPr>
          <p:cNvPr id="16" name="直接连接符 30"/>
          <p:cNvSpPr/>
          <p:nvPr/>
        </p:nvSpPr>
        <p:spPr>
          <a:xfrm>
            <a:off x="8647782" y="1605998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7" name="直接连接符 31"/>
          <p:cNvSpPr/>
          <p:nvPr/>
        </p:nvSpPr>
        <p:spPr>
          <a:xfrm>
            <a:off x="8639451" y="2510633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8" name="文本框 34"/>
          <p:cNvSpPr txBox="1"/>
          <p:nvPr/>
        </p:nvSpPr>
        <p:spPr>
          <a:xfrm>
            <a:off x="5734430" y="3849473"/>
            <a:ext cx="5537534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50000"/>
              </a:lnSpc>
              <a:defRPr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</a:t>
            </a:r>
          </a:p>
        </p:txBody>
      </p:sp>
      <p:sp>
        <p:nvSpPr>
          <p:cNvPr id="19" name="圆角矩形 18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3318516" y="5324168"/>
            <a:ext cx="2730443" cy="2730443"/>
          </a:xfrm>
          <a:prstGeom prst="roundRect">
            <a:avLst>
              <a:gd name="adj" fmla="val 7233"/>
            </a:avLst>
          </a:prstGeom>
          <a:solidFill>
            <a:srgbClr val="FDFDFD">
              <a:alpha val="77647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圆角矩形"/>
          <p:cNvSpPr/>
          <p:nvPr/>
        </p:nvSpPr>
        <p:spPr xmlns:m="http://schemas.openxmlformats.org/officeDocument/2006/math" xmlns:a14="http://schemas.microsoft.com/office/drawing/2010/main">
          <a:xfrm>
            <a:off x="8807116" y="5340472"/>
            <a:ext cx="2363129" cy="442674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74C5A8"/>
              </a:gs>
              <a:gs pos="100000">
                <a:srgbClr val="9CD6C1"/>
              </a:gs>
            </a:gsLst>
            <a:lin ang="162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defRPr b="1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1" name="汇报人：第一PPT"/>
          <p:cNvSpPr txBox="1"/>
          <p:nvPr/>
        </p:nvSpPr>
        <p:spPr>
          <a:xfrm>
            <a:off x="8874445" y="5362081"/>
            <a:ext cx="2228470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defRPr b="1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aaaaaaaaa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圆角矩形 227"/>
          <p:cNvSpPr/>
          <p:nvPr/>
        </p:nvSpPr>
        <p:spPr xmlns:m="http://schemas.openxmlformats.org/officeDocument/2006/math" xmlns:a14="http://schemas.microsoft.com/office/drawing/2010/main">
          <a:xfrm>
            <a:off x="5641006" y="1384640"/>
            <a:ext cx="3175221" cy="511456"/>
          </a:xfrm>
          <a:prstGeom prst="roundRect">
            <a:avLst>
              <a:gd name="adj" fmla="val 11847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" name="文本框 6"/>
          <p:cNvSpPr txBox="1"/>
          <p:nvPr/>
        </p:nvSpPr>
        <p:spPr>
          <a:xfrm>
            <a:off x="6043924" y="1263535"/>
            <a:ext cx="3738781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b="1" sz="2800">
                <a:solidFill>
                  <a:srgbClr val="3D9274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4" name="圆角矩形 7"/>
          <p:cNvSpPr/>
          <p:nvPr/>
        </p:nvSpPr>
        <p:spPr xmlns:m="http://schemas.openxmlformats.org/officeDocument/2006/math" xmlns:a14="http://schemas.microsoft.com/office/drawing/2010/main">
          <a:xfrm flipH="1">
            <a:off x="4652100" y="1355852"/>
            <a:ext cx="608178" cy="608179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圆角矩形 21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1645695" y="-2496883"/>
            <a:ext cx="2006595" cy="2006595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文本框 2"/>
          <p:cNvSpPr txBox="1"/>
          <p:nvPr/>
        </p:nvSpPr>
        <p:spPr>
          <a:xfrm>
            <a:off x="2262112" y="1386411"/>
            <a:ext cx="916941" cy="3876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wrap="none" lIns="45719" rIns="45719">
            <a:noAutofit/>
          </a:bodyPr>
          <a:lstStyle>
            <a:lvl1pPr>
              <a:defRPr b="1" sz="5400">
                <a:solidFill>
                  <a:srgbClr val="595959"/>
                </a:solidFill>
                <a:latin typeface="思源黑体 CN Heavy"/>
                <a:ea typeface="思源黑体 CN Heavy"/>
                <a:cs typeface="思源黑体 CN Heavy"/>
                <a:sym typeface="思源黑体 CN Heavy"/>
              </a:defRPr>
            </a:lvl1pPr>
          </a:lstStyle>
          <a:p>
            <a:pPr>
              <a:defRPr/>
            </a:pPr>
            <a:r>
              <a:rPr/>
              <a:t>aaaaaaaa</a:t>
            </a:r>
          </a:p>
        </p:txBody>
      </p:sp>
      <p:sp>
        <p:nvSpPr>
          <p:cNvPr id="7" name="文本框 5"/>
          <p:cNvSpPr txBox="1"/>
          <p:nvPr/>
        </p:nvSpPr>
        <p:spPr>
          <a:xfrm>
            <a:off x="4681397" y="1386411"/>
            <a:ext cx="835903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3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8" name="圆角矩形 7"/>
          <p:cNvSpPr/>
          <p:nvPr/>
        </p:nvSpPr>
        <p:spPr xmlns:m="http://schemas.openxmlformats.org/officeDocument/2006/math" xmlns:a14="http://schemas.microsoft.com/office/drawing/2010/main">
          <a:xfrm flipH="1">
            <a:off x="4652100" y="2222631"/>
            <a:ext cx="608178" cy="608179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文本框 32"/>
          <p:cNvSpPr txBox="1"/>
          <p:nvPr/>
        </p:nvSpPr>
        <p:spPr>
          <a:xfrm>
            <a:off x="4664292" y="2245429"/>
            <a:ext cx="835903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3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0" name="圆角矩形 7"/>
          <p:cNvSpPr/>
          <p:nvPr/>
        </p:nvSpPr>
        <p:spPr xmlns:m="http://schemas.openxmlformats.org/officeDocument/2006/math" xmlns:a14="http://schemas.microsoft.com/office/drawing/2010/main">
          <a:xfrm flipH="1">
            <a:off x="4652098" y="3089411"/>
            <a:ext cx="608178" cy="608179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文本框 36"/>
          <p:cNvSpPr txBox="1"/>
          <p:nvPr/>
        </p:nvSpPr>
        <p:spPr>
          <a:xfrm>
            <a:off x="4681397" y="3100283"/>
            <a:ext cx="835903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3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2" name="圆角矩形 7"/>
          <p:cNvSpPr/>
          <p:nvPr/>
        </p:nvSpPr>
        <p:spPr xmlns:m="http://schemas.openxmlformats.org/officeDocument/2006/math" xmlns:a14="http://schemas.microsoft.com/office/drawing/2010/main">
          <a:xfrm flipH="1">
            <a:off x="4652098" y="3956189"/>
            <a:ext cx="608178" cy="608179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" name="文本框 42"/>
          <p:cNvSpPr txBox="1"/>
          <p:nvPr/>
        </p:nvSpPr>
        <p:spPr>
          <a:xfrm>
            <a:off x="4681397" y="3979226"/>
            <a:ext cx="835903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3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4" name="圆角矩形 7"/>
          <p:cNvSpPr/>
          <p:nvPr/>
        </p:nvSpPr>
        <p:spPr xmlns:m="http://schemas.openxmlformats.org/officeDocument/2006/math" xmlns:a14="http://schemas.microsoft.com/office/drawing/2010/main">
          <a:xfrm flipH="1">
            <a:off x="4657747" y="4799050"/>
            <a:ext cx="608178" cy="608179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" name="文本框 44"/>
          <p:cNvSpPr txBox="1"/>
          <p:nvPr/>
        </p:nvSpPr>
        <p:spPr>
          <a:xfrm>
            <a:off x="4697819" y="4843760"/>
            <a:ext cx="835903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3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6" name="圆角矩形 227"/>
          <p:cNvSpPr/>
          <p:nvPr/>
        </p:nvSpPr>
        <p:spPr xmlns:m="http://schemas.openxmlformats.org/officeDocument/2006/math" xmlns:a14="http://schemas.microsoft.com/office/drawing/2010/main">
          <a:xfrm>
            <a:off x="5641006" y="2282088"/>
            <a:ext cx="3175221" cy="511457"/>
          </a:xfrm>
          <a:prstGeom prst="roundRect">
            <a:avLst>
              <a:gd name="adj" fmla="val 11847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7" name="文本框 53"/>
          <p:cNvSpPr txBox="1"/>
          <p:nvPr/>
        </p:nvSpPr>
        <p:spPr>
          <a:xfrm>
            <a:off x="6043924" y="2160983"/>
            <a:ext cx="3738781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b="1" sz="2800">
                <a:solidFill>
                  <a:srgbClr val="3D9274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18" name="圆角矩形 227"/>
          <p:cNvSpPr/>
          <p:nvPr/>
        </p:nvSpPr>
        <p:spPr xmlns:m="http://schemas.openxmlformats.org/officeDocument/2006/math" xmlns:a14="http://schemas.microsoft.com/office/drawing/2010/main">
          <a:xfrm>
            <a:off x="5641006" y="3142048"/>
            <a:ext cx="3175221" cy="511456"/>
          </a:xfrm>
          <a:prstGeom prst="roundRect">
            <a:avLst>
              <a:gd name="adj" fmla="val 11847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9" name="文本框 55"/>
          <p:cNvSpPr txBox="1"/>
          <p:nvPr/>
        </p:nvSpPr>
        <p:spPr>
          <a:xfrm>
            <a:off x="6043924" y="3020944"/>
            <a:ext cx="3738781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b="1" sz="2800">
                <a:solidFill>
                  <a:srgbClr val="3D9274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20" name="圆角矩形 227"/>
          <p:cNvSpPr/>
          <p:nvPr/>
        </p:nvSpPr>
        <p:spPr xmlns:m="http://schemas.openxmlformats.org/officeDocument/2006/math" xmlns:a14="http://schemas.microsoft.com/office/drawing/2010/main">
          <a:xfrm>
            <a:off x="5641006" y="4014039"/>
            <a:ext cx="3175221" cy="511456"/>
          </a:xfrm>
          <a:prstGeom prst="roundRect">
            <a:avLst>
              <a:gd name="adj" fmla="val 11847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1" name="文本框 57"/>
          <p:cNvSpPr txBox="1"/>
          <p:nvPr/>
        </p:nvSpPr>
        <p:spPr>
          <a:xfrm>
            <a:off x="6043924" y="3892934"/>
            <a:ext cx="3738781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b="1" sz="2800">
                <a:solidFill>
                  <a:srgbClr val="3D9274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22" name="圆角矩形 227"/>
          <p:cNvSpPr/>
          <p:nvPr/>
        </p:nvSpPr>
        <p:spPr xmlns:m="http://schemas.openxmlformats.org/officeDocument/2006/math" xmlns:a14="http://schemas.microsoft.com/office/drawing/2010/main">
          <a:xfrm>
            <a:off x="5641006" y="4843760"/>
            <a:ext cx="3175221" cy="511456"/>
          </a:xfrm>
          <a:prstGeom prst="roundRect">
            <a:avLst>
              <a:gd name="adj" fmla="val 11847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3" name="文本框 59"/>
          <p:cNvSpPr txBox="1"/>
          <p:nvPr/>
        </p:nvSpPr>
        <p:spPr>
          <a:xfrm>
            <a:off x="6043924" y="4722655"/>
            <a:ext cx="3738781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b="1" sz="2800">
                <a:solidFill>
                  <a:srgbClr val="3D9274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24" name="TextBox 3"/>
          <p:cNvSpPr txBox="1"/>
          <p:nvPr/>
        </p:nvSpPr>
        <p:spPr>
          <a:xfrm>
            <a:off x="53650" y="24075"/>
            <a:ext cx="4486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00">
                <a:noFill/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aaaaaaaaaaaaaaaaaaaaaaaaaaaaaaaaa</a:t>
            </a:r>
          </a:p>
        </p:txBody>
      </p:sp>
      <p:sp>
        <p:nvSpPr>
          <p:cNvPr id="25" name="圆角矩形 23"/>
          <p:cNvSpPr/>
          <p:nvPr/>
        </p:nvSpPr>
        <p:spPr xmlns:m="http://schemas.openxmlformats.org/officeDocument/2006/math" xmlns:a14="http://schemas.microsoft.com/office/drawing/2010/main">
          <a:xfrm rot="13500000">
            <a:off x="-1118393" y="3435139"/>
            <a:ext cx="3427709" cy="3319485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" name="圆角矩形 24"/>
          <p:cNvSpPr/>
          <p:nvPr/>
        </p:nvSpPr>
        <p:spPr xmlns:m="http://schemas.openxmlformats.org/officeDocument/2006/math" xmlns:a14="http://schemas.microsoft.com/office/drawing/2010/main">
          <a:xfrm rot="13500000">
            <a:off x="-1118393" y="3487034"/>
            <a:ext cx="3427709" cy="3319485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" name="圆角矩形 22"/>
          <p:cNvSpPr/>
          <p:nvPr/>
        </p:nvSpPr>
        <p:spPr xmlns:m="http://schemas.openxmlformats.org/officeDocument/2006/math" xmlns:a14="http://schemas.microsoft.com/office/drawing/2010/main">
          <a:xfrm rot="13500000">
            <a:off x="259440" y="1858154"/>
            <a:ext cx="1380868" cy="1321837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20792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" name="圆角矩形 20"/>
          <p:cNvSpPr/>
          <p:nvPr/>
        </p:nvSpPr>
        <p:spPr xmlns:m="http://schemas.openxmlformats.org/officeDocument/2006/math" xmlns:a14="http://schemas.microsoft.com/office/drawing/2010/main">
          <a:xfrm rot="13500000">
            <a:off x="-2451427" y="48140"/>
            <a:ext cx="2461700" cy="2356463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11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" name="圆角矩形 15"/>
          <p:cNvSpPr/>
          <p:nvPr/>
        </p:nvSpPr>
        <p:spPr xmlns:m="http://schemas.openxmlformats.org/officeDocument/2006/math" xmlns:a14="http://schemas.microsoft.com/office/drawing/2010/main">
          <a:xfrm rot="13500000">
            <a:off x="543663" y="4564338"/>
            <a:ext cx="955224" cy="914389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: 圆角 3"/>
          <p:cNvSpPr/>
          <p:nvPr/>
        </p:nvSpPr>
        <p:spPr>
          <a:xfrm>
            <a:off x="1068393" y="851994"/>
            <a:ext cx="10001627" cy="5225035"/>
          </a:xfrm>
          <a:prstGeom prst="roundRect">
            <a:avLst>
              <a:gd name="adj" fmla="val 5588"/>
            </a:avLst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/>
          </a:p>
        </p:txBody>
      </p:sp>
      <p:sp>
        <p:nvSpPr>
          <p:cNvPr id="3" name="圆角矩形 4"/>
          <p:cNvSpPr/>
          <p:nvPr/>
        </p:nvSpPr>
        <p:spPr xmlns:m="http://schemas.openxmlformats.org/officeDocument/2006/math" xmlns:a14="http://schemas.microsoft.com/office/drawing/2010/main">
          <a:xfrm rot="2700000">
            <a:off x="11014408" y="1185395"/>
            <a:ext cx="1326001" cy="1326001"/>
          </a:xfrm>
          <a:prstGeom prst="roundRect">
            <a:avLst>
              <a:gd name="adj" fmla="val 7233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圆角矩形 5"/>
          <p:cNvSpPr/>
          <p:nvPr/>
        </p:nvSpPr>
        <p:spPr xmlns:m="http://schemas.openxmlformats.org/officeDocument/2006/math" xmlns:a14="http://schemas.microsoft.com/office/drawing/2010/main">
          <a:xfrm rot="2700000">
            <a:off x="11542990" y="-1335952"/>
            <a:ext cx="2431927" cy="2431927"/>
          </a:xfrm>
          <a:prstGeom prst="roundRect">
            <a:avLst>
              <a:gd name="adj" fmla="val 7233"/>
            </a:avLst>
          </a:prstGeom>
          <a:solidFill>
            <a:srgbClr val="F2F2F2">
              <a:alpha val="73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圆角矩形 6"/>
          <p:cNvSpPr/>
          <p:nvPr/>
        </p:nvSpPr>
        <p:spPr xmlns:m="http://schemas.openxmlformats.org/officeDocument/2006/math" xmlns:a14="http://schemas.microsoft.com/office/drawing/2010/main">
          <a:xfrm rot="2700000">
            <a:off x="10166618" y="115193"/>
            <a:ext cx="2006595" cy="2006595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圆角矩形 8"/>
          <p:cNvSpPr/>
          <p:nvPr/>
        </p:nvSpPr>
        <p:spPr xmlns:m="http://schemas.openxmlformats.org/officeDocument/2006/math" xmlns:a14="http://schemas.microsoft.com/office/drawing/2010/main">
          <a:xfrm rot="2700000">
            <a:off x="11127653" y="3390679"/>
            <a:ext cx="2343687" cy="2343687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圆角矩形 27"/>
          <p:cNvSpPr/>
          <p:nvPr/>
        </p:nvSpPr>
        <p:spPr xmlns:m="http://schemas.openxmlformats.org/officeDocument/2006/math" xmlns:a14="http://schemas.microsoft.com/office/drawing/2010/main">
          <a:xfrm rot="13500000">
            <a:off x="-461099" y="4260894"/>
            <a:ext cx="1089444" cy="1089445"/>
          </a:xfrm>
          <a:prstGeom prst="roundRect">
            <a:avLst>
              <a:gd name="adj" fmla="val 7233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圆角矩形 28"/>
          <p:cNvSpPr/>
          <p:nvPr/>
        </p:nvSpPr>
        <p:spPr xmlns:m="http://schemas.openxmlformats.org/officeDocument/2006/math" xmlns:a14="http://schemas.microsoft.com/office/drawing/2010/main">
          <a:xfrm rot="13500000">
            <a:off x="-1804016" y="5423806"/>
            <a:ext cx="1998077" cy="1998077"/>
          </a:xfrm>
          <a:prstGeom prst="roundRect">
            <a:avLst>
              <a:gd name="adj" fmla="val 7233"/>
            </a:avLst>
          </a:prstGeom>
          <a:solidFill>
            <a:srgbClr val="F2F2F2">
              <a:alpha val="73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圆角矩形 29"/>
          <p:cNvSpPr/>
          <p:nvPr/>
        </p:nvSpPr>
        <p:spPr xmlns:m="http://schemas.openxmlformats.org/officeDocument/2006/math" xmlns:a14="http://schemas.microsoft.com/office/drawing/2010/main">
          <a:xfrm rot="13500000">
            <a:off x="-323730" y="4580997"/>
            <a:ext cx="1648622" cy="1648622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圆角矩形 31"/>
          <p:cNvSpPr/>
          <p:nvPr/>
        </p:nvSpPr>
        <p:spPr xmlns:m="http://schemas.openxmlformats.org/officeDocument/2006/math" xmlns:a14="http://schemas.microsoft.com/office/drawing/2010/main">
          <a:xfrm rot="13500000">
            <a:off x="-1390274" y="1612896"/>
            <a:ext cx="1925578" cy="1925578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文本框 48"/>
          <p:cNvSpPr txBox="1"/>
          <p:nvPr/>
        </p:nvSpPr>
        <p:spPr>
          <a:xfrm>
            <a:off x="4486362" y="2199875"/>
            <a:ext cx="3641842" cy="916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5400">
                <a:solidFill>
                  <a:srgbClr val="262626"/>
                </a:solidFill>
                <a:latin typeface="思源黑体 CN Heavy"/>
                <a:ea typeface="思源黑体 CN Heavy"/>
                <a:cs typeface="思源黑体 CN Heavy"/>
                <a:sym typeface="思源黑体 CN Heavy"/>
              </a:defRPr>
            </a:lvl1pPr>
          </a:lstStyle>
          <a:p>
            <a:pPr>
              <a:defRPr/>
            </a:pPr>
            <a:r>
              <a:rPr/>
              <a:t>aaaaaaaaa</a:t>
            </a:r>
          </a:p>
        </p:txBody>
      </p:sp>
      <p:sp>
        <p:nvSpPr>
          <p:cNvPr id="12" name="文本框 49"/>
          <p:cNvSpPr txBox="1"/>
          <p:nvPr/>
        </p:nvSpPr>
        <p:spPr>
          <a:xfrm>
            <a:off x="3036071" y="3309654"/>
            <a:ext cx="6123826" cy="942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4800">
                <a:solidFill>
                  <a:srgbClr val="3D9274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</a:t>
            </a:r>
          </a:p>
        </p:txBody>
      </p:sp>
      <p:sp>
        <p:nvSpPr>
          <p:cNvPr id="13" name="文本框 50"/>
          <p:cNvSpPr txBox="1"/>
          <p:nvPr/>
        </p:nvSpPr>
        <p:spPr>
          <a:xfrm>
            <a:off x="3481132" y="4168023"/>
            <a:ext cx="5171540" cy="504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lnSpc>
                <a:spcPct val="150000"/>
              </a:lnSpc>
              <a:defRPr sz="11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aaaaaaaaaaaaaaaaaaaaaaaaaaaaaaaaaaaaaaaaaaaaaaaaaaaaaaaaaaaaaaaaaaaaaaaaaaaaaaaaaaaaaaaaaaaaaaaaaaaaaaaaaaaaaaaaaaaaaaaaaaaaaaaaaaaaaaaaa</a:t>
            </a:r>
          </a:p>
        </p:txBody>
      </p:sp>
      <p:sp>
        <p:nvSpPr>
          <p:cNvPr id="14" name="直接连接符 51"/>
          <p:cNvSpPr/>
          <p:nvPr/>
        </p:nvSpPr>
        <p:spPr>
          <a:xfrm>
            <a:off x="4834113" y="2142759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5" name="直接连接符 52"/>
          <p:cNvSpPr/>
          <p:nvPr/>
        </p:nvSpPr>
        <p:spPr>
          <a:xfrm>
            <a:off x="4825784" y="3047394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6" name="圆角矩形 23"/>
          <p:cNvSpPr/>
          <p:nvPr/>
        </p:nvSpPr>
        <p:spPr xmlns:m="http://schemas.openxmlformats.org/officeDocument/2006/math" xmlns:a14="http://schemas.microsoft.com/office/drawing/2010/main">
          <a:xfrm rot="2700000">
            <a:off x="9054581" y="-2034027"/>
            <a:ext cx="3708260" cy="3581392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圆角矩形 24"/>
          <p:cNvSpPr/>
          <p:nvPr/>
        </p:nvSpPr>
        <p:spPr xmlns:m="http://schemas.openxmlformats.org/officeDocument/2006/math" xmlns:a14="http://schemas.microsoft.com/office/drawing/2010/main">
          <a:xfrm rot="2700000">
            <a:off x="9054581" y="-2089117"/>
            <a:ext cx="3708260" cy="3581392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圆角矩形 22"/>
          <p:cNvSpPr/>
          <p:nvPr/>
        </p:nvSpPr>
        <p:spPr xmlns:m="http://schemas.openxmlformats.org/officeDocument/2006/math" xmlns:a14="http://schemas.microsoft.com/office/drawing/2010/main">
          <a:xfrm rot="2700000">
            <a:off x="9781217" y="1794358"/>
            <a:ext cx="1481875" cy="1437557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20792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圆角矩形 20"/>
          <p:cNvSpPr/>
          <p:nvPr/>
        </p:nvSpPr>
        <p:spPr xmlns:m="http://schemas.openxmlformats.org/officeDocument/2006/math" xmlns:a14="http://schemas.microsoft.com/office/drawing/2010/main">
          <a:xfrm rot="2700000">
            <a:off x="11568564" y="2615014"/>
            <a:ext cx="2641767" cy="256275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11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圆角矩形 15"/>
          <p:cNvSpPr/>
          <p:nvPr/>
        </p:nvSpPr>
        <p:spPr xmlns:m="http://schemas.openxmlformats.org/officeDocument/2006/math" xmlns:a14="http://schemas.microsoft.com/office/drawing/2010/main">
          <a:xfrm rot="2700000">
            <a:off x="9931730" y="-661840"/>
            <a:ext cx="1025096" cy="99443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圆角矩形 47"/>
          <p:cNvSpPr/>
          <p:nvPr/>
        </p:nvSpPr>
        <p:spPr xmlns:m="http://schemas.openxmlformats.org/officeDocument/2006/math" xmlns:a14="http://schemas.microsoft.com/office/drawing/2010/main">
          <a:xfrm rot="13500000">
            <a:off x="-212100" y="5738174"/>
            <a:ext cx="2296099" cy="2254426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" name="圆角矩形 44"/>
          <p:cNvSpPr/>
          <p:nvPr/>
        </p:nvSpPr>
        <p:spPr xmlns:m="http://schemas.openxmlformats.org/officeDocument/2006/math" xmlns:a14="http://schemas.microsoft.com/office/drawing/2010/main">
          <a:xfrm rot="13500000">
            <a:off x="407362" y="3499738"/>
            <a:ext cx="1807978" cy="1769669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" name="圆角矩形 45"/>
          <p:cNvSpPr/>
          <p:nvPr/>
        </p:nvSpPr>
        <p:spPr xmlns:m="http://schemas.openxmlformats.org/officeDocument/2006/math" xmlns:a14="http://schemas.microsoft.com/office/drawing/2010/main">
          <a:xfrm rot="13500000">
            <a:off x="311239" y="3614481"/>
            <a:ext cx="1807972" cy="176966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" name="圆角矩形 43"/>
          <p:cNvSpPr/>
          <p:nvPr/>
        </p:nvSpPr>
        <p:spPr xmlns:m="http://schemas.openxmlformats.org/officeDocument/2006/math" xmlns:a14="http://schemas.microsoft.com/office/drawing/2010/main">
          <a:xfrm rot="13500000">
            <a:off x="-2386685" y="2041483"/>
            <a:ext cx="2313289" cy="2271306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14565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" name="圆角矩形 38"/>
          <p:cNvSpPr/>
          <p:nvPr/>
        </p:nvSpPr>
        <p:spPr xmlns:m="http://schemas.openxmlformats.org/officeDocument/2006/math" xmlns:a14="http://schemas.microsoft.com/office/drawing/2010/main">
          <a:xfrm rot="13500000">
            <a:off x="851169" y="6411209"/>
            <a:ext cx="897636" cy="881344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椭圆 2"/>
          <p:cNvSpPr/>
          <p:nvPr/>
        </p:nvSpPr>
        <p:spPr xmlns:m="http://schemas.openxmlformats.org/officeDocument/2006/math" xmlns:a14="http://schemas.microsoft.com/office/drawing/2010/main">
          <a:xfrm>
            <a:off x="1295466" y="2734249"/>
            <a:ext cx="1897935" cy="1897935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444500" dist="254000" dir="8100000">
              <a:srgbClr val="000000">
                <a:alpha val="5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" name="TextBox 15"/>
          <p:cNvSpPr txBox="1"/>
          <p:nvPr/>
        </p:nvSpPr>
        <p:spPr>
          <a:xfrm>
            <a:off x="1586793" y="3478160"/>
            <a:ext cx="131528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Autofit/>
          </a:bodyPr>
          <a:lstStyle>
            <a:lvl1pPr>
              <a:defRPr/>
            </a:lvl1pPr>
          </a:lstStyle>
          <a:p>
            <a:pPr algn="ctr">
              <a:defRPr b="1" sz="2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</a:t>
            </a:r>
          </a:p>
        </p:txBody>
      </p:sp>
      <p:sp>
        <p:nvSpPr>
          <p:cNvPr id="4" name="TextBox 16"/>
          <p:cNvSpPr txBox="1"/>
          <p:nvPr/>
        </p:nvSpPr>
        <p:spPr>
          <a:xfrm>
            <a:off x="7770394" y="1918423"/>
            <a:ext cx="2934118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aaaaaaaaaaaaaaaaaaaaaaaaaaaaaaaaaaaaaaaaaaaaaaaa</a:t>
            </a:r>
          </a:p>
        </p:txBody>
      </p:sp>
      <p:sp>
        <p:nvSpPr>
          <p:cNvPr id="5" name="TextBox 17"/>
          <p:cNvSpPr txBox="1"/>
          <p:nvPr/>
        </p:nvSpPr>
        <p:spPr>
          <a:xfrm>
            <a:off x="8346458" y="3305180"/>
            <a:ext cx="2934118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aaaaaaaaaaaaaaaaaaaaaaaaaaaaaaaaaaaaaaaaaaaaaaaa</a:t>
            </a:r>
          </a:p>
        </p:txBody>
      </p:sp>
      <p:sp>
        <p:nvSpPr>
          <p:cNvPr id="6" name="TextBox 18"/>
          <p:cNvSpPr txBox="1"/>
          <p:nvPr/>
        </p:nvSpPr>
        <p:spPr>
          <a:xfrm>
            <a:off x="7699254" y="4790931"/>
            <a:ext cx="2934118" cy="863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aaaaaaaaaaaaaaaaaaaaaaaaaaaaaaaaaaaaaaaaaaaaaaaa</a:t>
            </a:r>
          </a:p>
        </p:txBody>
      </p:sp>
      <p:sp>
        <p:nvSpPr>
          <p:cNvPr id="7" name="TextBox 19"/>
          <p:cNvSpPr txBox="1"/>
          <p:nvPr/>
        </p:nvSpPr>
        <p:spPr>
          <a:xfrm>
            <a:off x="4480688" y="3474642"/>
            <a:ext cx="284658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defRPr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</a:t>
            </a:r>
          </a:p>
        </p:txBody>
      </p:sp>
      <p:sp>
        <p:nvSpPr>
          <p:cNvPr id="8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3238279" y="3426035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9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10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1" name="直线连接符 3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2" name="同心圆 5"/>
          <p:cNvSpPr/>
          <p:nvPr/>
        </p:nvSpPr>
        <p:spPr xmlns:m="http://schemas.openxmlformats.org/officeDocument/2006/math" xmlns:a14="http://schemas.microsoft.com/office/drawing/2010/main">
          <a:xfrm>
            <a:off x="4006407" y="1842100"/>
            <a:ext cx="3795144" cy="37951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3" name="椭圆 6"/>
          <p:cNvSpPr/>
          <p:nvPr/>
        </p:nvSpPr>
        <p:spPr xmlns:m="http://schemas.openxmlformats.org/officeDocument/2006/math" xmlns:a14="http://schemas.microsoft.com/office/drawing/2010/main">
          <a:xfrm>
            <a:off x="4089237" y="1924930"/>
            <a:ext cx="3629483" cy="3629483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4" name="同心圆 8"/>
          <p:cNvSpPr/>
          <p:nvPr/>
        </p:nvSpPr>
        <p:spPr xmlns:m="http://schemas.openxmlformats.org/officeDocument/2006/math" xmlns:a14="http://schemas.microsoft.com/office/drawing/2010/main">
          <a:xfrm>
            <a:off x="6576053" y="1880760"/>
            <a:ext cx="831873" cy="8318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 sz="3300">
                <a:solidFill>
                  <a:srgbClr val="C0000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5" name="圆形"/>
          <p:cNvSpPr/>
          <p:nvPr/>
        </p:nvSpPr>
        <p:spPr xmlns:m="http://schemas.openxmlformats.org/officeDocument/2006/math" xmlns:a14="http://schemas.microsoft.com/office/drawing/2010/main">
          <a:xfrm>
            <a:off x="6594209" y="1898916"/>
            <a:ext cx="795561" cy="795561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 sz="33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6" name="1"/>
          <p:cNvSpPr txBox="1"/>
          <p:nvPr/>
        </p:nvSpPr>
        <p:spPr>
          <a:xfrm>
            <a:off x="6756435" y="1996975"/>
            <a:ext cx="471106" cy="599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noAutofit/>
          </a:bodyPr>
          <a:lstStyle>
            <a:lvl1pPr algn="ctr">
              <a:defRPr b="1" sz="33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  <p:sp>
        <p:nvSpPr>
          <p:cNvPr id="17" name="同心圆 11"/>
          <p:cNvSpPr/>
          <p:nvPr/>
        </p:nvSpPr>
        <p:spPr xmlns:m="http://schemas.openxmlformats.org/officeDocument/2006/math" xmlns:a14="http://schemas.microsoft.com/office/drawing/2010/main">
          <a:xfrm>
            <a:off x="7302785" y="3267281"/>
            <a:ext cx="831873" cy="8318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 sz="3300">
                <a:solidFill>
                  <a:srgbClr val="C0000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8" name="圆形"/>
          <p:cNvSpPr/>
          <p:nvPr/>
        </p:nvSpPr>
        <p:spPr xmlns:m="http://schemas.openxmlformats.org/officeDocument/2006/math" xmlns:a14="http://schemas.microsoft.com/office/drawing/2010/main">
          <a:xfrm>
            <a:off x="7320941" y="3285437"/>
            <a:ext cx="795561" cy="795561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 sz="33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9" name="2"/>
          <p:cNvSpPr txBox="1"/>
          <p:nvPr/>
        </p:nvSpPr>
        <p:spPr>
          <a:xfrm>
            <a:off x="7483167" y="3383496"/>
            <a:ext cx="471106" cy="599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noAutofit/>
          </a:bodyPr>
          <a:lstStyle>
            <a:lvl1pPr algn="ctr">
              <a:defRPr b="1" sz="33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  <p:sp>
        <p:nvSpPr>
          <p:cNvPr id="20" name="同心圆 14"/>
          <p:cNvSpPr/>
          <p:nvPr/>
        </p:nvSpPr>
        <p:spPr xmlns:m="http://schemas.openxmlformats.org/officeDocument/2006/math" xmlns:a14="http://schemas.microsoft.com/office/drawing/2010/main">
          <a:xfrm>
            <a:off x="6576053" y="4722545"/>
            <a:ext cx="831873" cy="8318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 sz="3300">
                <a:solidFill>
                  <a:srgbClr val="C0000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1" name="圆形"/>
          <p:cNvSpPr/>
          <p:nvPr/>
        </p:nvSpPr>
        <p:spPr xmlns:m="http://schemas.openxmlformats.org/officeDocument/2006/math" xmlns:a14="http://schemas.microsoft.com/office/drawing/2010/main">
          <a:xfrm>
            <a:off x="6594209" y="4740701"/>
            <a:ext cx="795561" cy="795561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 sz="33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2" name="3"/>
          <p:cNvSpPr txBox="1"/>
          <p:nvPr/>
        </p:nvSpPr>
        <p:spPr>
          <a:xfrm>
            <a:off x="6756435" y="4838760"/>
            <a:ext cx="471106" cy="599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noAutofit/>
          </a:bodyPr>
          <a:lstStyle>
            <a:lvl1pPr algn="ctr">
              <a:defRPr b="1" sz="33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30"/>
          <p:cNvSpPr txBox="1"/>
          <p:nvPr/>
        </p:nvSpPr>
        <p:spPr>
          <a:xfrm>
            <a:off x="3945651" y="5239032"/>
            <a:ext cx="5050238" cy="806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438" tIns="22438" rIns="22438" bIns="22438">
            <a:noAutofit/>
          </a:bodyPr>
          <a:lstStyle>
            <a:lvl1pPr>
              <a:defRPr/>
            </a:lvl1pPr>
          </a:lstStyle>
          <a:p>
            <a:pPr algn="ctr">
              <a:lnSpc>
                <a:spcPct val="120000"/>
              </a:lnSpc>
              <a:defRPr sz="1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aaaaaaaaaaaaaaaaaaaaaaaaaaaaaaaaaaaaaaaaaaaaaaaaaaaaaaaa</a:t>
            </a:r>
          </a:p>
          <a:p>
            <a:pPr algn="ctr">
              <a:lnSpc>
                <a:spcPct val="120000"/>
              </a:lnSpc>
              <a:defRPr sz="1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" name="丁字箭头 114"/>
          <p:cNvSpPr/>
          <p:nvPr/>
        </p:nvSpPr>
        <p:spPr>
          <a:xfrm flipV="1">
            <a:off x="2608436" y="4879873"/>
            <a:ext cx="7301539" cy="2657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6200"/>
                </a:moveTo>
                <a:lnTo>
                  <a:pt x="197" y="10800"/>
                </a:lnTo>
                <a:lnTo>
                  <a:pt x="197" y="13500"/>
                </a:lnTo>
                <a:lnTo>
                  <a:pt x="10702" y="13500"/>
                </a:lnTo>
                <a:lnTo>
                  <a:pt x="10702" y="5400"/>
                </a:lnTo>
                <a:lnTo>
                  <a:pt x="10603" y="5400"/>
                </a:lnTo>
                <a:lnTo>
                  <a:pt x="10800" y="0"/>
                </a:lnTo>
                <a:lnTo>
                  <a:pt x="10997" y="5400"/>
                </a:lnTo>
                <a:lnTo>
                  <a:pt x="10898" y="5400"/>
                </a:lnTo>
                <a:lnTo>
                  <a:pt x="10898" y="13500"/>
                </a:lnTo>
                <a:lnTo>
                  <a:pt x="21403" y="13500"/>
                </a:lnTo>
                <a:lnTo>
                  <a:pt x="21403" y="10800"/>
                </a:lnTo>
                <a:lnTo>
                  <a:pt x="21600" y="16200"/>
                </a:lnTo>
                <a:lnTo>
                  <a:pt x="21403" y="21600"/>
                </a:lnTo>
                <a:lnTo>
                  <a:pt x="21403" y="18900"/>
                </a:lnTo>
                <a:lnTo>
                  <a:pt x="197" y="18900"/>
                </a:lnTo>
                <a:lnTo>
                  <a:pt x="197" y="21600"/>
                </a:lnTo>
                <a:close/>
              </a:path>
            </a:pathLst>
          </a:custGeom>
          <a:ln xmlns:m="http://schemas.openxmlformats.org/officeDocument/2006/math" xmlns:a14="http://schemas.microsoft.com/office/drawing/2010/main" w="12700">
            <a:solidFill>
              <a:srgbClr val="A6A6A6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5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6" name="直线连接符 134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7" name="同心圆 8"/>
          <p:cNvSpPr/>
          <p:nvPr/>
        </p:nvSpPr>
        <p:spPr xmlns:m="http://schemas.openxmlformats.org/officeDocument/2006/math" xmlns:a14="http://schemas.microsoft.com/office/drawing/2010/main">
          <a:xfrm>
            <a:off x="2015874" y="1558812"/>
            <a:ext cx="1460315" cy="14608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7"/>
                  <a:pt x="10800" y="20547"/>
                </a:cubicBezTo>
                <a:cubicBezTo>
                  <a:pt x="16183" y="20547"/>
                  <a:pt x="20546" y="16183"/>
                  <a:pt x="20546" y="10800"/>
                </a:cubicBezTo>
                <a:cubicBezTo>
                  <a:pt x="20546" y="5417"/>
                  <a:pt x="16183" y="1053"/>
                  <a:pt x="10800" y="1053"/>
                </a:cubicBezTo>
                <a:cubicBezTo>
                  <a:pt x="5417" y="1053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2F2F2"/>
              </a:gs>
              <a:gs pos="55000">
                <a:srgbClr val="F2F2F2"/>
              </a:gs>
              <a:gs pos="100000">
                <a:srgbClr val="D9D9D9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8" name="椭圆 9"/>
          <p:cNvSpPr/>
          <p:nvPr/>
        </p:nvSpPr>
        <p:spPr xmlns:m="http://schemas.openxmlformats.org/officeDocument/2006/math" xmlns:a14="http://schemas.microsoft.com/office/drawing/2010/main">
          <a:xfrm>
            <a:off x="2035608" y="1578552"/>
            <a:ext cx="1420848" cy="1421360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D9D9D9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9" name="椭圆 7"/>
          <p:cNvSpPr/>
          <p:nvPr/>
        </p:nvSpPr>
        <p:spPr xmlns:m="http://schemas.openxmlformats.org/officeDocument/2006/math" xmlns:a14="http://schemas.microsoft.com/office/drawing/2010/main">
          <a:xfrm>
            <a:off x="2193418" y="1736418"/>
            <a:ext cx="1105226" cy="1105624"/>
          </a:xfrm>
          <a:prstGeom prst="ellipse">
            <a:avLst/>
          </a:pr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0" name="Freeform 42"/>
          <p:cNvSpPr/>
          <p:nvPr/>
        </p:nvSpPr>
        <p:spPr xmlns:m="http://schemas.openxmlformats.org/officeDocument/2006/math" xmlns:a14="http://schemas.microsoft.com/office/drawing/2010/main">
          <a:xfrm>
            <a:off x="2473391" y="2011141"/>
            <a:ext cx="505630" cy="5101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11" y="0"/>
                </a:moveTo>
                <a:cubicBezTo>
                  <a:pt x="4820" y="0"/>
                  <a:pt x="0" y="4820"/>
                  <a:pt x="0" y="10889"/>
                </a:cubicBezTo>
                <a:cubicBezTo>
                  <a:pt x="0" y="16780"/>
                  <a:pt x="4820" y="21600"/>
                  <a:pt x="10711" y="21600"/>
                </a:cubicBezTo>
                <a:cubicBezTo>
                  <a:pt x="16780" y="21600"/>
                  <a:pt x="21600" y="16780"/>
                  <a:pt x="21600" y="10889"/>
                </a:cubicBezTo>
                <a:cubicBezTo>
                  <a:pt x="21600" y="4820"/>
                  <a:pt x="16780" y="0"/>
                  <a:pt x="10711" y="0"/>
                </a:cubicBezTo>
                <a:close/>
                <a:moveTo>
                  <a:pt x="10711" y="19815"/>
                </a:moveTo>
                <a:cubicBezTo>
                  <a:pt x="5712" y="19815"/>
                  <a:pt x="1785" y="15888"/>
                  <a:pt x="1785" y="10889"/>
                </a:cubicBezTo>
                <a:cubicBezTo>
                  <a:pt x="1785" y="5891"/>
                  <a:pt x="5712" y="1785"/>
                  <a:pt x="10711" y="1785"/>
                </a:cubicBezTo>
                <a:cubicBezTo>
                  <a:pt x="15709" y="1785"/>
                  <a:pt x="19815" y="5891"/>
                  <a:pt x="19815" y="10889"/>
                </a:cubicBezTo>
                <a:cubicBezTo>
                  <a:pt x="19815" y="15888"/>
                  <a:pt x="15709" y="19815"/>
                  <a:pt x="10711" y="19815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1" name="Freeform 43"/>
          <p:cNvSpPr/>
          <p:nvPr/>
        </p:nvSpPr>
        <p:spPr xmlns:m="http://schemas.openxmlformats.org/officeDocument/2006/math" xmlns:a14="http://schemas.microsoft.com/office/drawing/2010/main">
          <a:xfrm>
            <a:off x="2608435" y="2133950"/>
            <a:ext cx="175872" cy="2519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21600" y="0"/>
                  <a:pt x="21600" y="0"/>
                  <a:pt x="21600" y="0"/>
                </a:cubicBezTo>
                <a:cubicBezTo>
                  <a:pt x="0" y="15120"/>
                  <a:pt x="0" y="15120"/>
                  <a:pt x="0" y="15120"/>
                </a:cubicBezTo>
                <a:cubicBezTo>
                  <a:pt x="14914" y="15120"/>
                  <a:pt x="21600" y="21600"/>
                  <a:pt x="21600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2" name="同心圆 16"/>
          <p:cNvSpPr/>
          <p:nvPr/>
        </p:nvSpPr>
        <p:spPr xmlns:m="http://schemas.openxmlformats.org/officeDocument/2006/math" xmlns:a14="http://schemas.microsoft.com/office/drawing/2010/main">
          <a:xfrm>
            <a:off x="4313785" y="1558812"/>
            <a:ext cx="1460315" cy="14608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7"/>
                  <a:pt x="10800" y="20547"/>
                </a:cubicBezTo>
                <a:cubicBezTo>
                  <a:pt x="16183" y="20547"/>
                  <a:pt x="20546" y="16183"/>
                  <a:pt x="20546" y="10800"/>
                </a:cubicBezTo>
                <a:cubicBezTo>
                  <a:pt x="20546" y="5417"/>
                  <a:pt x="16183" y="1053"/>
                  <a:pt x="10800" y="1053"/>
                </a:cubicBezTo>
                <a:cubicBezTo>
                  <a:pt x="5417" y="1053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2F2F2"/>
              </a:gs>
              <a:gs pos="55000">
                <a:srgbClr val="F2F2F2"/>
              </a:gs>
              <a:gs pos="100000">
                <a:srgbClr val="D9D9D9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3" name="椭圆 17"/>
          <p:cNvSpPr/>
          <p:nvPr/>
        </p:nvSpPr>
        <p:spPr xmlns:m="http://schemas.openxmlformats.org/officeDocument/2006/math" xmlns:a14="http://schemas.microsoft.com/office/drawing/2010/main">
          <a:xfrm>
            <a:off x="4333519" y="1578552"/>
            <a:ext cx="1420848" cy="1421360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D9D9D9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4" name="椭圆 15"/>
          <p:cNvSpPr/>
          <p:nvPr/>
        </p:nvSpPr>
        <p:spPr xmlns:m="http://schemas.openxmlformats.org/officeDocument/2006/math" xmlns:a14="http://schemas.microsoft.com/office/drawing/2010/main">
          <a:xfrm>
            <a:off x="4491329" y="1736418"/>
            <a:ext cx="1105226" cy="1105624"/>
          </a:xfrm>
          <a:prstGeom prst="ellipse">
            <a:avLst/>
          </a:pr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5" name="Freeform 110"/>
          <p:cNvSpPr/>
          <p:nvPr/>
        </p:nvSpPr>
        <p:spPr xmlns:m="http://schemas.openxmlformats.org/officeDocument/2006/math" xmlns:a14="http://schemas.microsoft.com/office/drawing/2010/main">
          <a:xfrm>
            <a:off x="5204062" y="2178447"/>
            <a:ext cx="161932" cy="1618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0546"/>
                </a:moveTo>
                <a:lnTo>
                  <a:pt x="1580" y="21600"/>
                </a:lnTo>
                <a:lnTo>
                  <a:pt x="21600" y="1580"/>
                </a:lnTo>
                <a:lnTo>
                  <a:pt x="20546" y="0"/>
                </a:lnTo>
                <a:lnTo>
                  <a:pt x="0" y="20546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6" name="Freeform 111"/>
          <p:cNvSpPr/>
          <p:nvPr/>
        </p:nvSpPr>
        <p:spPr xmlns:m="http://schemas.openxmlformats.org/officeDocument/2006/math" xmlns:a14="http://schemas.microsoft.com/office/drawing/2010/main">
          <a:xfrm>
            <a:off x="5168515" y="2135013"/>
            <a:ext cx="173777" cy="1816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164" y="0"/>
                </a:moveTo>
                <a:lnTo>
                  <a:pt x="0" y="18313"/>
                </a:lnTo>
                <a:lnTo>
                  <a:pt x="2945" y="21600"/>
                </a:lnTo>
                <a:lnTo>
                  <a:pt x="21600" y="3757"/>
                </a:lnTo>
                <a:lnTo>
                  <a:pt x="18164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7" name="Freeform 112"/>
          <p:cNvSpPr/>
          <p:nvPr/>
        </p:nvSpPr>
        <p:spPr xmlns:m="http://schemas.openxmlformats.org/officeDocument/2006/math" xmlns:a14="http://schemas.microsoft.com/office/drawing/2010/main">
          <a:xfrm>
            <a:off x="5136919" y="2111323"/>
            <a:ext cx="165879" cy="1658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9543"/>
                </a:moveTo>
                <a:lnTo>
                  <a:pt x="2057" y="21600"/>
                </a:lnTo>
                <a:lnTo>
                  <a:pt x="21600" y="2057"/>
                </a:lnTo>
                <a:lnTo>
                  <a:pt x="19543" y="0"/>
                </a:lnTo>
                <a:lnTo>
                  <a:pt x="0" y="1954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8" name="Freeform 113"/>
          <p:cNvSpPr/>
          <p:nvPr/>
        </p:nvSpPr>
        <p:spPr xmlns:m="http://schemas.openxmlformats.org/officeDocument/2006/math" xmlns:a14="http://schemas.microsoft.com/office/drawing/2010/main">
          <a:xfrm>
            <a:off x="5093476" y="2273209"/>
            <a:ext cx="110586" cy="110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5429"/>
                </a:moveTo>
                <a:lnTo>
                  <a:pt x="6171" y="0"/>
                </a:lnTo>
                <a:lnTo>
                  <a:pt x="0" y="15429"/>
                </a:lnTo>
                <a:lnTo>
                  <a:pt x="6943" y="21600"/>
                </a:lnTo>
                <a:lnTo>
                  <a:pt x="21600" y="15429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9" name="Freeform 114"/>
          <p:cNvSpPr/>
          <p:nvPr/>
        </p:nvSpPr>
        <p:spPr xmlns:m="http://schemas.openxmlformats.org/officeDocument/2006/math" xmlns:a14="http://schemas.microsoft.com/office/drawing/2010/main">
          <a:xfrm>
            <a:off x="5065830" y="2364021"/>
            <a:ext cx="55293" cy="513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9969"/>
                </a:lnTo>
                <a:lnTo>
                  <a:pt x="9257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0" name="Freeform 115"/>
          <p:cNvSpPr/>
          <p:nvPr/>
        </p:nvSpPr>
        <p:spPr xmlns:m="http://schemas.openxmlformats.org/officeDocument/2006/math" xmlns:a14="http://schemas.microsoft.com/office/drawing/2010/main">
          <a:xfrm>
            <a:off x="5298851" y="2071841"/>
            <a:ext cx="110586" cy="110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lnTo>
                  <a:pt x="0" y="6171"/>
                </a:lnTo>
                <a:lnTo>
                  <a:pt x="15429" y="21600"/>
                </a:lnTo>
                <a:lnTo>
                  <a:pt x="21600" y="15429"/>
                </a:lnTo>
                <a:lnTo>
                  <a:pt x="54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1" name="Freeform 116"/>
          <p:cNvSpPr/>
          <p:nvPr/>
        </p:nvSpPr>
        <p:spPr xmlns:m="http://schemas.openxmlformats.org/officeDocument/2006/math" xmlns:a14="http://schemas.microsoft.com/office/drawing/2010/main">
          <a:xfrm>
            <a:off x="4793316" y="2016562"/>
            <a:ext cx="442343" cy="5369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057" y="16041"/>
                </a:moveTo>
                <a:lnTo>
                  <a:pt x="16007" y="16041"/>
                </a:lnTo>
                <a:lnTo>
                  <a:pt x="16007" y="20488"/>
                </a:lnTo>
                <a:lnTo>
                  <a:pt x="1350" y="20488"/>
                </a:lnTo>
                <a:lnTo>
                  <a:pt x="1350" y="5082"/>
                </a:lnTo>
                <a:lnTo>
                  <a:pt x="20057" y="5082"/>
                </a:lnTo>
                <a:lnTo>
                  <a:pt x="20057" y="6353"/>
                </a:lnTo>
                <a:lnTo>
                  <a:pt x="21600" y="5082"/>
                </a:lnTo>
                <a:lnTo>
                  <a:pt x="21600" y="953"/>
                </a:lnTo>
                <a:lnTo>
                  <a:pt x="18707" y="953"/>
                </a:lnTo>
                <a:lnTo>
                  <a:pt x="18707" y="3176"/>
                </a:lnTo>
                <a:lnTo>
                  <a:pt x="18321" y="3176"/>
                </a:lnTo>
                <a:lnTo>
                  <a:pt x="18321" y="0"/>
                </a:lnTo>
                <a:lnTo>
                  <a:pt x="17164" y="0"/>
                </a:lnTo>
                <a:lnTo>
                  <a:pt x="17164" y="3176"/>
                </a:lnTo>
                <a:lnTo>
                  <a:pt x="16779" y="3176"/>
                </a:lnTo>
                <a:lnTo>
                  <a:pt x="16779" y="953"/>
                </a:lnTo>
                <a:lnTo>
                  <a:pt x="15236" y="953"/>
                </a:lnTo>
                <a:lnTo>
                  <a:pt x="15236" y="3176"/>
                </a:lnTo>
                <a:lnTo>
                  <a:pt x="14657" y="3176"/>
                </a:lnTo>
                <a:lnTo>
                  <a:pt x="14657" y="0"/>
                </a:lnTo>
                <a:lnTo>
                  <a:pt x="13886" y="0"/>
                </a:lnTo>
                <a:lnTo>
                  <a:pt x="13886" y="3176"/>
                </a:lnTo>
                <a:lnTo>
                  <a:pt x="13114" y="3176"/>
                </a:lnTo>
                <a:lnTo>
                  <a:pt x="13114" y="953"/>
                </a:lnTo>
                <a:lnTo>
                  <a:pt x="11571" y="953"/>
                </a:lnTo>
                <a:lnTo>
                  <a:pt x="11571" y="3176"/>
                </a:lnTo>
                <a:lnTo>
                  <a:pt x="10993" y="3176"/>
                </a:lnTo>
                <a:lnTo>
                  <a:pt x="10993" y="0"/>
                </a:lnTo>
                <a:lnTo>
                  <a:pt x="10221" y="0"/>
                </a:lnTo>
                <a:lnTo>
                  <a:pt x="10221" y="3176"/>
                </a:lnTo>
                <a:lnTo>
                  <a:pt x="9836" y="3176"/>
                </a:lnTo>
                <a:lnTo>
                  <a:pt x="9836" y="953"/>
                </a:lnTo>
                <a:lnTo>
                  <a:pt x="8293" y="953"/>
                </a:lnTo>
                <a:lnTo>
                  <a:pt x="8293" y="3176"/>
                </a:lnTo>
                <a:lnTo>
                  <a:pt x="7714" y="3176"/>
                </a:lnTo>
                <a:lnTo>
                  <a:pt x="7714" y="0"/>
                </a:lnTo>
                <a:lnTo>
                  <a:pt x="6750" y="0"/>
                </a:lnTo>
                <a:lnTo>
                  <a:pt x="6750" y="3176"/>
                </a:lnTo>
                <a:lnTo>
                  <a:pt x="6171" y="3176"/>
                </a:lnTo>
                <a:lnTo>
                  <a:pt x="6171" y="953"/>
                </a:lnTo>
                <a:lnTo>
                  <a:pt x="4821" y="953"/>
                </a:lnTo>
                <a:lnTo>
                  <a:pt x="4821" y="3176"/>
                </a:lnTo>
                <a:lnTo>
                  <a:pt x="4436" y="3176"/>
                </a:lnTo>
                <a:lnTo>
                  <a:pt x="4436" y="0"/>
                </a:lnTo>
                <a:lnTo>
                  <a:pt x="3279" y="0"/>
                </a:lnTo>
                <a:lnTo>
                  <a:pt x="3279" y="3176"/>
                </a:lnTo>
                <a:lnTo>
                  <a:pt x="2893" y="3176"/>
                </a:lnTo>
                <a:lnTo>
                  <a:pt x="2893" y="953"/>
                </a:lnTo>
                <a:lnTo>
                  <a:pt x="0" y="953"/>
                </a:lnTo>
                <a:lnTo>
                  <a:pt x="0" y="21600"/>
                </a:lnTo>
                <a:lnTo>
                  <a:pt x="17164" y="21600"/>
                </a:lnTo>
                <a:lnTo>
                  <a:pt x="21600" y="17471"/>
                </a:lnTo>
                <a:lnTo>
                  <a:pt x="21600" y="13341"/>
                </a:lnTo>
                <a:lnTo>
                  <a:pt x="20057" y="14612"/>
                </a:lnTo>
                <a:lnTo>
                  <a:pt x="20057" y="16041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2" name="Rectangle 117"/>
          <p:cNvSpPr/>
          <p:nvPr/>
        </p:nvSpPr>
        <p:spPr xmlns:m="http://schemas.openxmlformats.org/officeDocument/2006/math" xmlns:a14="http://schemas.microsoft.com/office/drawing/2010/main">
          <a:xfrm>
            <a:off x="4872306" y="2198189"/>
            <a:ext cx="173776" cy="2764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3" name="Rectangle 118"/>
          <p:cNvSpPr/>
          <p:nvPr/>
        </p:nvSpPr>
        <p:spPr xmlns:m="http://schemas.openxmlformats.org/officeDocument/2006/math" xmlns:a14="http://schemas.microsoft.com/office/drawing/2010/main">
          <a:xfrm>
            <a:off x="4872306" y="2261363"/>
            <a:ext cx="173776" cy="2764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4" name="Rectangle 119"/>
          <p:cNvSpPr/>
          <p:nvPr/>
        </p:nvSpPr>
        <p:spPr xmlns:m="http://schemas.openxmlformats.org/officeDocument/2006/math" xmlns:a14="http://schemas.microsoft.com/office/drawing/2010/main">
          <a:xfrm>
            <a:off x="4872306" y="2332435"/>
            <a:ext cx="173776" cy="2369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5" name="Rectangle 120"/>
          <p:cNvSpPr/>
          <p:nvPr/>
        </p:nvSpPr>
        <p:spPr xmlns:m="http://schemas.openxmlformats.org/officeDocument/2006/math" xmlns:a14="http://schemas.microsoft.com/office/drawing/2010/main">
          <a:xfrm>
            <a:off x="4872306" y="2399559"/>
            <a:ext cx="173776" cy="2764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6" name="同心圆 32"/>
          <p:cNvSpPr/>
          <p:nvPr/>
        </p:nvSpPr>
        <p:spPr xmlns:m="http://schemas.openxmlformats.org/officeDocument/2006/math" xmlns:a14="http://schemas.microsoft.com/office/drawing/2010/main">
          <a:xfrm>
            <a:off x="8810890" y="1558812"/>
            <a:ext cx="1460315" cy="14608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7"/>
                  <a:pt x="10800" y="20547"/>
                </a:cubicBezTo>
                <a:cubicBezTo>
                  <a:pt x="16183" y="20547"/>
                  <a:pt x="20546" y="16183"/>
                  <a:pt x="20546" y="10800"/>
                </a:cubicBezTo>
                <a:cubicBezTo>
                  <a:pt x="20546" y="5417"/>
                  <a:pt x="16183" y="1053"/>
                  <a:pt x="10800" y="1053"/>
                </a:cubicBezTo>
                <a:cubicBezTo>
                  <a:pt x="5417" y="1053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2F2F2"/>
              </a:gs>
              <a:gs pos="55000">
                <a:srgbClr val="F2F2F2"/>
              </a:gs>
              <a:gs pos="100000">
                <a:srgbClr val="D9D9D9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7" name="椭圆 33"/>
          <p:cNvSpPr/>
          <p:nvPr/>
        </p:nvSpPr>
        <p:spPr xmlns:m="http://schemas.openxmlformats.org/officeDocument/2006/math" xmlns:a14="http://schemas.microsoft.com/office/drawing/2010/main">
          <a:xfrm>
            <a:off x="8830624" y="1578552"/>
            <a:ext cx="1420848" cy="1421360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D9D9D9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8" name="椭圆 31"/>
          <p:cNvSpPr/>
          <p:nvPr/>
        </p:nvSpPr>
        <p:spPr xmlns:m="http://schemas.openxmlformats.org/officeDocument/2006/math" xmlns:a14="http://schemas.microsoft.com/office/drawing/2010/main">
          <a:xfrm>
            <a:off x="8988434" y="1736418"/>
            <a:ext cx="1105226" cy="1105624"/>
          </a:xfrm>
          <a:prstGeom prst="ellipse">
            <a:avLst/>
          </a:pr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9" name="Freeform 150"/>
          <p:cNvSpPr/>
          <p:nvPr/>
        </p:nvSpPr>
        <p:spPr xmlns:m="http://schemas.openxmlformats.org/officeDocument/2006/math" xmlns:a14="http://schemas.microsoft.com/office/drawing/2010/main">
          <a:xfrm>
            <a:off x="9181979" y="1911691"/>
            <a:ext cx="710490" cy="7038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737" y="0"/>
                  <a:pt x="0" y="4737"/>
                  <a:pt x="0" y="10800"/>
                </a:cubicBezTo>
                <a:cubicBezTo>
                  <a:pt x="0" y="16863"/>
                  <a:pt x="4737" y="21600"/>
                  <a:pt x="10800" y="21600"/>
                </a:cubicBezTo>
                <a:cubicBezTo>
                  <a:pt x="16863" y="21600"/>
                  <a:pt x="21600" y="16863"/>
                  <a:pt x="21600" y="10800"/>
                </a:cubicBezTo>
                <a:cubicBezTo>
                  <a:pt x="21600" y="4737"/>
                  <a:pt x="16863" y="0"/>
                  <a:pt x="10800" y="0"/>
                </a:cubicBezTo>
                <a:close/>
                <a:moveTo>
                  <a:pt x="10800" y="20463"/>
                </a:moveTo>
                <a:cubicBezTo>
                  <a:pt x="5495" y="20463"/>
                  <a:pt x="1137" y="16105"/>
                  <a:pt x="1137" y="10800"/>
                </a:cubicBezTo>
                <a:cubicBezTo>
                  <a:pt x="1137" y="5495"/>
                  <a:pt x="5495" y="1137"/>
                  <a:pt x="10800" y="1137"/>
                </a:cubicBezTo>
                <a:cubicBezTo>
                  <a:pt x="16105" y="1137"/>
                  <a:pt x="20463" y="5495"/>
                  <a:pt x="20463" y="10800"/>
                </a:cubicBezTo>
                <a:cubicBezTo>
                  <a:pt x="20463" y="16105"/>
                  <a:pt x="16105" y="20463"/>
                  <a:pt x="10800" y="20463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0" name="Rectangle 151"/>
          <p:cNvSpPr/>
          <p:nvPr/>
        </p:nvSpPr>
        <p:spPr xmlns:m="http://schemas.openxmlformats.org/officeDocument/2006/math" xmlns:a14="http://schemas.microsoft.com/office/drawing/2010/main">
          <a:xfrm>
            <a:off x="9453088" y="2419735"/>
            <a:ext cx="42070" cy="79238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1" name="Rectangle 152"/>
          <p:cNvSpPr/>
          <p:nvPr/>
        </p:nvSpPr>
        <p:spPr xmlns:m="http://schemas.openxmlformats.org/officeDocument/2006/math" xmlns:a14="http://schemas.microsoft.com/office/drawing/2010/main">
          <a:xfrm>
            <a:off x="9518527" y="2419735"/>
            <a:ext cx="37394" cy="79238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2" name="Rectangle 153"/>
          <p:cNvSpPr/>
          <p:nvPr/>
        </p:nvSpPr>
        <p:spPr xmlns:m="http://schemas.openxmlformats.org/officeDocument/2006/math" xmlns:a14="http://schemas.microsoft.com/office/drawing/2010/main">
          <a:xfrm>
            <a:off x="9583967" y="2419735"/>
            <a:ext cx="37394" cy="79238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3" name="Freeform 154"/>
          <p:cNvSpPr/>
          <p:nvPr/>
        </p:nvSpPr>
        <p:spPr xmlns:m="http://schemas.openxmlformats.org/officeDocument/2006/math" xmlns:a14="http://schemas.microsoft.com/office/drawing/2010/main">
          <a:xfrm>
            <a:off x="9401671" y="2112110"/>
            <a:ext cx="154254" cy="1584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416" y="19008"/>
                </a:moveTo>
                <a:cubicBezTo>
                  <a:pt x="16416" y="20736"/>
                  <a:pt x="17280" y="21600"/>
                  <a:pt x="19008" y="21600"/>
                </a:cubicBezTo>
                <a:cubicBezTo>
                  <a:pt x="20736" y="21600"/>
                  <a:pt x="21600" y="20736"/>
                  <a:pt x="21600" y="19008"/>
                </a:cubicBezTo>
                <a:cubicBezTo>
                  <a:pt x="21600" y="18144"/>
                  <a:pt x="20736" y="16416"/>
                  <a:pt x="19008" y="16416"/>
                </a:cubicBezTo>
                <a:cubicBezTo>
                  <a:pt x="19008" y="16416"/>
                  <a:pt x="19008" y="16416"/>
                  <a:pt x="18144" y="16416"/>
                </a:cubicBezTo>
                <a:cubicBezTo>
                  <a:pt x="0" y="0"/>
                  <a:pt x="0" y="0"/>
                  <a:pt x="0" y="0"/>
                </a:cubicBezTo>
                <a:cubicBezTo>
                  <a:pt x="16416" y="19008"/>
                  <a:pt x="16416" y="19008"/>
                  <a:pt x="16416" y="19008"/>
                </a:cubicBezTo>
                <a:cubicBezTo>
                  <a:pt x="16416" y="19008"/>
                  <a:pt x="16416" y="19008"/>
                  <a:pt x="16416" y="19008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4" name="Freeform 155"/>
          <p:cNvSpPr/>
          <p:nvPr/>
        </p:nvSpPr>
        <p:spPr xmlns:m="http://schemas.openxmlformats.org/officeDocument/2006/math" xmlns:a14="http://schemas.microsoft.com/office/drawing/2010/main">
          <a:xfrm>
            <a:off x="9308185" y="2419735"/>
            <a:ext cx="42071" cy="372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6200"/>
                </a:moveTo>
                <a:lnTo>
                  <a:pt x="7200" y="21600"/>
                </a:lnTo>
                <a:lnTo>
                  <a:pt x="21600" y="2700"/>
                </a:lnTo>
                <a:lnTo>
                  <a:pt x="16800" y="0"/>
                </a:lnTo>
                <a:lnTo>
                  <a:pt x="0" y="162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5" name="Freeform 156"/>
          <p:cNvSpPr/>
          <p:nvPr/>
        </p:nvSpPr>
        <p:spPr xmlns:m="http://schemas.openxmlformats.org/officeDocument/2006/math" xmlns:a14="http://schemas.microsoft.com/office/drawing/2010/main">
          <a:xfrm>
            <a:off x="9270792" y="2335838"/>
            <a:ext cx="51419" cy="279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673" y="0"/>
                </a:moveTo>
                <a:lnTo>
                  <a:pt x="0" y="10800"/>
                </a:lnTo>
                <a:lnTo>
                  <a:pt x="1964" y="21600"/>
                </a:lnTo>
                <a:lnTo>
                  <a:pt x="21600" y="10800"/>
                </a:lnTo>
                <a:lnTo>
                  <a:pt x="17673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6" name="Freeform 157"/>
          <p:cNvSpPr/>
          <p:nvPr/>
        </p:nvSpPr>
        <p:spPr xmlns:m="http://schemas.openxmlformats.org/officeDocument/2006/math" xmlns:a14="http://schemas.microsoft.com/office/drawing/2010/main">
          <a:xfrm>
            <a:off x="9331555" y="2051521"/>
            <a:ext cx="37394" cy="41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7200"/>
                </a:moveTo>
                <a:lnTo>
                  <a:pt x="18900" y="21600"/>
                </a:lnTo>
                <a:lnTo>
                  <a:pt x="21600" y="16800"/>
                </a:lnTo>
                <a:lnTo>
                  <a:pt x="5400" y="0"/>
                </a:lnTo>
                <a:lnTo>
                  <a:pt x="0" y="72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7" name="Freeform 158"/>
          <p:cNvSpPr/>
          <p:nvPr/>
        </p:nvSpPr>
        <p:spPr xmlns:m="http://schemas.openxmlformats.org/officeDocument/2006/math" xmlns:a14="http://schemas.microsoft.com/office/drawing/2010/main">
          <a:xfrm>
            <a:off x="9275464" y="2144738"/>
            <a:ext cx="51420" cy="233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960"/>
                </a:moveTo>
                <a:lnTo>
                  <a:pt x="3927" y="0"/>
                </a:lnTo>
                <a:lnTo>
                  <a:pt x="0" y="12960"/>
                </a:lnTo>
                <a:lnTo>
                  <a:pt x="19636" y="21600"/>
                </a:lnTo>
                <a:lnTo>
                  <a:pt x="21600" y="1296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8" name="Rectangle 159"/>
          <p:cNvSpPr/>
          <p:nvPr/>
        </p:nvSpPr>
        <p:spPr xmlns:m="http://schemas.openxmlformats.org/officeDocument/2006/math" xmlns:a14="http://schemas.microsoft.com/office/drawing/2010/main">
          <a:xfrm>
            <a:off x="9532550" y="1976944"/>
            <a:ext cx="14024" cy="4195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9" name="Freeform 160"/>
          <p:cNvSpPr/>
          <p:nvPr/>
        </p:nvSpPr>
        <p:spPr xmlns:m="http://schemas.openxmlformats.org/officeDocument/2006/math" xmlns:a14="http://schemas.microsoft.com/office/drawing/2010/main">
          <a:xfrm>
            <a:off x="9406344" y="1995588"/>
            <a:ext cx="32721" cy="419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9200"/>
                </a:moveTo>
                <a:lnTo>
                  <a:pt x="9257" y="0"/>
                </a:lnTo>
                <a:lnTo>
                  <a:pt x="0" y="4800"/>
                </a:lnTo>
                <a:lnTo>
                  <a:pt x="12343" y="21600"/>
                </a:lnTo>
                <a:lnTo>
                  <a:pt x="21600" y="192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0" name="Freeform 161"/>
          <p:cNvSpPr/>
          <p:nvPr/>
        </p:nvSpPr>
        <p:spPr xmlns:m="http://schemas.openxmlformats.org/officeDocument/2006/math" xmlns:a14="http://schemas.microsoft.com/office/drawing/2010/main">
          <a:xfrm>
            <a:off x="9621360" y="1995588"/>
            <a:ext cx="23375" cy="512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7673"/>
                </a:moveTo>
                <a:lnTo>
                  <a:pt x="8640" y="21600"/>
                </a:lnTo>
                <a:lnTo>
                  <a:pt x="21600" y="3927"/>
                </a:lnTo>
                <a:lnTo>
                  <a:pt x="8640" y="0"/>
                </a:lnTo>
                <a:lnTo>
                  <a:pt x="0" y="1767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1" name="Freeform 162"/>
          <p:cNvSpPr/>
          <p:nvPr/>
        </p:nvSpPr>
        <p:spPr xmlns:m="http://schemas.openxmlformats.org/officeDocument/2006/math" xmlns:a14="http://schemas.microsoft.com/office/drawing/2010/main">
          <a:xfrm>
            <a:off x="9700825" y="2419735"/>
            <a:ext cx="42070" cy="372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700"/>
                </a:moveTo>
                <a:lnTo>
                  <a:pt x="19200" y="21600"/>
                </a:lnTo>
                <a:lnTo>
                  <a:pt x="21600" y="16200"/>
                </a:lnTo>
                <a:lnTo>
                  <a:pt x="7200" y="0"/>
                </a:lnTo>
                <a:lnTo>
                  <a:pt x="0" y="27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2" name="Freeform 163"/>
          <p:cNvSpPr/>
          <p:nvPr/>
        </p:nvSpPr>
        <p:spPr xmlns:m="http://schemas.openxmlformats.org/officeDocument/2006/math" xmlns:a14="http://schemas.microsoft.com/office/drawing/2010/main">
          <a:xfrm>
            <a:off x="9752239" y="2335838"/>
            <a:ext cx="46745" cy="279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19440" y="21600"/>
                </a:lnTo>
                <a:lnTo>
                  <a:pt x="21600" y="10800"/>
                </a:lnTo>
                <a:lnTo>
                  <a:pt x="2160" y="0"/>
                </a:lnTo>
                <a:lnTo>
                  <a:pt x="0" y="108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3" name="Freeform 164"/>
          <p:cNvSpPr/>
          <p:nvPr/>
        </p:nvSpPr>
        <p:spPr xmlns:m="http://schemas.openxmlformats.org/officeDocument/2006/math" xmlns:a14="http://schemas.microsoft.com/office/drawing/2010/main">
          <a:xfrm>
            <a:off x="9696148" y="2051521"/>
            <a:ext cx="42071" cy="41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7200"/>
                </a:moveTo>
                <a:lnTo>
                  <a:pt x="19200" y="0"/>
                </a:lnTo>
                <a:lnTo>
                  <a:pt x="0" y="16800"/>
                </a:lnTo>
                <a:lnTo>
                  <a:pt x="4800" y="21600"/>
                </a:lnTo>
                <a:lnTo>
                  <a:pt x="21600" y="72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4" name="Freeform 165"/>
          <p:cNvSpPr/>
          <p:nvPr/>
        </p:nvSpPr>
        <p:spPr xmlns:m="http://schemas.openxmlformats.org/officeDocument/2006/math" xmlns:a14="http://schemas.microsoft.com/office/drawing/2010/main">
          <a:xfrm>
            <a:off x="9742890" y="2144738"/>
            <a:ext cx="51420" cy="233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636" y="0"/>
                </a:moveTo>
                <a:lnTo>
                  <a:pt x="0" y="12960"/>
                </a:lnTo>
                <a:lnTo>
                  <a:pt x="3927" y="21600"/>
                </a:lnTo>
                <a:lnTo>
                  <a:pt x="21600" y="12960"/>
                </a:lnTo>
                <a:lnTo>
                  <a:pt x="19636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5" name="Rectangle 166"/>
          <p:cNvSpPr/>
          <p:nvPr/>
        </p:nvSpPr>
        <p:spPr xmlns:m="http://schemas.openxmlformats.org/officeDocument/2006/math" xmlns:a14="http://schemas.microsoft.com/office/drawing/2010/main">
          <a:xfrm>
            <a:off x="9256767" y="2237958"/>
            <a:ext cx="46744" cy="13984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6" name="Rectangle 167"/>
          <p:cNvSpPr/>
          <p:nvPr/>
        </p:nvSpPr>
        <p:spPr xmlns:m="http://schemas.openxmlformats.org/officeDocument/2006/math" xmlns:a14="http://schemas.microsoft.com/office/drawing/2010/main">
          <a:xfrm>
            <a:off x="9775611" y="2242619"/>
            <a:ext cx="51419" cy="13984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7" name="同心圆 24"/>
          <p:cNvSpPr/>
          <p:nvPr/>
        </p:nvSpPr>
        <p:spPr xmlns:m="http://schemas.openxmlformats.org/officeDocument/2006/math" xmlns:a14="http://schemas.microsoft.com/office/drawing/2010/main">
          <a:xfrm>
            <a:off x="6629004" y="1558812"/>
            <a:ext cx="1460315" cy="14608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7"/>
                  <a:pt x="10800" y="20547"/>
                </a:cubicBezTo>
                <a:cubicBezTo>
                  <a:pt x="16183" y="20547"/>
                  <a:pt x="20546" y="16183"/>
                  <a:pt x="20546" y="10800"/>
                </a:cubicBezTo>
                <a:cubicBezTo>
                  <a:pt x="20546" y="5417"/>
                  <a:pt x="16183" y="1053"/>
                  <a:pt x="10800" y="1053"/>
                </a:cubicBezTo>
                <a:cubicBezTo>
                  <a:pt x="5417" y="1053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2F2F2"/>
              </a:gs>
              <a:gs pos="55000">
                <a:srgbClr val="F2F2F2"/>
              </a:gs>
              <a:gs pos="100000">
                <a:srgbClr val="D9D9D9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8" name="椭圆 25"/>
          <p:cNvSpPr/>
          <p:nvPr/>
        </p:nvSpPr>
        <p:spPr xmlns:m="http://schemas.openxmlformats.org/officeDocument/2006/math" xmlns:a14="http://schemas.microsoft.com/office/drawing/2010/main">
          <a:xfrm>
            <a:off x="6648738" y="1578552"/>
            <a:ext cx="1420848" cy="1421360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D9D9D9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9" name="椭圆 23"/>
          <p:cNvSpPr/>
          <p:nvPr/>
        </p:nvSpPr>
        <p:spPr xmlns:m="http://schemas.openxmlformats.org/officeDocument/2006/math" xmlns:a14="http://schemas.microsoft.com/office/drawing/2010/main">
          <a:xfrm>
            <a:off x="6806548" y="1736418"/>
            <a:ext cx="1105226" cy="1105624"/>
          </a:xfrm>
          <a:prstGeom prst="ellipse">
            <a:avLst/>
          </a:pr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0" name="Freeform 170"/>
          <p:cNvSpPr/>
          <p:nvPr/>
        </p:nvSpPr>
        <p:spPr xmlns:m="http://schemas.openxmlformats.org/officeDocument/2006/math" xmlns:a14="http://schemas.microsoft.com/office/drawing/2010/main">
          <a:xfrm>
            <a:off x="7104111" y="2210298"/>
            <a:ext cx="421942" cy="389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21600" y="15354"/>
                  <a:pt x="21600" y="0"/>
                  <a:pt x="2160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15354"/>
                  <a:pt x="10800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1" name="Freeform 171"/>
          <p:cNvSpPr/>
          <p:nvPr/>
        </p:nvSpPr>
        <p:spPr xmlns:m="http://schemas.openxmlformats.org/officeDocument/2006/math" xmlns:a14="http://schemas.microsoft.com/office/drawing/2010/main">
          <a:xfrm>
            <a:off x="7104111" y="2052361"/>
            <a:ext cx="421942" cy="1333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160" y="0"/>
                </a:moveTo>
                <a:cubicBezTo>
                  <a:pt x="20160" y="6703"/>
                  <a:pt x="18480" y="11917"/>
                  <a:pt x="16320" y="11917"/>
                </a:cubicBezTo>
                <a:cubicBezTo>
                  <a:pt x="14160" y="11917"/>
                  <a:pt x="12480" y="6703"/>
                  <a:pt x="12480" y="0"/>
                </a:cubicBezTo>
                <a:cubicBezTo>
                  <a:pt x="9360" y="0"/>
                  <a:pt x="9360" y="0"/>
                  <a:pt x="9360" y="0"/>
                </a:cubicBezTo>
                <a:cubicBezTo>
                  <a:pt x="9360" y="6703"/>
                  <a:pt x="7680" y="11917"/>
                  <a:pt x="5520" y="11917"/>
                </a:cubicBezTo>
                <a:cubicBezTo>
                  <a:pt x="3360" y="11917"/>
                  <a:pt x="1680" y="6703"/>
                  <a:pt x="168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0"/>
                  <a:pt x="21600" y="0"/>
                  <a:pt x="21600" y="0"/>
                </a:cubicBezTo>
                <a:lnTo>
                  <a:pt x="2016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2" name="矩形 117"/>
          <p:cNvSpPr txBox="1"/>
          <p:nvPr/>
        </p:nvSpPr>
        <p:spPr>
          <a:xfrm>
            <a:off x="2061595" y="4049691"/>
            <a:ext cx="2038675" cy="650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</a:t>
            </a:r>
          </a:p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</a:t>
            </a:r>
          </a:p>
        </p:txBody>
      </p:sp>
      <p:sp>
        <p:nvSpPr>
          <p:cNvPr id="53" name="矩形 118"/>
          <p:cNvSpPr txBox="1"/>
          <p:nvPr/>
        </p:nvSpPr>
        <p:spPr>
          <a:xfrm>
            <a:off x="2061595" y="3719177"/>
            <a:ext cx="1922040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54" name="矩形 120"/>
          <p:cNvSpPr txBox="1"/>
          <p:nvPr/>
        </p:nvSpPr>
        <p:spPr>
          <a:xfrm>
            <a:off x="4379238" y="4008896"/>
            <a:ext cx="2038675" cy="650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</a:t>
            </a:r>
          </a:p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</a:t>
            </a:r>
          </a:p>
        </p:txBody>
      </p:sp>
      <p:sp>
        <p:nvSpPr>
          <p:cNvPr id="55" name="矩形 121"/>
          <p:cNvSpPr txBox="1"/>
          <p:nvPr/>
        </p:nvSpPr>
        <p:spPr>
          <a:xfrm>
            <a:off x="4379238" y="3678382"/>
            <a:ext cx="1922040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56" name="矩形 128"/>
          <p:cNvSpPr txBox="1"/>
          <p:nvPr/>
        </p:nvSpPr>
        <p:spPr>
          <a:xfrm>
            <a:off x="6694458" y="4009196"/>
            <a:ext cx="2038675" cy="650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</a:t>
            </a:r>
          </a:p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</a:t>
            </a:r>
          </a:p>
        </p:txBody>
      </p:sp>
      <p:sp>
        <p:nvSpPr>
          <p:cNvPr id="57" name="矩形 129"/>
          <p:cNvSpPr txBox="1"/>
          <p:nvPr/>
        </p:nvSpPr>
        <p:spPr>
          <a:xfrm>
            <a:off x="6694458" y="3678682"/>
            <a:ext cx="1922040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58" name="矩形 131"/>
          <p:cNvSpPr txBox="1"/>
          <p:nvPr/>
        </p:nvSpPr>
        <p:spPr>
          <a:xfrm>
            <a:off x="8856425" y="3983684"/>
            <a:ext cx="2038675" cy="650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</a:t>
            </a:r>
          </a:p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</a:t>
            </a:r>
          </a:p>
        </p:txBody>
      </p:sp>
      <p:sp>
        <p:nvSpPr>
          <p:cNvPr id="59" name="矩形 132"/>
          <p:cNvSpPr txBox="1"/>
          <p:nvPr/>
        </p:nvSpPr>
        <p:spPr>
          <a:xfrm>
            <a:off x="8856425" y="3653170"/>
            <a:ext cx="1922040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框 19"/>
          <p:cNvSpPr txBox="1"/>
          <p:nvPr/>
        </p:nvSpPr>
        <p:spPr>
          <a:xfrm>
            <a:off x="5318855" y="1499659"/>
            <a:ext cx="1706323" cy="459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26" tIns="45726" rIns="45726" bIns="45726">
            <a:noAutofit/>
          </a:bodyPr>
          <a:lstStyle>
            <a:lvl1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</a:t>
            </a:r>
          </a:p>
        </p:txBody>
      </p:sp>
      <p:sp>
        <p:nvSpPr>
          <p:cNvPr id="3" name="文本框 20"/>
          <p:cNvSpPr txBox="1"/>
          <p:nvPr/>
        </p:nvSpPr>
        <p:spPr>
          <a:xfrm>
            <a:off x="5257061" y="5892155"/>
            <a:ext cx="1553783" cy="459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26" tIns="45726" rIns="45726" bIns="45726">
            <a:noAutofit/>
          </a:bodyPr>
          <a:lstStyle>
            <a:lvl1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</a:t>
            </a:r>
          </a:p>
        </p:txBody>
      </p:sp>
      <p:sp>
        <p:nvSpPr>
          <p:cNvPr id="4" name="文本框 21"/>
          <p:cNvSpPr txBox="1"/>
          <p:nvPr/>
        </p:nvSpPr>
        <p:spPr>
          <a:xfrm rot="5400000">
            <a:off x="7539459" y="3755157"/>
            <a:ext cx="1541690" cy="459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26" tIns="45726" rIns="45726" bIns="45726">
            <a:noAutofit/>
          </a:bodyPr>
          <a:lstStyle>
            <a:lvl1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</a:t>
            </a:r>
          </a:p>
        </p:txBody>
      </p:sp>
      <p:sp>
        <p:nvSpPr>
          <p:cNvPr id="5" name="文本框 22"/>
          <p:cNvSpPr txBox="1"/>
          <p:nvPr/>
        </p:nvSpPr>
        <p:spPr>
          <a:xfrm rot="16200000">
            <a:off x="3127651" y="3644818"/>
            <a:ext cx="1545031" cy="459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26" tIns="45726" rIns="45726" bIns="45726">
            <a:noAutofit/>
          </a:bodyPr>
          <a:lstStyle>
            <a:lvl1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</a:t>
            </a:r>
          </a:p>
        </p:txBody>
      </p:sp>
      <p:sp>
        <p:nvSpPr>
          <p:cNvPr id="6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7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8" name="直线连接符 89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9" name="任意多边形 5"/>
          <p:cNvSpPr/>
          <p:nvPr/>
        </p:nvSpPr>
        <p:spPr xmlns:m="http://schemas.openxmlformats.org/officeDocument/2006/math" xmlns:a14="http://schemas.microsoft.com/office/drawing/2010/main">
          <a:xfrm>
            <a:off x="3730819" y="1564139"/>
            <a:ext cx="4732479" cy="47331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730" y="1797"/>
                </a:moveTo>
                <a:cubicBezTo>
                  <a:pt x="3110" y="1797"/>
                  <a:pt x="1797" y="3110"/>
                  <a:pt x="1797" y="4730"/>
                </a:cubicBezTo>
                <a:lnTo>
                  <a:pt x="1797" y="16870"/>
                </a:lnTo>
                <a:cubicBezTo>
                  <a:pt x="1797" y="18490"/>
                  <a:pt x="3110" y="19803"/>
                  <a:pt x="4730" y="19803"/>
                </a:cubicBezTo>
                <a:lnTo>
                  <a:pt x="16870" y="19803"/>
                </a:lnTo>
                <a:cubicBezTo>
                  <a:pt x="18490" y="19803"/>
                  <a:pt x="19803" y="18490"/>
                  <a:pt x="19803" y="16870"/>
                </a:cubicBezTo>
                <a:lnTo>
                  <a:pt x="19803" y="4730"/>
                </a:lnTo>
                <a:cubicBezTo>
                  <a:pt x="19803" y="3110"/>
                  <a:pt x="18490" y="1797"/>
                  <a:pt x="16870" y="1797"/>
                </a:cubicBezTo>
                <a:close/>
                <a:moveTo>
                  <a:pt x="4196" y="0"/>
                </a:moveTo>
                <a:lnTo>
                  <a:pt x="17404" y="0"/>
                </a:lnTo>
                <a:cubicBezTo>
                  <a:pt x="19721" y="0"/>
                  <a:pt x="21600" y="1879"/>
                  <a:pt x="21600" y="4196"/>
                </a:cubicBezTo>
                <a:lnTo>
                  <a:pt x="21600" y="17404"/>
                </a:lnTo>
                <a:cubicBezTo>
                  <a:pt x="21600" y="19721"/>
                  <a:pt x="19721" y="21600"/>
                  <a:pt x="17404" y="21600"/>
                </a:cubicBezTo>
                <a:lnTo>
                  <a:pt x="4196" y="21600"/>
                </a:lnTo>
                <a:cubicBezTo>
                  <a:pt x="1879" y="21600"/>
                  <a:pt x="0" y="19721"/>
                  <a:pt x="0" y="17404"/>
                </a:cubicBezTo>
                <a:lnTo>
                  <a:pt x="0" y="4196"/>
                </a:lnTo>
                <a:cubicBezTo>
                  <a:pt x="0" y="1879"/>
                  <a:pt x="1879" y="0"/>
                  <a:pt x="4196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100000">
                <a:srgbClr val="DEDEDE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431800" dist="215900" dir="2700000">
              <a:srgbClr val="000000">
                <a:alpha val="3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0" name="圆角矩形 6"/>
          <p:cNvSpPr/>
          <p:nvPr/>
        </p:nvSpPr>
        <p:spPr>
          <a:xfrm>
            <a:off x="4124587" y="1957962"/>
            <a:ext cx="3944943" cy="3945474"/>
          </a:xfrm>
          <a:prstGeom prst="roundRect">
            <a:avLst>
              <a:gd name="adj" fmla="val 16289"/>
            </a:avLst>
          </a:prstGeom>
          <a:noFill/>
          <a:ln xmlns:m="http://schemas.openxmlformats.org/officeDocument/2006/math" xmlns:a14="http://schemas.microsoft.com/office/drawing/2010/main" w="88900" cap="flat">
            <a:solidFill>
              <a:srgbClr val="ECECEC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1" name="任意多边形 8"/>
          <p:cNvSpPr/>
          <p:nvPr/>
        </p:nvSpPr>
        <p:spPr xmlns:m="http://schemas.openxmlformats.org/officeDocument/2006/math" xmlns:a14="http://schemas.microsoft.com/office/drawing/2010/main">
          <a:xfrm>
            <a:off x="3871847" y="1691780"/>
            <a:ext cx="1338771" cy="13646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44" y="0"/>
                </a:moveTo>
                <a:lnTo>
                  <a:pt x="21600" y="0"/>
                </a:lnTo>
                <a:lnTo>
                  <a:pt x="21600" y="1048"/>
                </a:lnTo>
                <a:lnTo>
                  <a:pt x="13903" y="1048"/>
                </a:lnTo>
                <a:cubicBezTo>
                  <a:pt x="6803" y="1048"/>
                  <a:pt x="1048" y="6803"/>
                  <a:pt x="1048" y="13903"/>
                </a:cubicBezTo>
                <a:lnTo>
                  <a:pt x="1048" y="21600"/>
                </a:lnTo>
                <a:lnTo>
                  <a:pt x="0" y="21600"/>
                </a:lnTo>
                <a:lnTo>
                  <a:pt x="0" y="13244"/>
                </a:lnTo>
                <a:cubicBezTo>
                  <a:pt x="0" y="5930"/>
                  <a:pt x="5930" y="0"/>
                  <a:pt x="13244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2" name="等腰三角形 9"/>
          <p:cNvSpPr/>
          <p:nvPr/>
        </p:nvSpPr>
        <p:spPr xmlns:m="http://schemas.openxmlformats.org/officeDocument/2006/math" xmlns:a14="http://schemas.microsoft.com/office/drawing/2010/main">
          <a:xfrm rot="5400000">
            <a:off x="5184699" y="1639965"/>
            <a:ext cx="199747" cy="175478"/>
          </a:xfrm>
          <a:prstGeom prst="triangle">
            <a:avLst/>
          </a:pr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3" name="任意多边形 11"/>
          <p:cNvSpPr/>
          <p:nvPr/>
        </p:nvSpPr>
        <p:spPr xmlns:m="http://schemas.openxmlformats.org/officeDocument/2006/math" xmlns:a14="http://schemas.microsoft.com/office/drawing/2010/main">
          <a:xfrm flipH="1">
            <a:off x="6971185" y="1705187"/>
            <a:ext cx="1351088" cy="13512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44" y="0"/>
                </a:moveTo>
                <a:lnTo>
                  <a:pt x="21600" y="0"/>
                </a:lnTo>
                <a:lnTo>
                  <a:pt x="21600" y="1048"/>
                </a:lnTo>
                <a:lnTo>
                  <a:pt x="13903" y="1048"/>
                </a:lnTo>
                <a:cubicBezTo>
                  <a:pt x="6803" y="1048"/>
                  <a:pt x="1048" y="6803"/>
                  <a:pt x="1048" y="13903"/>
                </a:cubicBezTo>
                <a:lnTo>
                  <a:pt x="1048" y="21600"/>
                </a:lnTo>
                <a:lnTo>
                  <a:pt x="0" y="21600"/>
                </a:lnTo>
                <a:lnTo>
                  <a:pt x="0" y="13244"/>
                </a:lnTo>
                <a:cubicBezTo>
                  <a:pt x="0" y="5930"/>
                  <a:pt x="5930" y="0"/>
                  <a:pt x="13244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4" name="等腰三角形 12"/>
          <p:cNvSpPr/>
          <p:nvPr/>
        </p:nvSpPr>
        <p:spPr xmlns:m="http://schemas.openxmlformats.org/officeDocument/2006/math" xmlns:a14="http://schemas.microsoft.com/office/drawing/2010/main">
          <a:xfrm rot="10800000">
            <a:off x="8191229" y="3046441"/>
            <a:ext cx="201557" cy="173779"/>
          </a:xfrm>
          <a:prstGeom prst="triangle">
            <a:avLst/>
          </a:pr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5" name="任意多边形 14"/>
          <p:cNvSpPr/>
          <p:nvPr/>
        </p:nvSpPr>
        <p:spPr xmlns:m="http://schemas.openxmlformats.org/officeDocument/2006/math" xmlns:a14="http://schemas.microsoft.com/office/drawing/2010/main">
          <a:xfrm rot="10800000">
            <a:off x="6983473" y="4792238"/>
            <a:ext cx="1338798" cy="13646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44" y="0"/>
                </a:moveTo>
                <a:lnTo>
                  <a:pt x="21600" y="0"/>
                </a:lnTo>
                <a:lnTo>
                  <a:pt x="21600" y="1048"/>
                </a:lnTo>
                <a:lnTo>
                  <a:pt x="13903" y="1048"/>
                </a:lnTo>
                <a:cubicBezTo>
                  <a:pt x="6803" y="1048"/>
                  <a:pt x="1048" y="6803"/>
                  <a:pt x="1048" y="13903"/>
                </a:cubicBezTo>
                <a:lnTo>
                  <a:pt x="1048" y="21600"/>
                </a:lnTo>
                <a:lnTo>
                  <a:pt x="0" y="21600"/>
                </a:lnTo>
                <a:lnTo>
                  <a:pt x="0" y="13244"/>
                </a:lnTo>
                <a:cubicBezTo>
                  <a:pt x="0" y="5930"/>
                  <a:pt x="5930" y="0"/>
                  <a:pt x="13244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6" name="等腰三角形 15"/>
          <p:cNvSpPr/>
          <p:nvPr/>
        </p:nvSpPr>
        <p:spPr xmlns:m="http://schemas.openxmlformats.org/officeDocument/2006/math" xmlns:a14="http://schemas.microsoft.com/office/drawing/2010/main">
          <a:xfrm rot="16200000">
            <a:off x="6806405" y="6037064"/>
            <a:ext cx="199750" cy="175475"/>
          </a:xfrm>
          <a:prstGeom prst="triangle">
            <a:avLst/>
          </a:pr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7" name="任意多边形 17"/>
          <p:cNvSpPr/>
          <p:nvPr/>
        </p:nvSpPr>
        <p:spPr xmlns:m="http://schemas.openxmlformats.org/officeDocument/2006/math" xmlns:a14="http://schemas.microsoft.com/office/drawing/2010/main">
          <a:xfrm flipH="1" rot="10800000">
            <a:off x="3871846" y="4792237"/>
            <a:ext cx="1351089" cy="13512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44" y="0"/>
                </a:moveTo>
                <a:lnTo>
                  <a:pt x="21600" y="0"/>
                </a:lnTo>
                <a:lnTo>
                  <a:pt x="21600" y="1048"/>
                </a:lnTo>
                <a:lnTo>
                  <a:pt x="13903" y="1048"/>
                </a:lnTo>
                <a:cubicBezTo>
                  <a:pt x="6803" y="1048"/>
                  <a:pt x="1048" y="6803"/>
                  <a:pt x="1048" y="13903"/>
                </a:cubicBezTo>
                <a:lnTo>
                  <a:pt x="1048" y="21600"/>
                </a:lnTo>
                <a:lnTo>
                  <a:pt x="0" y="21600"/>
                </a:lnTo>
                <a:lnTo>
                  <a:pt x="0" y="13244"/>
                </a:lnTo>
                <a:cubicBezTo>
                  <a:pt x="0" y="5930"/>
                  <a:pt x="5930" y="0"/>
                  <a:pt x="13244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8" name="等腰三角形 18"/>
          <p:cNvSpPr/>
          <p:nvPr/>
        </p:nvSpPr>
        <p:spPr xmlns:m="http://schemas.openxmlformats.org/officeDocument/2006/math" xmlns:a14="http://schemas.microsoft.com/office/drawing/2010/main">
          <a:xfrm>
            <a:off x="3799983" y="4627822"/>
            <a:ext cx="201557" cy="173778"/>
          </a:xfrm>
          <a:prstGeom prst="triangle">
            <a:avLst/>
          </a:pr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9" name="泪滴形 24"/>
          <p:cNvSpPr/>
          <p:nvPr/>
        </p:nvSpPr>
        <p:spPr xmlns:m="http://schemas.openxmlformats.org/officeDocument/2006/math" xmlns:a14="http://schemas.microsoft.com/office/drawing/2010/main">
          <a:xfrm flipH="1" rot="10800000">
            <a:off x="4362201" y="2182388"/>
            <a:ext cx="1685293" cy="1685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4400" y="0"/>
                  <a:pt x="18000" y="0"/>
                  <a:pt x="21600" y="0"/>
                </a:cubicBezTo>
                <a:cubicBezTo>
                  <a:pt x="21600" y="3600"/>
                  <a:pt x="21600" y="7200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</a:path>
            </a:pathLst>
          </a:custGeom>
          <a:solidFill>
            <a:schemeClr val="accent1"/>
          </a:solidFill>
          <a:ln w="31750" cap="flat">
            <a:solidFill>
              <a:srgbClr val="F9F9F9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0" name="泪滴形 25"/>
          <p:cNvSpPr/>
          <p:nvPr/>
        </p:nvSpPr>
        <p:spPr xmlns:m="http://schemas.openxmlformats.org/officeDocument/2006/math" xmlns:a14="http://schemas.microsoft.com/office/drawing/2010/main">
          <a:xfrm flipH="1">
            <a:off x="6146627" y="3993493"/>
            <a:ext cx="1685293" cy="1685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4400" y="0"/>
                  <a:pt x="18000" y="0"/>
                  <a:pt x="21600" y="0"/>
                </a:cubicBezTo>
                <a:cubicBezTo>
                  <a:pt x="21600" y="3600"/>
                  <a:pt x="21600" y="7200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</a:path>
            </a:pathLst>
          </a:custGeom>
          <a:solidFill>
            <a:schemeClr val="accent1"/>
          </a:solidFill>
          <a:ln w="31750" cap="flat">
            <a:solidFill>
              <a:srgbClr val="F9F9F9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1" name="泪滴形 26"/>
          <p:cNvSpPr/>
          <p:nvPr/>
        </p:nvSpPr>
        <p:spPr xmlns:m="http://schemas.openxmlformats.org/officeDocument/2006/math" xmlns:a14="http://schemas.microsoft.com/office/drawing/2010/main">
          <a:xfrm rot="10800000">
            <a:off x="6146627" y="2182388"/>
            <a:ext cx="1685293" cy="1685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4400" y="0"/>
                  <a:pt x="18000" y="0"/>
                  <a:pt x="21600" y="0"/>
                </a:cubicBezTo>
                <a:cubicBezTo>
                  <a:pt x="21600" y="3600"/>
                  <a:pt x="21600" y="7200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</a:path>
            </a:pathLst>
          </a:custGeom>
          <a:solidFill>
            <a:schemeClr val="accent1"/>
          </a:solidFill>
          <a:ln w="31750" cap="flat">
            <a:solidFill>
              <a:srgbClr val="F9F9F9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2" name="泪滴形 27"/>
          <p:cNvSpPr/>
          <p:nvPr/>
        </p:nvSpPr>
        <p:spPr xmlns:m="http://schemas.openxmlformats.org/officeDocument/2006/math" xmlns:a14="http://schemas.microsoft.com/office/drawing/2010/main">
          <a:xfrm>
            <a:off x="4362201" y="3993493"/>
            <a:ext cx="1685293" cy="1685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4400" y="0"/>
                  <a:pt x="18000" y="0"/>
                  <a:pt x="21600" y="0"/>
                </a:cubicBezTo>
                <a:cubicBezTo>
                  <a:pt x="21600" y="3600"/>
                  <a:pt x="21600" y="7200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</a:path>
            </a:pathLst>
          </a:custGeom>
          <a:solidFill>
            <a:schemeClr val="accent1"/>
          </a:solidFill>
          <a:ln w="31750" cap="flat">
            <a:solidFill>
              <a:srgbClr val="F9F9F9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3" name="任意多边形 35"/>
          <p:cNvSpPr/>
          <p:nvPr/>
        </p:nvSpPr>
        <p:spPr xmlns:m="http://schemas.openxmlformats.org/officeDocument/2006/math" xmlns:a14="http://schemas.microsoft.com/office/drawing/2010/main">
          <a:xfrm>
            <a:off x="4525833" y="2346556"/>
            <a:ext cx="1414954" cy="14151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574" y="0"/>
                </a:moveTo>
                <a:lnTo>
                  <a:pt x="12026" y="0"/>
                </a:lnTo>
                <a:lnTo>
                  <a:pt x="12504" y="2230"/>
                </a:lnTo>
                <a:lnTo>
                  <a:pt x="12619" y="2248"/>
                </a:lnTo>
                <a:lnTo>
                  <a:pt x="13598" y="2539"/>
                </a:lnTo>
                <a:lnTo>
                  <a:pt x="15138" y="834"/>
                </a:lnTo>
                <a:lnTo>
                  <a:pt x="17262" y="2060"/>
                </a:lnTo>
                <a:lnTo>
                  <a:pt x="16579" y="4172"/>
                </a:lnTo>
                <a:lnTo>
                  <a:pt x="16708" y="4266"/>
                </a:lnTo>
                <a:cubicBezTo>
                  <a:pt x="16947" y="4473"/>
                  <a:pt x="17174" y="4692"/>
                  <a:pt x="17390" y="4922"/>
                </a:cubicBezTo>
                <a:lnTo>
                  <a:pt x="17464" y="5009"/>
                </a:lnTo>
                <a:lnTo>
                  <a:pt x="19540" y="4338"/>
                </a:lnTo>
                <a:lnTo>
                  <a:pt x="20766" y="6462"/>
                </a:lnTo>
                <a:lnTo>
                  <a:pt x="19219" y="7859"/>
                </a:lnTo>
                <a:lnTo>
                  <a:pt x="19344" y="8170"/>
                </a:lnTo>
                <a:lnTo>
                  <a:pt x="19590" y="9143"/>
                </a:lnTo>
                <a:lnTo>
                  <a:pt x="21600" y="9574"/>
                </a:lnTo>
                <a:lnTo>
                  <a:pt x="21600" y="12026"/>
                </a:lnTo>
                <a:lnTo>
                  <a:pt x="19717" y="12429"/>
                </a:lnTo>
                <a:lnTo>
                  <a:pt x="19644" y="12911"/>
                </a:lnTo>
                <a:cubicBezTo>
                  <a:pt x="19591" y="13168"/>
                  <a:pt x="19528" y="13421"/>
                  <a:pt x="19454" y="13670"/>
                </a:cubicBezTo>
                <a:lnTo>
                  <a:pt x="19379" y="13885"/>
                </a:lnTo>
                <a:lnTo>
                  <a:pt x="20766" y="15138"/>
                </a:lnTo>
                <a:lnTo>
                  <a:pt x="19540" y="17262"/>
                </a:lnTo>
                <a:lnTo>
                  <a:pt x="17836" y="16711"/>
                </a:lnTo>
                <a:lnTo>
                  <a:pt x="17626" y="16999"/>
                </a:lnTo>
                <a:cubicBezTo>
                  <a:pt x="17419" y="17238"/>
                  <a:pt x="17200" y="17466"/>
                  <a:pt x="16969" y="17682"/>
                </a:cubicBezTo>
                <a:lnTo>
                  <a:pt x="16727" y="17886"/>
                </a:lnTo>
                <a:lnTo>
                  <a:pt x="17262" y="19540"/>
                </a:lnTo>
                <a:lnTo>
                  <a:pt x="15138" y="20766"/>
                </a:lnTo>
                <a:lnTo>
                  <a:pt x="14011" y="19519"/>
                </a:lnTo>
                <a:lnTo>
                  <a:pt x="13721" y="19636"/>
                </a:lnTo>
                <a:lnTo>
                  <a:pt x="12374" y="19976"/>
                </a:lnTo>
                <a:lnTo>
                  <a:pt x="12026" y="21600"/>
                </a:lnTo>
                <a:lnTo>
                  <a:pt x="9574" y="21600"/>
                </a:lnTo>
                <a:lnTo>
                  <a:pt x="9225" y="19973"/>
                </a:lnTo>
                <a:lnTo>
                  <a:pt x="8981" y="19935"/>
                </a:lnTo>
                <a:lnTo>
                  <a:pt x="7586" y="19521"/>
                </a:lnTo>
                <a:lnTo>
                  <a:pt x="6462" y="20766"/>
                </a:lnTo>
                <a:lnTo>
                  <a:pt x="4338" y="19540"/>
                </a:lnTo>
                <a:lnTo>
                  <a:pt x="4870" y="17895"/>
                </a:lnTo>
                <a:lnTo>
                  <a:pt x="3834" y="16834"/>
                </a:lnTo>
                <a:lnTo>
                  <a:pt x="3752" y="16715"/>
                </a:lnTo>
                <a:lnTo>
                  <a:pt x="2060" y="17262"/>
                </a:lnTo>
                <a:lnTo>
                  <a:pt x="834" y="15138"/>
                </a:lnTo>
                <a:lnTo>
                  <a:pt x="2222" y="13885"/>
                </a:lnTo>
                <a:lnTo>
                  <a:pt x="2085" y="13456"/>
                </a:lnTo>
                <a:lnTo>
                  <a:pt x="1879" y="12429"/>
                </a:lnTo>
                <a:lnTo>
                  <a:pt x="0" y="12026"/>
                </a:lnTo>
                <a:lnTo>
                  <a:pt x="0" y="9574"/>
                </a:lnTo>
                <a:lnTo>
                  <a:pt x="1991" y="9147"/>
                </a:lnTo>
                <a:lnTo>
                  <a:pt x="2085" y="8728"/>
                </a:lnTo>
                <a:lnTo>
                  <a:pt x="2386" y="7864"/>
                </a:lnTo>
                <a:lnTo>
                  <a:pt x="834" y="6462"/>
                </a:lnTo>
                <a:lnTo>
                  <a:pt x="2060" y="4338"/>
                </a:lnTo>
                <a:lnTo>
                  <a:pt x="4153" y="5014"/>
                </a:lnTo>
                <a:lnTo>
                  <a:pt x="4611" y="4520"/>
                </a:lnTo>
                <a:lnTo>
                  <a:pt x="5024" y="4181"/>
                </a:lnTo>
                <a:lnTo>
                  <a:pt x="4338" y="2060"/>
                </a:lnTo>
                <a:lnTo>
                  <a:pt x="6462" y="834"/>
                </a:lnTo>
                <a:lnTo>
                  <a:pt x="7989" y="2525"/>
                </a:lnTo>
                <a:lnTo>
                  <a:pt x="8981" y="2248"/>
                </a:lnTo>
                <a:lnTo>
                  <a:pt x="9096" y="2230"/>
                </a:ln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100000">
                <a:srgbClr val="E2E2E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190500" dist="88900" dir="2700000">
              <a:srgbClr val="000000">
                <a:alpha val="3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4" name="椭圆 36"/>
          <p:cNvSpPr/>
          <p:nvPr/>
        </p:nvSpPr>
        <p:spPr xmlns:m="http://schemas.openxmlformats.org/officeDocument/2006/math" xmlns:a14="http://schemas.microsoft.com/office/drawing/2010/main">
          <a:xfrm>
            <a:off x="4750622" y="2571376"/>
            <a:ext cx="965377" cy="965507"/>
          </a:xfrm>
          <a:prstGeom prst="ellipse">
            <a:avLst/>
          </a:prstGeom>
          <a:solidFill>
            <a:schemeClr val="accent1"/>
          </a:solidFill>
          <a:ln w="22225" cap="flat">
            <a:solidFill>
              <a:srgbClr val="E6E6E6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5" name="椭圆 37"/>
          <p:cNvSpPr/>
          <p:nvPr/>
        </p:nvSpPr>
        <p:spPr xmlns:m="http://schemas.openxmlformats.org/officeDocument/2006/math" xmlns:a14="http://schemas.microsoft.com/office/drawing/2010/main">
          <a:xfrm>
            <a:off x="4816311" y="2640772"/>
            <a:ext cx="834001" cy="834113"/>
          </a:xfrm>
          <a:prstGeom prst="ellipse">
            <a:avLst/>
          </a:prstGeom>
          <a:gradFill flip="none" rotWithShape="1">
            <a:gsLst>
              <a:gs pos="0">
                <a:srgbClr val="D9D9D9"/>
              </a:gs>
              <a:gs pos="100000">
                <a:srgbClr val="FFFFFF"/>
              </a:gs>
            </a:gsLst>
            <a:lin ang="2700000" scaled="0"/>
          </a:gradFill>
          <a:ln w="19050" cap="flat">
            <a:solidFill>
              <a:srgbClr val="E6E6E6"/>
            </a:solidFill>
            <a:prstDash val="solid"/>
            <a:miter lim="800000"/>
          </a:ln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6" name="Freeform 910"/>
          <p:cNvSpPr/>
          <p:nvPr/>
        </p:nvSpPr>
        <p:spPr xmlns:m="http://schemas.openxmlformats.org/officeDocument/2006/math" xmlns:a14="http://schemas.microsoft.com/office/drawing/2010/main">
          <a:xfrm>
            <a:off x="5089735" y="3024949"/>
            <a:ext cx="85993" cy="1474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78" y="21600"/>
                </a:moveTo>
                <a:cubicBezTo>
                  <a:pt x="19722" y="21600"/>
                  <a:pt x="19722" y="21600"/>
                  <a:pt x="19722" y="21600"/>
                </a:cubicBezTo>
                <a:cubicBezTo>
                  <a:pt x="20661" y="21600"/>
                  <a:pt x="21600" y="21060"/>
                  <a:pt x="21600" y="20520"/>
                </a:cubicBezTo>
                <a:cubicBezTo>
                  <a:pt x="21600" y="1080"/>
                  <a:pt x="21600" y="1080"/>
                  <a:pt x="21600" y="1080"/>
                </a:cubicBezTo>
                <a:cubicBezTo>
                  <a:pt x="21600" y="540"/>
                  <a:pt x="20661" y="0"/>
                  <a:pt x="19722" y="0"/>
                </a:cubicBezTo>
                <a:cubicBezTo>
                  <a:pt x="1878" y="0"/>
                  <a:pt x="1878" y="0"/>
                  <a:pt x="1878" y="0"/>
                </a:cubicBezTo>
                <a:cubicBezTo>
                  <a:pt x="939" y="0"/>
                  <a:pt x="0" y="540"/>
                  <a:pt x="0" y="1080"/>
                </a:cubicBezTo>
                <a:cubicBezTo>
                  <a:pt x="0" y="20520"/>
                  <a:pt x="0" y="20520"/>
                  <a:pt x="0" y="20520"/>
                </a:cubicBezTo>
                <a:cubicBezTo>
                  <a:pt x="0" y="21060"/>
                  <a:pt x="939" y="21600"/>
                  <a:pt x="1878" y="2160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7" name="Freeform 911"/>
          <p:cNvSpPr/>
          <p:nvPr/>
        </p:nvSpPr>
        <p:spPr xmlns:m="http://schemas.openxmlformats.org/officeDocument/2006/math" xmlns:a14="http://schemas.microsoft.com/office/drawing/2010/main">
          <a:xfrm>
            <a:off x="5212581" y="2972732"/>
            <a:ext cx="82922" cy="1996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64" y="21600"/>
                </a:moveTo>
                <a:cubicBezTo>
                  <a:pt x="19636" y="21600"/>
                  <a:pt x="19636" y="21600"/>
                  <a:pt x="19636" y="21600"/>
                </a:cubicBezTo>
                <a:cubicBezTo>
                  <a:pt x="20618" y="21600"/>
                  <a:pt x="21600" y="21200"/>
                  <a:pt x="21600" y="20800"/>
                </a:cubicBezTo>
                <a:cubicBezTo>
                  <a:pt x="21600" y="800"/>
                  <a:pt x="21600" y="800"/>
                  <a:pt x="21600" y="800"/>
                </a:cubicBezTo>
                <a:cubicBezTo>
                  <a:pt x="21600" y="400"/>
                  <a:pt x="20618" y="0"/>
                  <a:pt x="19636" y="0"/>
                </a:cubicBezTo>
                <a:cubicBezTo>
                  <a:pt x="1964" y="0"/>
                  <a:pt x="1964" y="0"/>
                  <a:pt x="1964" y="0"/>
                </a:cubicBezTo>
                <a:cubicBezTo>
                  <a:pt x="982" y="0"/>
                  <a:pt x="0" y="400"/>
                  <a:pt x="0" y="800"/>
                </a:cubicBezTo>
                <a:cubicBezTo>
                  <a:pt x="0" y="20800"/>
                  <a:pt x="0" y="20800"/>
                  <a:pt x="0" y="20800"/>
                </a:cubicBezTo>
                <a:cubicBezTo>
                  <a:pt x="0" y="21200"/>
                  <a:pt x="982" y="21600"/>
                  <a:pt x="1964" y="2160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8" name="Freeform 912"/>
          <p:cNvSpPr/>
          <p:nvPr/>
        </p:nvSpPr>
        <p:spPr xmlns:m="http://schemas.openxmlformats.org/officeDocument/2006/math" xmlns:a14="http://schemas.microsoft.com/office/drawing/2010/main">
          <a:xfrm>
            <a:off x="5332356" y="2929731"/>
            <a:ext cx="85994" cy="2426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78" y="21600"/>
                </a:moveTo>
                <a:cubicBezTo>
                  <a:pt x="19722" y="21600"/>
                  <a:pt x="19722" y="21600"/>
                  <a:pt x="19722" y="21600"/>
                </a:cubicBezTo>
                <a:cubicBezTo>
                  <a:pt x="20661" y="21600"/>
                  <a:pt x="21600" y="21273"/>
                  <a:pt x="21600" y="20945"/>
                </a:cubicBezTo>
                <a:cubicBezTo>
                  <a:pt x="21600" y="655"/>
                  <a:pt x="21600" y="655"/>
                  <a:pt x="21600" y="655"/>
                </a:cubicBezTo>
                <a:cubicBezTo>
                  <a:pt x="21600" y="327"/>
                  <a:pt x="20661" y="0"/>
                  <a:pt x="19722" y="0"/>
                </a:cubicBezTo>
                <a:cubicBezTo>
                  <a:pt x="1878" y="0"/>
                  <a:pt x="1878" y="0"/>
                  <a:pt x="1878" y="0"/>
                </a:cubicBezTo>
                <a:cubicBezTo>
                  <a:pt x="939" y="0"/>
                  <a:pt x="0" y="327"/>
                  <a:pt x="0" y="655"/>
                </a:cubicBezTo>
                <a:cubicBezTo>
                  <a:pt x="0" y="20945"/>
                  <a:pt x="0" y="20945"/>
                  <a:pt x="0" y="20945"/>
                </a:cubicBezTo>
                <a:cubicBezTo>
                  <a:pt x="0" y="21273"/>
                  <a:pt x="939" y="21600"/>
                  <a:pt x="1878" y="2160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9" name="Freeform 913"/>
          <p:cNvSpPr/>
          <p:nvPr/>
        </p:nvSpPr>
        <p:spPr xmlns:m="http://schemas.openxmlformats.org/officeDocument/2006/math" xmlns:a14="http://schemas.microsoft.com/office/drawing/2010/main">
          <a:xfrm>
            <a:off x="5029847" y="2880586"/>
            <a:ext cx="406929" cy="3470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609" y="19532"/>
                </a:moveTo>
                <a:cubicBezTo>
                  <a:pt x="1783" y="19532"/>
                  <a:pt x="1783" y="19532"/>
                  <a:pt x="1783" y="19532"/>
                </a:cubicBezTo>
                <a:cubicBezTo>
                  <a:pt x="1783" y="19532"/>
                  <a:pt x="1783" y="19532"/>
                  <a:pt x="1783" y="19532"/>
                </a:cubicBezTo>
                <a:cubicBezTo>
                  <a:pt x="1783" y="919"/>
                  <a:pt x="1783" y="919"/>
                  <a:pt x="1783" y="919"/>
                </a:cubicBezTo>
                <a:cubicBezTo>
                  <a:pt x="1783" y="460"/>
                  <a:pt x="1387" y="0"/>
                  <a:pt x="793" y="0"/>
                </a:cubicBezTo>
                <a:cubicBezTo>
                  <a:pt x="396" y="0"/>
                  <a:pt x="0" y="460"/>
                  <a:pt x="0" y="919"/>
                </a:cubicBezTo>
                <a:cubicBezTo>
                  <a:pt x="0" y="19532"/>
                  <a:pt x="0" y="19532"/>
                  <a:pt x="0" y="19532"/>
                </a:cubicBezTo>
                <a:cubicBezTo>
                  <a:pt x="0" y="20681"/>
                  <a:pt x="793" y="21600"/>
                  <a:pt x="1783" y="21600"/>
                </a:cubicBezTo>
                <a:cubicBezTo>
                  <a:pt x="20609" y="21600"/>
                  <a:pt x="20609" y="21600"/>
                  <a:pt x="20609" y="21600"/>
                </a:cubicBezTo>
                <a:cubicBezTo>
                  <a:pt x="21204" y="21600"/>
                  <a:pt x="21600" y="21140"/>
                  <a:pt x="21600" y="20681"/>
                </a:cubicBezTo>
                <a:cubicBezTo>
                  <a:pt x="21600" y="19991"/>
                  <a:pt x="21204" y="19532"/>
                  <a:pt x="20609" y="1953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0" name="任意多边形 41"/>
          <p:cNvSpPr/>
          <p:nvPr/>
        </p:nvSpPr>
        <p:spPr xmlns:m="http://schemas.openxmlformats.org/officeDocument/2006/math" xmlns:a14="http://schemas.microsoft.com/office/drawing/2010/main">
          <a:xfrm>
            <a:off x="6253333" y="2346556"/>
            <a:ext cx="1414953" cy="14151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574" y="0"/>
                </a:moveTo>
                <a:lnTo>
                  <a:pt x="12026" y="0"/>
                </a:lnTo>
                <a:lnTo>
                  <a:pt x="12504" y="2230"/>
                </a:lnTo>
                <a:lnTo>
                  <a:pt x="12619" y="2248"/>
                </a:lnTo>
                <a:lnTo>
                  <a:pt x="13598" y="2539"/>
                </a:lnTo>
                <a:lnTo>
                  <a:pt x="15138" y="834"/>
                </a:lnTo>
                <a:lnTo>
                  <a:pt x="17262" y="2060"/>
                </a:lnTo>
                <a:lnTo>
                  <a:pt x="16579" y="4172"/>
                </a:lnTo>
                <a:lnTo>
                  <a:pt x="16708" y="4266"/>
                </a:lnTo>
                <a:cubicBezTo>
                  <a:pt x="16947" y="4473"/>
                  <a:pt x="17174" y="4692"/>
                  <a:pt x="17390" y="4922"/>
                </a:cubicBezTo>
                <a:lnTo>
                  <a:pt x="17464" y="5009"/>
                </a:lnTo>
                <a:lnTo>
                  <a:pt x="19540" y="4338"/>
                </a:lnTo>
                <a:lnTo>
                  <a:pt x="20766" y="6462"/>
                </a:lnTo>
                <a:lnTo>
                  <a:pt x="19219" y="7859"/>
                </a:lnTo>
                <a:lnTo>
                  <a:pt x="19344" y="8170"/>
                </a:lnTo>
                <a:lnTo>
                  <a:pt x="19590" y="9143"/>
                </a:lnTo>
                <a:lnTo>
                  <a:pt x="21600" y="9574"/>
                </a:lnTo>
                <a:lnTo>
                  <a:pt x="21600" y="12026"/>
                </a:lnTo>
                <a:lnTo>
                  <a:pt x="19717" y="12429"/>
                </a:lnTo>
                <a:lnTo>
                  <a:pt x="19644" y="12911"/>
                </a:lnTo>
                <a:cubicBezTo>
                  <a:pt x="19591" y="13168"/>
                  <a:pt x="19528" y="13421"/>
                  <a:pt x="19454" y="13670"/>
                </a:cubicBezTo>
                <a:lnTo>
                  <a:pt x="19379" y="13885"/>
                </a:lnTo>
                <a:lnTo>
                  <a:pt x="20766" y="15138"/>
                </a:lnTo>
                <a:lnTo>
                  <a:pt x="19540" y="17262"/>
                </a:lnTo>
                <a:lnTo>
                  <a:pt x="17836" y="16711"/>
                </a:lnTo>
                <a:lnTo>
                  <a:pt x="17626" y="16999"/>
                </a:lnTo>
                <a:cubicBezTo>
                  <a:pt x="17419" y="17238"/>
                  <a:pt x="17200" y="17466"/>
                  <a:pt x="16969" y="17682"/>
                </a:cubicBezTo>
                <a:lnTo>
                  <a:pt x="16727" y="17886"/>
                </a:lnTo>
                <a:lnTo>
                  <a:pt x="17262" y="19540"/>
                </a:lnTo>
                <a:lnTo>
                  <a:pt x="15138" y="20766"/>
                </a:lnTo>
                <a:lnTo>
                  <a:pt x="14011" y="19519"/>
                </a:lnTo>
                <a:lnTo>
                  <a:pt x="13721" y="19636"/>
                </a:lnTo>
                <a:lnTo>
                  <a:pt x="12374" y="19976"/>
                </a:lnTo>
                <a:lnTo>
                  <a:pt x="12026" y="21600"/>
                </a:lnTo>
                <a:lnTo>
                  <a:pt x="9574" y="21600"/>
                </a:lnTo>
                <a:lnTo>
                  <a:pt x="9225" y="19973"/>
                </a:lnTo>
                <a:lnTo>
                  <a:pt x="8981" y="19935"/>
                </a:lnTo>
                <a:lnTo>
                  <a:pt x="7586" y="19521"/>
                </a:lnTo>
                <a:lnTo>
                  <a:pt x="6462" y="20766"/>
                </a:lnTo>
                <a:lnTo>
                  <a:pt x="4338" y="19540"/>
                </a:lnTo>
                <a:lnTo>
                  <a:pt x="4870" y="17895"/>
                </a:lnTo>
                <a:lnTo>
                  <a:pt x="3834" y="16834"/>
                </a:lnTo>
                <a:lnTo>
                  <a:pt x="3752" y="16715"/>
                </a:lnTo>
                <a:lnTo>
                  <a:pt x="2060" y="17262"/>
                </a:lnTo>
                <a:lnTo>
                  <a:pt x="834" y="15138"/>
                </a:lnTo>
                <a:lnTo>
                  <a:pt x="2222" y="13885"/>
                </a:lnTo>
                <a:lnTo>
                  <a:pt x="2085" y="13456"/>
                </a:lnTo>
                <a:lnTo>
                  <a:pt x="1879" y="12429"/>
                </a:lnTo>
                <a:lnTo>
                  <a:pt x="0" y="12026"/>
                </a:lnTo>
                <a:lnTo>
                  <a:pt x="0" y="9574"/>
                </a:lnTo>
                <a:lnTo>
                  <a:pt x="1991" y="9147"/>
                </a:lnTo>
                <a:lnTo>
                  <a:pt x="2085" y="8728"/>
                </a:lnTo>
                <a:lnTo>
                  <a:pt x="2386" y="7864"/>
                </a:lnTo>
                <a:lnTo>
                  <a:pt x="834" y="6462"/>
                </a:lnTo>
                <a:lnTo>
                  <a:pt x="2060" y="4338"/>
                </a:lnTo>
                <a:lnTo>
                  <a:pt x="4153" y="5014"/>
                </a:lnTo>
                <a:lnTo>
                  <a:pt x="4611" y="4520"/>
                </a:lnTo>
                <a:lnTo>
                  <a:pt x="5024" y="4181"/>
                </a:lnTo>
                <a:lnTo>
                  <a:pt x="4338" y="2060"/>
                </a:lnTo>
                <a:lnTo>
                  <a:pt x="6462" y="834"/>
                </a:lnTo>
                <a:lnTo>
                  <a:pt x="7989" y="2525"/>
                </a:lnTo>
                <a:lnTo>
                  <a:pt x="8981" y="2248"/>
                </a:lnTo>
                <a:lnTo>
                  <a:pt x="9096" y="2230"/>
                </a:ln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100000">
                <a:srgbClr val="E2E2E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190500" dist="88900" dir="2700000">
              <a:srgbClr val="000000">
                <a:alpha val="3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1" name="椭圆 42"/>
          <p:cNvSpPr/>
          <p:nvPr/>
        </p:nvSpPr>
        <p:spPr xmlns:m="http://schemas.openxmlformats.org/officeDocument/2006/math" xmlns:a14="http://schemas.microsoft.com/office/drawing/2010/main">
          <a:xfrm>
            <a:off x="6478121" y="2571376"/>
            <a:ext cx="965376" cy="965507"/>
          </a:xfrm>
          <a:prstGeom prst="ellipse">
            <a:avLst/>
          </a:prstGeom>
          <a:solidFill>
            <a:schemeClr val="accent1"/>
          </a:solidFill>
          <a:ln w="22225" cap="flat">
            <a:solidFill>
              <a:srgbClr val="E6E6E6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2" name="椭圆 43"/>
          <p:cNvSpPr/>
          <p:nvPr/>
        </p:nvSpPr>
        <p:spPr xmlns:m="http://schemas.openxmlformats.org/officeDocument/2006/math" xmlns:a14="http://schemas.microsoft.com/office/drawing/2010/main">
          <a:xfrm>
            <a:off x="6543810" y="2640772"/>
            <a:ext cx="834000" cy="834113"/>
          </a:xfrm>
          <a:prstGeom prst="ellipse">
            <a:avLst/>
          </a:prstGeom>
          <a:gradFill flip="none" rotWithShape="1">
            <a:gsLst>
              <a:gs pos="0">
                <a:srgbClr val="D9D9D9"/>
              </a:gs>
              <a:gs pos="100000">
                <a:srgbClr val="FFFFFF"/>
              </a:gs>
            </a:gsLst>
            <a:lin ang="2700000" scaled="0"/>
          </a:gradFill>
          <a:ln w="19050" cap="flat">
            <a:solidFill>
              <a:srgbClr val="E6E6E6"/>
            </a:solidFill>
            <a:prstDash val="solid"/>
            <a:miter lim="800000"/>
          </a:ln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3" name="Freeform 53"/>
          <p:cNvSpPr/>
          <p:nvPr/>
        </p:nvSpPr>
        <p:spPr xmlns:m="http://schemas.openxmlformats.org/officeDocument/2006/math" xmlns:a14="http://schemas.microsoft.com/office/drawing/2010/main">
          <a:xfrm>
            <a:off x="6709019" y="2802306"/>
            <a:ext cx="503580" cy="503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151" y="19580"/>
                </a:moveTo>
                <a:cubicBezTo>
                  <a:pt x="9237" y="19580"/>
                  <a:pt x="8467" y="18617"/>
                  <a:pt x="7986" y="17415"/>
                </a:cubicBezTo>
                <a:cubicBezTo>
                  <a:pt x="7601" y="16693"/>
                  <a:pt x="7264" y="15923"/>
                  <a:pt x="7072" y="15057"/>
                </a:cubicBezTo>
                <a:cubicBezTo>
                  <a:pt x="8082" y="15154"/>
                  <a:pt x="9092" y="15250"/>
                  <a:pt x="10151" y="15250"/>
                </a:cubicBezTo>
                <a:cubicBezTo>
                  <a:pt x="10151" y="19580"/>
                  <a:pt x="10151" y="19580"/>
                  <a:pt x="10151" y="19580"/>
                </a:cubicBezTo>
                <a:moveTo>
                  <a:pt x="11401" y="19580"/>
                </a:moveTo>
                <a:cubicBezTo>
                  <a:pt x="11401" y="15250"/>
                  <a:pt x="11401" y="15250"/>
                  <a:pt x="11401" y="15250"/>
                </a:cubicBezTo>
                <a:cubicBezTo>
                  <a:pt x="12460" y="15250"/>
                  <a:pt x="13470" y="15154"/>
                  <a:pt x="14528" y="15057"/>
                </a:cubicBezTo>
                <a:cubicBezTo>
                  <a:pt x="14095" y="16549"/>
                  <a:pt x="13133" y="19580"/>
                  <a:pt x="11401" y="19580"/>
                </a:cubicBezTo>
                <a:moveTo>
                  <a:pt x="14143" y="18906"/>
                </a:moveTo>
                <a:cubicBezTo>
                  <a:pt x="14961" y="17800"/>
                  <a:pt x="15394" y="16501"/>
                  <a:pt x="15779" y="14913"/>
                </a:cubicBezTo>
                <a:cubicBezTo>
                  <a:pt x="17030" y="14624"/>
                  <a:pt x="18136" y="14288"/>
                  <a:pt x="19002" y="13903"/>
                </a:cubicBezTo>
                <a:cubicBezTo>
                  <a:pt x="18569" y="15057"/>
                  <a:pt x="17944" y="16116"/>
                  <a:pt x="17030" y="16982"/>
                </a:cubicBezTo>
                <a:cubicBezTo>
                  <a:pt x="16212" y="17848"/>
                  <a:pt x="15154" y="18473"/>
                  <a:pt x="14143" y="18906"/>
                </a:cubicBezTo>
                <a:moveTo>
                  <a:pt x="7408" y="18906"/>
                </a:moveTo>
                <a:cubicBezTo>
                  <a:pt x="6398" y="18473"/>
                  <a:pt x="5388" y="17848"/>
                  <a:pt x="4570" y="16982"/>
                </a:cubicBezTo>
                <a:cubicBezTo>
                  <a:pt x="3608" y="16116"/>
                  <a:pt x="2983" y="15009"/>
                  <a:pt x="2502" y="13759"/>
                </a:cubicBezTo>
                <a:cubicBezTo>
                  <a:pt x="3271" y="14192"/>
                  <a:pt x="4474" y="14576"/>
                  <a:pt x="5821" y="14865"/>
                </a:cubicBezTo>
                <a:cubicBezTo>
                  <a:pt x="6158" y="16453"/>
                  <a:pt x="6639" y="17848"/>
                  <a:pt x="7408" y="18906"/>
                </a:cubicBezTo>
                <a:moveTo>
                  <a:pt x="11401" y="14095"/>
                </a:moveTo>
                <a:cubicBezTo>
                  <a:pt x="11401" y="9429"/>
                  <a:pt x="11401" y="9429"/>
                  <a:pt x="11401" y="9429"/>
                </a:cubicBezTo>
                <a:cubicBezTo>
                  <a:pt x="12652" y="9381"/>
                  <a:pt x="13807" y="9285"/>
                  <a:pt x="14961" y="9188"/>
                </a:cubicBezTo>
                <a:cubicBezTo>
                  <a:pt x="14961" y="9766"/>
                  <a:pt x="14961" y="10295"/>
                  <a:pt x="14961" y="10872"/>
                </a:cubicBezTo>
                <a:cubicBezTo>
                  <a:pt x="14961" y="11882"/>
                  <a:pt x="14961" y="12893"/>
                  <a:pt x="14769" y="13807"/>
                </a:cubicBezTo>
                <a:cubicBezTo>
                  <a:pt x="13662" y="13951"/>
                  <a:pt x="12556" y="14047"/>
                  <a:pt x="11401" y="14095"/>
                </a:cubicBezTo>
                <a:moveTo>
                  <a:pt x="10151" y="14095"/>
                </a:moveTo>
                <a:cubicBezTo>
                  <a:pt x="8996" y="14047"/>
                  <a:pt x="7938" y="13951"/>
                  <a:pt x="6783" y="13759"/>
                </a:cubicBezTo>
                <a:cubicBezTo>
                  <a:pt x="6639" y="12893"/>
                  <a:pt x="6591" y="11834"/>
                  <a:pt x="6591" y="10872"/>
                </a:cubicBezTo>
                <a:cubicBezTo>
                  <a:pt x="6591" y="10295"/>
                  <a:pt x="6639" y="9766"/>
                  <a:pt x="6639" y="9188"/>
                </a:cubicBezTo>
                <a:cubicBezTo>
                  <a:pt x="7745" y="9285"/>
                  <a:pt x="8948" y="9381"/>
                  <a:pt x="10151" y="9429"/>
                </a:cubicBezTo>
                <a:cubicBezTo>
                  <a:pt x="10151" y="14095"/>
                  <a:pt x="10151" y="14095"/>
                  <a:pt x="10151" y="14095"/>
                </a:cubicBezTo>
                <a:moveTo>
                  <a:pt x="16020" y="13566"/>
                </a:moveTo>
                <a:cubicBezTo>
                  <a:pt x="16116" y="12748"/>
                  <a:pt x="16164" y="11786"/>
                  <a:pt x="16164" y="10872"/>
                </a:cubicBezTo>
                <a:cubicBezTo>
                  <a:pt x="16164" y="10199"/>
                  <a:pt x="16164" y="9669"/>
                  <a:pt x="16116" y="9044"/>
                </a:cubicBezTo>
                <a:cubicBezTo>
                  <a:pt x="17463" y="8900"/>
                  <a:pt x="18569" y="8515"/>
                  <a:pt x="19195" y="8226"/>
                </a:cubicBezTo>
                <a:cubicBezTo>
                  <a:pt x="19483" y="9044"/>
                  <a:pt x="19580" y="9958"/>
                  <a:pt x="19580" y="10776"/>
                </a:cubicBezTo>
                <a:cubicBezTo>
                  <a:pt x="19580" y="12219"/>
                  <a:pt x="19483" y="12989"/>
                  <a:pt x="16020" y="13566"/>
                </a:cubicBezTo>
                <a:moveTo>
                  <a:pt x="5580" y="13518"/>
                </a:moveTo>
                <a:cubicBezTo>
                  <a:pt x="3608" y="13181"/>
                  <a:pt x="2502" y="12508"/>
                  <a:pt x="2069" y="12027"/>
                </a:cubicBezTo>
                <a:cubicBezTo>
                  <a:pt x="1972" y="11642"/>
                  <a:pt x="1972" y="11209"/>
                  <a:pt x="1972" y="10776"/>
                </a:cubicBezTo>
                <a:cubicBezTo>
                  <a:pt x="1972" y="9910"/>
                  <a:pt x="2117" y="8996"/>
                  <a:pt x="2357" y="8226"/>
                </a:cubicBezTo>
                <a:cubicBezTo>
                  <a:pt x="3079" y="8515"/>
                  <a:pt x="3945" y="8755"/>
                  <a:pt x="5484" y="9044"/>
                </a:cubicBezTo>
                <a:cubicBezTo>
                  <a:pt x="5436" y="9669"/>
                  <a:pt x="5388" y="10199"/>
                  <a:pt x="5388" y="10872"/>
                </a:cubicBezTo>
                <a:cubicBezTo>
                  <a:pt x="5388" y="11786"/>
                  <a:pt x="5436" y="12700"/>
                  <a:pt x="5580" y="13518"/>
                </a:cubicBezTo>
                <a:moveTo>
                  <a:pt x="5629" y="7890"/>
                </a:moveTo>
                <a:cubicBezTo>
                  <a:pt x="3656" y="7360"/>
                  <a:pt x="3127" y="7312"/>
                  <a:pt x="2838" y="7024"/>
                </a:cubicBezTo>
                <a:cubicBezTo>
                  <a:pt x="3271" y="6158"/>
                  <a:pt x="3800" y="5292"/>
                  <a:pt x="4570" y="4618"/>
                </a:cubicBezTo>
                <a:cubicBezTo>
                  <a:pt x="5484" y="3656"/>
                  <a:pt x="6494" y="3175"/>
                  <a:pt x="7601" y="2646"/>
                </a:cubicBezTo>
                <a:cubicBezTo>
                  <a:pt x="6639" y="3993"/>
                  <a:pt x="5965" y="5725"/>
                  <a:pt x="5629" y="7890"/>
                </a:cubicBezTo>
                <a:moveTo>
                  <a:pt x="15923" y="7890"/>
                </a:moveTo>
                <a:cubicBezTo>
                  <a:pt x="15587" y="5725"/>
                  <a:pt x="14961" y="3897"/>
                  <a:pt x="13999" y="2598"/>
                </a:cubicBezTo>
                <a:cubicBezTo>
                  <a:pt x="16020" y="3319"/>
                  <a:pt x="17800" y="5003"/>
                  <a:pt x="18762" y="7072"/>
                </a:cubicBezTo>
                <a:cubicBezTo>
                  <a:pt x="18473" y="7264"/>
                  <a:pt x="17751" y="7553"/>
                  <a:pt x="15923" y="7890"/>
                </a:cubicBezTo>
                <a:moveTo>
                  <a:pt x="10151" y="8226"/>
                </a:moveTo>
                <a:cubicBezTo>
                  <a:pt x="8996" y="8226"/>
                  <a:pt x="7890" y="8130"/>
                  <a:pt x="6783" y="8034"/>
                </a:cubicBezTo>
                <a:cubicBezTo>
                  <a:pt x="7312" y="5003"/>
                  <a:pt x="8563" y="2646"/>
                  <a:pt x="10102" y="2069"/>
                </a:cubicBezTo>
                <a:cubicBezTo>
                  <a:pt x="10102" y="2069"/>
                  <a:pt x="10151" y="2069"/>
                  <a:pt x="10151" y="2069"/>
                </a:cubicBezTo>
                <a:cubicBezTo>
                  <a:pt x="10151" y="8226"/>
                  <a:pt x="10151" y="8226"/>
                  <a:pt x="10151" y="8226"/>
                </a:cubicBezTo>
                <a:moveTo>
                  <a:pt x="11401" y="8226"/>
                </a:moveTo>
                <a:cubicBezTo>
                  <a:pt x="11401" y="2069"/>
                  <a:pt x="11401" y="2069"/>
                  <a:pt x="11401" y="2069"/>
                </a:cubicBezTo>
                <a:cubicBezTo>
                  <a:pt x="11642" y="2069"/>
                  <a:pt x="11979" y="2309"/>
                  <a:pt x="12267" y="2502"/>
                </a:cubicBezTo>
                <a:cubicBezTo>
                  <a:pt x="13422" y="3560"/>
                  <a:pt x="14384" y="5629"/>
                  <a:pt x="14817" y="8034"/>
                </a:cubicBezTo>
                <a:cubicBezTo>
                  <a:pt x="13662" y="8130"/>
                  <a:pt x="12556" y="8226"/>
                  <a:pt x="11401" y="8226"/>
                </a:cubicBezTo>
                <a:moveTo>
                  <a:pt x="10824" y="0"/>
                </a:moveTo>
                <a:cubicBezTo>
                  <a:pt x="4811" y="0"/>
                  <a:pt x="0" y="4811"/>
                  <a:pt x="0" y="10776"/>
                </a:cubicBezTo>
                <a:cubicBezTo>
                  <a:pt x="0" y="16789"/>
                  <a:pt x="4811" y="21600"/>
                  <a:pt x="10824" y="21600"/>
                </a:cubicBezTo>
                <a:cubicBezTo>
                  <a:pt x="16837" y="21600"/>
                  <a:pt x="21600" y="16789"/>
                  <a:pt x="21600" y="10776"/>
                </a:cubicBezTo>
                <a:cubicBezTo>
                  <a:pt x="21600" y="4811"/>
                  <a:pt x="16837" y="0"/>
                  <a:pt x="10824" y="0"/>
                </a:cubicBezTo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4" name="任意多边形 50"/>
          <p:cNvSpPr/>
          <p:nvPr/>
        </p:nvSpPr>
        <p:spPr xmlns:m="http://schemas.openxmlformats.org/officeDocument/2006/math" xmlns:a14="http://schemas.microsoft.com/office/drawing/2010/main">
          <a:xfrm>
            <a:off x="4525833" y="4086993"/>
            <a:ext cx="1414954" cy="141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574" y="0"/>
                </a:moveTo>
                <a:lnTo>
                  <a:pt x="12026" y="0"/>
                </a:lnTo>
                <a:lnTo>
                  <a:pt x="12504" y="2230"/>
                </a:lnTo>
                <a:lnTo>
                  <a:pt x="12619" y="2248"/>
                </a:lnTo>
                <a:lnTo>
                  <a:pt x="13598" y="2539"/>
                </a:lnTo>
                <a:lnTo>
                  <a:pt x="15138" y="834"/>
                </a:lnTo>
                <a:lnTo>
                  <a:pt x="17262" y="2060"/>
                </a:lnTo>
                <a:lnTo>
                  <a:pt x="16579" y="4172"/>
                </a:lnTo>
                <a:lnTo>
                  <a:pt x="16708" y="4266"/>
                </a:lnTo>
                <a:cubicBezTo>
                  <a:pt x="16947" y="4473"/>
                  <a:pt x="17174" y="4692"/>
                  <a:pt x="17390" y="4922"/>
                </a:cubicBezTo>
                <a:lnTo>
                  <a:pt x="17464" y="5009"/>
                </a:lnTo>
                <a:lnTo>
                  <a:pt x="19540" y="4338"/>
                </a:lnTo>
                <a:lnTo>
                  <a:pt x="20766" y="6462"/>
                </a:lnTo>
                <a:lnTo>
                  <a:pt x="19219" y="7859"/>
                </a:lnTo>
                <a:lnTo>
                  <a:pt x="19344" y="8170"/>
                </a:lnTo>
                <a:lnTo>
                  <a:pt x="19590" y="9143"/>
                </a:lnTo>
                <a:lnTo>
                  <a:pt x="21600" y="9574"/>
                </a:lnTo>
                <a:lnTo>
                  <a:pt x="21600" y="12026"/>
                </a:lnTo>
                <a:lnTo>
                  <a:pt x="19717" y="12429"/>
                </a:lnTo>
                <a:lnTo>
                  <a:pt x="19644" y="12911"/>
                </a:lnTo>
                <a:cubicBezTo>
                  <a:pt x="19591" y="13168"/>
                  <a:pt x="19528" y="13421"/>
                  <a:pt x="19454" y="13670"/>
                </a:cubicBezTo>
                <a:lnTo>
                  <a:pt x="19379" y="13885"/>
                </a:lnTo>
                <a:lnTo>
                  <a:pt x="20766" y="15138"/>
                </a:lnTo>
                <a:lnTo>
                  <a:pt x="19540" y="17262"/>
                </a:lnTo>
                <a:lnTo>
                  <a:pt x="17836" y="16711"/>
                </a:lnTo>
                <a:lnTo>
                  <a:pt x="17626" y="16999"/>
                </a:lnTo>
                <a:cubicBezTo>
                  <a:pt x="17419" y="17238"/>
                  <a:pt x="17200" y="17466"/>
                  <a:pt x="16969" y="17682"/>
                </a:cubicBezTo>
                <a:lnTo>
                  <a:pt x="16727" y="17886"/>
                </a:lnTo>
                <a:lnTo>
                  <a:pt x="17262" y="19540"/>
                </a:lnTo>
                <a:lnTo>
                  <a:pt x="15138" y="20766"/>
                </a:lnTo>
                <a:lnTo>
                  <a:pt x="14011" y="19519"/>
                </a:lnTo>
                <a:lnTo>
                  <a:pt x="13721" y="19636"/>
                </a:lnTo>
                <a:lnTo>
                  <a:pt x="12374" y="19976"/>
                </a:lnTo>
                <a:lnTo>
                  <a:pt x="12026" y="21600"/>
                </a:lnTo>
                <a:lnTo>
                  <a:pt x="9574" y="21600"/>
                </a:lnTo>
                <a:lnTo>
                  <a:pt x="9225" y="19973"/>
                </a:lnTo>
                <a:lnTo>
                  <a:pt x="8981" y="19935"/>
                </a:lnTo>
                <a:lnTo>
                  <a:pt x="7586" y="19521"/>
                </a:lnTo>
                <a:lnTo>
                  <a:pt x="6462" y="20766"/>
                </a:lnTo>
                <a:lnTo>
                  <a:pt x="4338" y="19540"/>
                </a:lnTo>
                <a:lnTo>
                  <a:pt x="4870" y="17895"/>
                </a:lnTo>
                <a:lnTo>
                  <a:pt x="3834" y="16834"/>
                </a:lnTo>
                <a:lnTo>
                  <a:pt x="3752" y="16715"/>
                </a:lnTo>
                <a:lnTo>
                  <a:pt x="2060" y="17262"/>
                </a:lnTo>
                <a:lnTo>
                  <a:pt x="834" y="15138"/>
                </a:lnTo>
                <a:lnTo>
                  <a:pt x="2222" y="13885"/>
                </a:lnTo>
                <a:lnTo>
                  <a:pt x="2085" y="13456"/>
                </a:lnTo>
                <a:lnTo>
                  <a:pt x="1879" y="12429"/>
                </a:lnTo>
                <a:lnTo>
                  <a:pt x="0" y="12026"/>
                </a:lnTo>
                <a:lnTo>
                  <a:pt x="0" y="9574"/>
                </a:lnTo>
                <a:lnTo>
                  <a:pt x="1991" y="9147"/>
                </a:lnTo>
                <a:lnTo>
                  <a:pt x="2085" y="8728"/>
                </a:lnTo>
                <a:lnTo>
                  <a:pt x="2386" y="7864"/>
                </a:lnTo>
                <a:lnTo>
                  <a:pt x="834" y="6462"/>
                </a:lnTo>
                <a:lnTo>
                  <a:pt x="2060" y="4338"/>
                </a:lnTo>
                <a:lnTo>
                  <a:pt x="4153" y="5014"/>
                </a:lnTo>
                <a:lnTo>
                  <a:pt x="4611" y="4520"/>
                </a:lnTo>
                <a:lnTo>
                  <a:pt x="5024" y="4181"/>
                </a:lnTo>
                <a:lnTo>
                  <a:pt x="4338" y="2060"/>
                </a:lnTo>
                <a:lnTo>
                  <a:pt x="6462" y="834"/>
                </a:lnTo>
                <a:lnTo>
                  <a:pt x="7989" y="2525"/>
                </a:lnTo>
                <a:lnTo>
                  <a:pt x="8981" y="2248"/>
                </a:lnTo>
                <a:lnTo>
                  <a:pt x="9096" y="2230"/>
                </a:ln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100000">
                <a:srgbClr val="E2E2E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190500" dist="88900" dir="2700000">
              <a:srgbClr val="000000">
                <a:alpha val="3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5" name="椭圆 51"/>
          <p:cNvSpPr/>
          <p:nvPr/>
        </p:nvSpPr>
        <p:spPr xmlns:m="http://schemas.openxmlformats.org/officeDocument/2006/math" xmlns:a14="http://schemas.microsoft.com/office/drawing/2010/main">
          <a:xfrm>
            <a:off x="4750622" y="4311812"/>
            <a:ext cx="965377" cy="965506"/>
          </a:xfrm>
          <a:prstGeom prst="ellipse">
            <a:avLst/>
          </a:prstGeom>
          <a:solidFill>
            <a:schemeClr val="accent1"/>
          </a:solidFill>
          <a:ln w="22225" cap="flat">
            <a:solidFill>
              <a:srgbClr val="E6E6E6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6" name="椭圆 52"/>
          <p:cNvSpPr/>
          <p:nvPr/>
        </p:nvSpPr>
        <p:spPr xmlns:m="http://schemas.openxmlformats.org/officeDocument/2006/math" xmlns:a14="http://schemas.microsoft.com/office/drawing/2010/main">
          <a:xfrm>
            <a:off x="4816311" y="4381208"/>
            <a:ext cx="834001" cy="834112"/>
          </a:xfrm>
          <a:prstGeom prst="ellipse">
            <a:avLst/>
          </a:prstGeom>
          <a:gradFill flip="none" rotWithShape="1">
            <a:gsLst>
              <a:gs pos="0">
                <a:srgbClr val="D9D9D9"/>
              </a:gs>
              <a:gs pos="100000">
                <a:srgbClr val="FFFFFF"/>
              </a:gs>
            </a:gsLst>
            <a:lin ang="2700000" scaled="0"/>
          </a:gradFill>
          <a:ln w="19050" cap="flat">
            <a:solidFill>
              <a:srgbClr val="E6E6E6"/>
            </a:solidFill>
            <a:prstDash val="solid"/>
            <a:miter lim="800000"/>
          </a:ln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7" name="Freeform 47"/>
          <p:cNvSpPr/>
          <p:nvPr/>
        </p:nvSpPr>
        <p:spPr xmlns:m="http://schemas.openxmlformats.org/officeDocument/2006/math" xmlns:a14="http://schemas.microsoft.com/office/drawing/2010/main">
          <a:xfrm>
            <a:off x="5095483" y="4624388"/>
            <a:ext cx="275655" cy="365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78" h="21600" fill="norm" stroke="1" extrusionOk="0">
                <a:moveTo>
                  <a:pt x="10039" y="0"/>
                </a:moveTo>
                <a:cubicBezTo>
                  <a:pt x="6668" y="0"/>
                  <a:pt x="3917" y="2238"/>
                  <a:pt x="3917" y="4980"/>
                </a:cubicBezTo>
                <a:cubicBezTo>
                  <a:pt x="3917" y="7107"/>
                  <a:pt x="5636" y="8953"/>
                  <a:pt x="7975" y="9625"/>
                </a:cubicBezTo>
                <a:cubicBezTo>
                  <a:pt x="6324" y="9625"/>
                  <a:pt x="6324" y="9625"/>
                  <a:pt x="6324" y="9625"/>
                </a:cubicBezTo>
                <a:cubicBezTo>
                  <a:pt x="3022" y="9625"/>
                  <a:pt x="1028" y="16284"/>
                  <a:pt x="340" y="17907"/>
                </a:cubicBezTo>
                <a:cubicBezTo>
                  <a:pt x="-761" y="20313"/>
                  <a:pt x="1165" y="21600"/>
                  <a:pt x="1165" y="21600"/>
                </a:cubicBezTo>
                <a:cubicBezTo>
                  <a:pt x="8319" y="21600"/>
                  <a:pt x="8319" y="21600"/>
                  <a:pt x="8319" y="21600"/>
                </a:cubicBezTo>
                <a:cubicBezTo>
                  <a:pt x="9833" y="11360"/>
                  <a:pt x="9833" y="11360"/>
                  <a:pt x="9833" y="11360"/>
                </a:cubicBezTo>
                <a:cubicBezTo>
                  <a:pt x="8319" y="10073"/>
                  <a:pt x="8319" y="10073"/>
                  <a:pt x="8319" y="10073"/>
                </a:cubicBezTo>
                <a:cubicBezTo>
                  <a:pt x="11759" y="10073"/>
                  <a:pt x="11759" y="10073"/>
                  <a:pt x="11759" y="10073"/>
                </a:cubicBezTo>
                <a:cubicBezTo>
                  <a:pt x="10245" y="11360"/>
                  <a:pt x="10245" y="11360"/>
                  <a:pt x="10245" y="11360"/>
                </a:cubicBezTo>
                <a:cubicBezTo>
                  <a:pt x="11759" y="21600"/>
                  <a:pt x="11759" y="21600"/>
                  <a:pt x="11759" y="21600"/>
                </a:cubicBezTo>
                <a:cubicBezTo>
                  <a:pt x="18913" y="21600"/>
                  <a:pt x="18913" y="21600"/>
                  <a:pt x="18913" y="21600"/>
                </a:cubicBezTo>
                <a:cubicBezTo>
                  <a:pt x="18913" y="21600"/>
                  <a:pt x="20839" y="20313"/>
                  <a:pt x="19738" y="17907"/>
                </a:cubicBezTo>
                <a:cubicBezTo>
                  <a:pt x="19050" y="16284"/>
                  <a:pt x="17056" y="9625"/>
                  <a:pt x="13754" y="9625"/>
                </a:cubicBezTo>
                <a:cubicBezTo>
                  <a:pt x="12103" y="9625"/>
                  <a:pt x="12103" y="9625"/>
                  <a:pt x="12103" y="9625"/>
                </a:cubicBezTo>
                <a:cubicBezTo>
                  <a:pt x="14442" y="8953"/>
                  <a:pt x="16161" y="7107"/>
                  <a:pt x="16161" y="4980"/>
                </a:cubicBezTo>
                <a:cubicBezTo>
                  <a:pt x="16161" y="2238"/>
                  <a:pt x="13410" y="0"/>
                  <a:pt x="10039" y="0"/>
                </a:cubicBezTo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8" name="Freeform 48"/>
          <p:cNvSpPr/>
          <p:nvPr/>
        </p:nvSpPr>
        <p:spPr xmlns:m="http://schemas.openxmlformats.org/officeDocument/2006/math" xmlns:a14="http://schemas.microsoft.com/office/drawing/2010/main">
          <a:xfrm>
            <a:off x="4946470" y="4691973"/>
            <a:ext cx="180306" cy="2981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26" h="21600" fill="norm" stroke="1" extrusionOk="0">
                <a:moveTo>
                  <a:pt x="12850" y="0"/>
                </a:moveTo>
                <a:cubicBezTo>
                  <a:pt x="8530" y="0"/>
                  <a:pt x="4966" y="2263"/>
                  <a:pt x="4966" y="5006"/>
                </a:cubicBezTo>
                <a:cubicBezTo>
                  <a:pt x="4966" y="7131"/>
                  <a:pt x="7234" y="8983"/>
                  <a:pt x="10150" y="9669"/>
                </a:cubicBezTo>
                <a:cubicBezTo>
                  <a:pt x="8098" y="9669"/>
                  <a:pt x="8098" y="9669"/>
                  <a:pt x="8098" y="9669"/>
                </a:cubicBezTo>
                <a:cubicBezTo>
                  <a:pt x="3886" y="9669"/>
                  <a:pt x="1294" y="16320"/>
                  <a:pt x="430" y="17897"/>
                </a:cubicBezTo>
                <a:cubicBezTo>
                  <a:pt x="-974" y="20297"/>
                  <a:pt x="1510" y="21600"/>
                  <a:pt x="1510" y="21600"/>
                </a:cubicBezTo>
                <a:cubicBezTo>
                  <a:pt x="10690" y="21600"/>
                  <a:pt x="10690" y="21600"/>
                  <a:pt x="10690" y="21600"/>
                </a:cubicBezTo>
                <a:cubicBezTo>
                  <a:pt x="12634" y="11383"/>
                  <a:pt x="12634" y="11383"/>
                  <a:pt x="12634" y="11383"/>
                </a:cubicBezTo>
                <a:cubicBezTo>
                  <a:pt x="10582" y="10080"/>
                  <a:pt x="10582" y="10080"/>
                  <a:pt x="10582" y="10080"/>
                </a:cubicBezTo>
                <a:cubicBezTo>
                  <a:pt x="15118" y="10080"/>
                  <a:pt x="15118" y="10080"/>
                  <a:pt x="15118" y="10080"/>
                </a:cubicBezTo>
                <a:cubicBezTo>
                  <a:pt x="13066" y="11383"/>
                  <a:pt x="13066" y="11383"/>
                  <a:pt x="13066" y="11383"/>
                </a:cubicBezTo>
                <a:cubicBezTo>
                  <a:pt x="15010" y="21600"/>
                  <a:pt x="15010" y="21600"/>
                  <a:pt x="15010" y="21600"/>
                </a:cubicBezTo>
                <a:cubicBezTo>
                  <a:pt x="17170" y="21600"/>
                  <a:pt x="17170" y="21600"/>
                  <a:pt x="17170" y="21600"/>
                </a:cubicBezTo>
                <a:cubicBezTo>
                  <a:pt x="16306" y="20777"/>
                  <a:pt x="15118" y="19131"/>
                  <a:pt x="16414" y="16800"/>
                </a:cubicBezTo>
                <a:cubicBezTo>
                  <a:pt x="16522" y="16526"/>
                  <a:pt x="16738" y="16114"/>
                  <a:pt x="16954" y="15634"/>
                </a:cubicBezTo>
                <a:cubicBezTo>
                  <a:pt x="17710" y="14194"/>
                  <a:pt x="18682" y="12206"/>
                  <a:pt x="19978" y="10423"/>
                </a:cubicBezTo>
                <a:cubicBezTo>
                  <a:pt x="19330" y="9943"/>
                  <a:pt x="18466" y="9669"/>
                  <a:pt x="17602" y="9669"/>
                </a:cubicBezTo>
                <a:cubicBezTo>
                  <a:pt x="15442" y="9669"/>
                  <a:pt x="15442" y="9669"/>
                  <a:pt x="15442" y="9669"/>
                </a:cubicBezTo>
                <a:cubicBezTo>
                  <a:pt x="18466" y="8983"/>
                  <a:pt x="20626" y="7131"/>
                  <a:pt x="20626" y="5006"/>
                </a:cubicBezTo>
                <a:cubicBezTo>
                  <a:pt x="20626" y="2263"/>
                  <a:pt x="17170" y="0"/>
                  <a:pt x="12850" y="0"/>
                </a:cubicBezTo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9" name="Freeform 49"/>
          <p:cNvSpPr/>
          <p:nvPr/>
        </p:nvSpPr>
        <p:spPr xmlns:m="http://schemas.openxmlformats.org/officeDocument/2006/math" xmlns:a14="http://schemas.microsoft.com/office/drawing/2010/main">
          <a:xfrm>
            <a:off x="5340242" y="4691973"/>
            <a:ext cx="180048" cy="2981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40" h="21600" fill="norm" stroke="1" extrusionOk="0">
                <a:moveTo>
                  <a:pt x="7776" y="0"/>
                </a:moveTo>
                <a:cubicBezTo>
                  <a:pt x="3456" y="0"/>
                  <a:pt x="0" y="2263"/>
                  <a:pt x="0" y="5006"/>
                </a:cubicBezTo>
                <a:cubicBezTo>
                  <a:pt x="0" y="7131"/>
                  <a:pt x="2160" y="8983"/>
                  <a:pt x="5184" y="9669"/>
                </a:cubicBezTo>
                <a:cubicBezTo>
                  <a:pt x="3024" y="9669"/>
                  <a:pt x="3024" y="9669"/>
                  <a:pt x="3024" y="9669"/>
                </a:cubicBezTo>
                <a:cubicBezTo>
                  <a:pt x="2160" y="9669"/>
                  <a:pt x="1404" y="9943"/>
                  <a:pt x="648" y="10423"/>
                </a:cubicBezTo>
                <a:cubicBezTo>
                  <a:pt x="1944" y="12206"/>
                  <a:pt x="2916" y="14194"/>
                  <a:pt x="3672" y="15634"/>
                </a:cubicBezTo>
                <a:cubicBezTo>
                  <a:pt x="3888" y="16114"/>
                  <a:pt x="4104" y="16526"/>
                  <a:pt x="4212" y="16800"/>
                </a:cubicBezTo>
                <a:cubicBezTo>
                  <a:pt x="5616" y="19131"/>
                  <a:pt x="4320" y="20777"/>
                  <a:pt x="3456" y="21600"/>
                </a:cubicBezTo>
                <a:cubicBezTo>
                  <a:pt x="5616" y="21600"/>
                  <a:pt x="5616" y="21600"/>
                  <a:pt x="5616" y="21600"/>
                </a:cubicBezTo>
                <a:cubicBezTo>
                  <a:pt x="7560" y="11383"/>
                  <a:pt x="7560" y="11383"/>
                  <a:pt x="7560" y="11383"/>
                </a:cubicBezTo>
                <a:cubicBezTo>
                  <a:pt x="5616" y="10080"/>
                  <a:pt x="5616" y="10080"/>
                  <a:pt x="5616" y="10080"/>
                </a:cubicBezTo>
                <a:cubicBezTo>
                  <a:pt x="10044" y="10080"/>
                  <a:pt x="10044" y="10080"/>
                  <a:pt x="10044" y="10080"/>
                </a:cubicBezTo>
                <a:cubicBezTo>
                  <a:pt x="7992" y="11383"/>
                  <a:pt x="7992" y="11383"/>
                  <a:pt x="7992" y="11383"/>
                </a:cubicBezTo>
                <a:cubicBezTo>
                  <a:pt x="9936" y="21600"/>
                  <a:pt x="9936" y="21600"/>
                  <a:pt x="9936" y="21600"/>
                </a:cubicBezTo>
                <a:cubicBezTo>
                  <a:pt x="19224" y="21600"/>
                  <a:pt x="19224" y="21600"/>
                  <a:pt x="19224" y="21600"/>
                </a:cubicBezTo>
                <a:cubicBezTo>
                  <a:pt x="19224" y="21600"/>
                  <a:pt x="21600" y="20297"/>
                  <a:pt x="20196" y="17897"/>
                </a:cubicBezTo>
                <a:cubicBezTo>
                  <a:pt x="19332" y="16320"/>
                  <a:pt x="16848" y="9669"/>
                  <a:pt x="12528" y="9669"/>
                </a:cubicBezTo>
                <a:cubicBezTo>
                  <a:pt x="10476" y="9669"/>
                  <a:pt x="10476" y="9669"/>
                  <a:pt x="10476" y="9669"/>
                </a:cubicBezTo>
                <a:cubicBezTo>
                  <a:pt x="13500" y="8983"/>
                  <a:pt x="15660" y="7131"/>
                  <a:pt x="15660" y="5006"/>
                </a:cubicBezTo>
                <a:cubicBezTo>
                  <a:pt x="15660" y="2263"/>
                  <a:pt x="12096" y="0"/>
                  <a:pt x="7776" y="0"/>
                </a:cubicBezTo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0" name="任意多边形 56"/>
          <p:cNvSpPr/>
          <p:nvPr/>
        </p:nvSpPr>
        <p:spPr xmlns:m="http://schemas.openxmlformats.org/officeDocument/2006/math" xmlns:a14="http://schemas.microsoft.com/office/drawing/2010/main">
          <a:xfrm>
            <a:off x="6253333" y="4086993"/>
            <a:ext cx="1414953" cy="141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574" y="0"/>
                </a:moveTo>
                <a:lnTo>
                  <a:pt x="12026" y="0"/>
                </a:lnTo>
                <a:lnTo>
                  <a:pt x="12504" y="2230"/>
                </a:lnTo>
                <a:lnTo>
                  <a:pt x="12619" y="2248"/>
                </a:lnTo>
                <a:lnTo>
                  <a:pt x="13598" y="2539"/>
                </a:lnTo>
                <a:lnTo>
                  <a:pt x="15138" y="834"/>
                </a:lnTo>
                <a:lnTo>
                  <a:pt x="17262" y="2060"/>
                </a:lnTo>
                <a:lnTo>
                  <a:pt x="16579" y="4172"/>
                </a:lnTo>
                <a:lnTo>
                  <a:pt x="16708" y="4266"/>
                </a:lnTo>
                <a:cubicBezTo>
                  <a:pt x="16947" y="4473"/>
                  <a:pt x="17174" y="4692"/>
                  <a:pt x="17390" y="4922"/>
                </a:cubicBezTo>
                <a:lnTo>
                  <a:pt x="17464" y="5009"/>
                </a:lnTo>
                <a:lnTo>
                  <a:pt x="19540" y="4338"/>
                </a:lnTo>
                <a:lnTo>
                  <a:pt x="20766" y="6462"/>
                </a:lnTo>
                <a:lnTo>
                  <a:pt x="19219" y="7859"/>
                </a:lnTo>
                <a:lnTo>
                  <a:pt x="19344" y="8170"/>
                </a:lnTo>
                <a:lnTo>
                  <a:pt x="19590" y="9143"/>
                </a:lnTo>
                <a:lnTo>
                  <a:pt x="21600" y="9574"/>
                </a:lnTo>
                <a:lnTo>
                  <a:pt x="21600" y="12026"/>
                </a:lnTo>
                <a:lnTo>
                  <a:pt x="19717" y="12429"/>
                </a:lnTo>
                <a:lnTo>
                  <a:pt x="19644" y="12911"/>
                </a:lnTo>
                <a:cubicBezTo>
                  <a:pt x="19591" y="13168"/>
                  <a:pt x="19528" y="13421"/>
                  <a:pt x="19454" y="13670"/>
                </a:cubicBezTo>
                <a:lnTo>
                  <a:pt x="19379" y="13885"/>
                </a:lnTo>
                <a:lnTo>
                  <a:pt x="20766" y="15138"/>
                </a:lnTo>
                <a:lnTo>
                  <a:pt x="19540" y="17262"/>
                </a:lnTo>
                <a:lnTo>
                  <a:pt x="17836" y="16711"/>
                </a:lnTo>
                <a:lnTo>
                  <a:pt x="17626" y="16999"/>
                </a:lnTo>
                <a:cubicBezTo>
                  <a:pt x="17419" y="17238"/>
                  <a:pt x="17200" y="17466"/>
                  <a:pt x="16969" y="17682"/>
                </a:cubicBezTo>
                <a:lnTo>
                  <a:pt x="16727" y="17886"/>
                </a:lnTo>
                <a:lnTo>
                  <a:pt x="17262" y="19540"/>
                </a:lnTo>
                <a:lnTo>
                  <a:pt x="15138" y="20766"/>
                </a:lnTo>
                <a:lnTo>
                  <a:pt x="14011" y="19519"/>
                </a:lnTo>
                <a:lnTo>
                  <a:pt x="13721" y="19636"/>
                </a:lnTo>
                <a:lnTo>
                  <a:pt x="12374" y="19976"/>
                </a:lnTo>
                <a:lnTo>
                  <a:pt x="12026" y="21600"/>
                </a:lnTo>
                <a:lnTo>
                  <a:pt x="9574" y="21600"/>
                </a:lnTo>
                <a:lnTo>
                  <a:pt x="9225" y="19973"/>
                </a:lnTo>
                <a:lnTo>
                  <a:pt x="8981" y="19935"/>
                </a:lnTo>
                <a:lnTo>
                  <a:pt x="7586" y="19521"/>
                </a:lnTo>
                <a:lnTo>
                  <a:pt x="6462" y="20766"/>
                </a:lnTo>
                <a:lnTo>
                  <a:pt x="4338" y="19540"/>
                </a:lnTo>
                <a:lnTo>
                  <a:pt x="4870" y="17895"/>
                </a:lnTo>
                <a:lnTo>
                  <a:pt x="3834" y="16834"/>
                </a:lnTo>
                <a:lnTo>
                  <a:pt x="3752" y="16715"/>
                </a:lnTo>
                <a:lnTo>
                  <a:pt x="2060" y="17262"/>
                </a:lnTo>
                <a:lnTo>
                  <a:pt x="834" y="15138"/>
                </a:lnTo>
                <a:lnTo>
                  <a:pt x="2222" y="13885"/>
                </a:lnTo>
                <a:lnTo>
                  <a:pt x="2085" y="13456"/>
                </a:lnTo>
                <a:lnTo>
                  <a:pt x="1879" y="12429"/>
                </a:lnTo>
                <a:lnTo>
                  <a:pt x="0" y="12026"/>
                </a:lnTo>
                <a:lnTo>
                  <a:pt x="0" y="9574"/>
                </a:lnTo>
                <a:lnTo>
                  <a:pt x="1991" y="9147"/>
                </a:lnTo>
                <a:lnTo>
                  <a:pt x="2085" y="8728"/>
                </a:lnTo>
                <a:lnTo>
                  <a:pt x="2386" y="7864"/>
                </a:lnTo>
                <a:lnTo>
                  <a:pt x="834" y="6462"/>
                </a:lnTo>
                <a:lnTo>
                  <a:pt x="2060" y="4338"/>
                </a:lnTo>
                <a:lnTo>
                  <a:pt x="4153" y="5014"/>
                </a:lnTo>
                <a:lnTo>
                  <a:pt x="4611" y="4520"/>
                </a:lnTo>
                <a:lnTo>
                  <a:pt x="5024" y="4181"/>
                </a:lnTo>
                <a:lnTo>
                  <a:pt x="4338" y="2060"/>
                </a:lnTo>
                <a:lnTo>
                  <a:pt x="6462" y="834"/>
                </a:lnTo>
                <a:lnTo>
                  <a:pt x="7989" y="2525"/>
                </a:lnTo>
                <a:lnTo>
                  <a:pt x="8981" y="2248"/>
                </a:lnTo>
                <a:lnTo>
                  <a:pt x="9096" y="2230"/>
                </a:ln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100000">
                <a:srgbClr val="E2E2E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190500" dist="88900" dir="2700000">
              <a:srgbClr val="000000">
                <a:alpha val="3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1" name="椭圆 57"/>
          <p:cNvSpPr/>
          <p:nvPr/>
        </p:nvSpPr>
        <p:spPr xmlns:m="http://schemas.openxmlformats.org/officeDocument/2006/math" xmlns:a14="http://schemas.microsoft.com/office/drawing/2010/main">
          <a:xfrm>
            <a:off x="6478121" y="4311812"/>
            <a:ext cx="965376" cy="965506"/>
          </a:xfrm>
          <a:prstGeom prst="ellipse">
            <a:avLst/>
          </a:prstGeom>
          <a:solidFill>
            <a:schemeClr val="accent1"/>
          </a:solidFill>
          <a:ln w="22225" cap="flat">
            <a:solidFill>
              <a:srgbClr val="E6E6E6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2" name="椭圆 58"/>
          <p:cNvSpPr/>
          <p:nvPr/>
        </p:nvSpPr>
        <p:spPr xmlns:m="http://schemas.openxmlformats.org/officeDocument/2006/math" xmlns:a14="http://schemas.microsoft.com/office/drawing/2010/main">
          <a:xfrm>
            <a:off x="6543810" y="4381208"/>
            <a:ext cx="834000" cy="834112"/>
          </a:xfrm>
          <a:prstGeom prst="ellipse">
            <a:avLst/>
          </a:prstGeom>
          <a:gradFill flip="none" rotWithShape="1">
            <a:gsLst>
              <a:gs pos="0">
                <a:srgbClr val="D9D9D9"/>
              </a:gs>
              <a:gs pos="100000">
                <a:srgbClr val="FFFFFF"/>
              </a:gs>
            </a:gsLst>
            <a:lin ang="2700000" scaled="0"/>
          </a:gradFill>
          <a:ln w="19050" cap="flat">
            <a:solidFill>
              <a:srgbClr val="E6E6E6"/>
            </a:solidFill>
            <a:prstDash val="solid"/>
            <a:miter lim="800000"/>
          </a:ln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3" name="Freeform 57"/>
          <p:cNvSpPr/>
          <p:nvPr/>
        </p:nvSpPr>
        <p:spPr xmlns:m="http://schemas.openxmlformats.org/officeDocument/2006/math" xmlns:a14="http://schemas.microsoft.com/office/drawing/2010/main">
          <a:xfrm>
            <a:off x="6716094" y="4562048"/>
            <a:ext cx="489433" cy="4904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167" y="5882"/>
                </a:moveTo>
                <a:cubicBezTo>
                  <a:pt x="6277" y="5882"/>
                  <a:pt x="5437" y="7019"/>
                  <a:pt x="6228" y="7859"/>
                </a:cubicBezTo>
                <a:cubicBezTo>
                  <a:pt x="9737" y="11714"/>
                  <a:pt x="9737" y="11714"/>
                  <a:pt x="9737" y="11714"/>
                </a:cubicBezTo>
                <a:cubicBezTo>
                  <a:pt x="9935" y="11962"/>
                  <a:pt x="10232" y="12110"/>
                  <a:pt x="10578" y="12110"/>
                </a:cubicBezTo>
                <a:cubicBezTo>
                  <a:pt x="13642" y="12110"/>
                  <a:pt x="13642" y="12110"/>
                  <a:pt x="13642" y="12110"/>
                </a:cubicBezTo>
                <a:cubicBezTo>
                  <a:pt x="15125" y="12110"/>
                  <a:pt x="15273" y="9688"/>
                  <a:pt x="13642" y="9688"/>
                </a:cubicBezTo>
                <a:cubicBezTo>
                  <a:pt x="11121" y="9688"/>
                  <a:pt x="11121" y="9688"/>
                  <a:pt x="11121" y="9688"/>
                </a:cubicBezTo>
                <a:cubicBezTo>
                  <a:pt x="7958" y="6228"/>
                  <a:pt x="7958" y="6228"/>
                  <a:pt x="7958" y="6228"/>
                </a:cubicBezTo>
                <a:cubicBezTo>
                  <a:pt x="7711" y="5981"/>
                  <a:pt x="7464" y="5882"/>
                  <a:pt x="7167" y="5882"/>
                </a:cubicBezTo>
                <a:moveTo>
                  <a:pt x="10825" y="19178"/>
                </a:moveTo>
                <a:cubicBezTo>
                  <a:pt x="6129" y="19178"/>
                  <a:pt x="2373" y="15422"/>
                  <a:pt x="2373" y="10775"/>
                </a:cubicBezTo>
                <a:cubicBezTo>
                  <a:pt x="2373" y="6129"/>
                  <a:pt x="6129" y="2373"/>
                  <a:pt x="10825" y="2373"/>
                </a:cubicBezTo>
                <a:cubicBezTo>
                  <a:pt x="15471" y="2373"/>
                  <a:pt x="19178" y="6129"/>
                  <a:pt x="19178" y="10775"/>
                </a:cubicBezTo>
                <a:cubicBezTo>
                  <a:pt x="19178" y="15422"/>
                  <a:pt x="15471" y="19178"/>
                  <a:pt x="10825" y="19178"/>
                </a:cubicBezTo>
                <a:moveTo>
                  <a:pt x="10825" y="0"/>
                </a:moveTo>
                <a:cubicBezTo>
                  <a:pt x="4844" y="0"/>
                  <a:pt x="0" y="4795"/>
                  <a:pt x="0" y="10775"/>
                </a:cubicBezTo>
                <a:cubicBezTo>
                  <a:pt x="0" y="16756"/>
                  <a:pt x="4844" y="21600"/>
                  <a:pt x="10825" y="21600"/>
                </a:cubicBezTo>
                <a:cubicBezTo>
                  <a:pt x="16756" y="21600"/>
                  <a:pt x="21600" y="16756"/>
                  <a:pt x="21600" y="10775"/>
                </a:cubicBezTo>
                <a:cubicBezTo>
                  <a:pt x="21600" y="4795"/>
                  <a:pt x="16756" y="0"/>
                  <a:pt x="10825" y="0"/>
                </a:cubicBezTo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4" name="矩形 74"/>
          <p:cNvSpPr txBox="1"/>
          <p:nvPr/>
        </p:nvSpPr>
        <p:spPr>
          <a:xfrm>
            <a:off x="1733649" y="2148325"/>
            <a:ext cx="2038675" cy="650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</a:t>
            </a:r>
          </a:p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</a:t>
            </a:r>
          </a:p>
        </p:txBody>
      </p:sp>
      <p:sp>
        <p:nvSpPr>
          <p:cNvPr id="45" name="矩形 75"/>
          <p:cNvSpPr txBox="1"/>
          <p:nvPr/>
        </p:nvSpPr>
        <p:spPr>
          <a:xfrm>
            <a:off x="1733649" y="1805619"/>
            <a:ext cx="1922040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46" name="矩形 77"/>
          <p:cNvSpPr txBox="1"/>
          <p:nvPr/>
        </p:nvSpPr>
        <p:spPr>
          <a:xfrm>
            <a:off x="8714213" y="2136133"/>
            <a:ext cx="2038675" cy="916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</a:t>
            </a:r>
          </a:p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</a:t>
            </a:r>
          </a:p>
        </p:txBody>
      </p:sp>
      <p:sp>
        <p:nvSpPr>
          <p:cNvPr id="47" name="矩形 78"/>
          <p:cNvSpPr txBox="1"/>
          <p:nvPr/>
        </p:nvSpPr>
        <p:spPr>
          <a:xfrm>
            <a:off x="8714213" y="1805619"/>
            <a:ext cx="1922040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48" name="矩形 80"/>
          <p:cNvSpPr txBox="1"/>
          <p:nvPr/>
        </p:nvSpPr>
        <p:spPr>
          <a:xfrm>
            <a:off x="1733649" y="5069058"/>
            <a:ext cx="2038675" cy="916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</a:t>
            </a:r>
          </a:p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</a:t>
            </a:r>
          </a:p>
        </p:txBody>
      </p:sp>
      <p:sp>
        <p:nvSpPr>
          <p:cNvPr id="49" name="矩形 81"/>
          <p:cNvSpPr txBox="1"/>
          <p:nvPr/>
        </p:nvSpPr>
        <p:spPr>
          <a:xfrm>
            <a:off x="1733649" y="4738544"/>
            <a:ext cx="1922040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50" name="矩形 83"/>
          <p:cNvSpPr txBox="1"/>
          <p:nvPr/>
        </p:nvSpPr>
        <p:spPr>
          <a:xfrm>
            <a:off x="8714213" y="5069058"/>
            <a:ext cx="2038675" cy="916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</a:t>
            </a:r>
          </a:p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</a:t>
            </a:r>
          </a:p>
        </p:txBody>
      </p:sp>
      <p:sp>
        <p:nvSpPr>
          <p:cNvPr id="51" name="矩形 84"/>
          <p:cNvSpPr txBox="1"/>
          <p:nvPr/>
        </p:nvSpPr>
        <p:spPr>
          <a:xfrm>
            <a:off x="8714213" y="4738544"/>
            <a:ext cx="1922040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9"/>
          <p:cNvSpPr/>
          <p:nvPr/>
        </p:nvSpPr>
        <p:spPr xmlns:m="http://schemas.openxmlformats.org/officeDocument/2006/math" xmlns:a14="http://schemas.microsoft.com/office/drawing/2010/main">
          <a:xfrm>
            <a:off x="1349854" y="2547113"/>
            <a:ext cx="372765" cy="296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7" h="21417" fill="norm" stroke="1" extrusionOk="0">
                <a:moveTo>
                  <a:pt x="7254" y="21137"/>
                </a:moveTo>
                <a:cubicBezTo>
                  <a:pt x="7254" y="21475"/>
                  <a:pt x="7390" y="21475"/>
                  <a:pt x="7661" y="21306"/>
                </a:cubicBezTo>
                <a:cubicBezTo>
                  <a:pt x="7933" y="20969"/>
                  <a:pt x="10922" y="17594"/>
                  <a:pt x="10922" y="17594"/>
                </a:cubicBezTo>
                <a:cubicBezTo>
                  <a:pt x="7254" y="15231"/>
                  <a:pt x="7254" y="15231"/>
                  <a:pt x="7254" y="15231"/>
                </a:cubicBezTo>
                <a:cubicBezTo>
                  <a:pt x="7254" y="21137"/>
                  <a:pt x="7254" y="21137"/>
                  <a:pt x="7254" y="21137"/>
                </a:cubicBezTo>
                <a:close/>
                <a:moveTo>
                  <a:pt x="20839" y="44"/>
                </a:moveTo>
                <a:cubicBezTo>
                  <a:pt x="20431" y="213"/>
                  <a:pt x="597" y="8819"/>
                  <a:pt x="326" y="8988"/>
                </a:cubicBezTo>
                <a:cubicBezTo>
                  <a:pt x="-82" y="9156"/>
                  <a:pt x="-82" y="9494"/>
                  <a:pt x="190" y="9663"/>
                </a:cubicBezTo>
                <a:cubicBezTo>
                  <a:pt x="733" y="10000"/>
                  <a:pt x="4673" y="11856"/>
                  <a:pt x="4673" y="11856"/>
                </a:cubicBezTo>
                <a:cubicBezTo>
                  <a:pt x="4673" y="11856"/>
                  <a:pt x="4673" y="11856"/>
                  <a:pt x="4673" y="11856"/>
                </a:cubicBezTo>
                <a:cubicBezTo>
                  <a:pt x="7254" y="13206"/>
                  <a:pt x="7254" y="13206"/>
                  <a:pt x="7254" y="13206"/>
                </a:cubicBezTo>
                <a:cubicBezTo>
                  <a:pt x="7254" y="13206"/>
                  <a:pt x="19888" y="1731"/>
                  <a:pt x="20024" y="1563"/>
                </a:cubicBezTo>
                <a:cubicBezTo>
                  <a:pt x="20295" y="1394"/>
                  <a:pt x="20431" y="1731"/>
                  <a:pt x="20295" y="1900"/>
                </a:cubicBezTo>
                <a:cubicBezTo>
                  <a:pt x="20160" y="2069"/>
                  <a:pt x="11193" y="14219"/>
                  <a:pt x="11193" y="14219"/>
                </a:cubicBezTo>
                <a:cubicBezTo>
                  <a:pt x="11193" y="14219"/>
                  <a:pt x="11193" y="14219"/>
                  <a:pt x="11193" y="14219"/>
                </a:cubicBezTo>
                <a:cubicBezTo>
                  <a:pt x="10650" y="14894"/>
                  <a:pt x="10650" y="14894"/>
                  <a:pt x="10650" y="14894"/>
                </a:cubicBezTo>
                <a:cubicBezTo>
                  <a:pt x="11329" y="15400"/>
                  <a:pt x="11329" y="15400"/>
                  <a:pt x="11329" y="15400"/>
                </a:cubicBezTo>
                <a:cubicBezTo>
                  <a:pt x="11329" y="15400"/>
                  <a:pt x="11329" y="15400"/>
                  <a:pt x="11329" y="15400"/>
                </a:cubicBezTo>
                <a:cubicBezTo>
                  <a:pt x="11329" y="15400"/>
                  <a:pt x="16763" y="18944"/>
                  <a:pt x="17171" y="19281"/>
                </a:cubicBezTo>
                <a:cubicBezTo>
                  <a:pt x="17443" y="19450"/>
                  <a:pt x="17850" y="19281"/>
                  <a:pt x="17986" y="18775"/>
                </a:cubicBezTo>
                <a:cubicBezTo>
                  <a:pt x="18122" y="18100"/>
                  <a:pt x="21382" y="1056"/>
                  <a:pt x="21382" y="719"/>
                </a:cubicBezTo>
                <a:cubicBezTo>
                  <a:pt x="21518" y="213"/>
                  <a:pt x="21246" y="-125"/>
                  <a:pt x="20839" y="4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 algn="ctr">
              <a:defRPr sz="29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" name="Freeform 8"/>
          <p:cNvSpPr/>
          <p:nvPr/>
        </p:nvSpPr>
        <p:spPr xmlns:m="http://schemas.openxmlformats.org/officeDocument/2006/math" xmlns:a14="http://schemas.microsoft.com/office/drawing/2010/main">
          <a:xfrm>
            <a:off x="5184280" y="2599066"/>
            <a:ext cx="325956" cy="3229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817" y="10800"/>
                </a:moveTo>
                <a:cubicBezTo>
                  <a:pt x="0" y="10800"/>
                  <a:pt x="0" y="10800"/>
                  <a:pt x="0" y="10800"/>
                </a:cubicBezTo>
                <a:cubicBezTo>
                  <a:pt x="0" y="18939"/>
                  <a:pt x="0" y="18939"/>
                  <a:pt x="0" y="18939"/>
                </a:cubicBezTo>
                <a:cubicBezTo>
                  <a:pt x="0" y="20348"/>
                  <a:pt x="1252" y="21600"/>
                  <a:pt x="2817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18939"/>
                  <a:pt x="10800" y="18939"/>
                  <a:pt x="10800" y="18939"/>
                </a:cubicBezTo>
                <a:cubicBezTo>
                  <a:pt x="2817" y="18939"/>
                  <a:pt x="2817" y="18939"/>
                  <a:pt x="2817" y="18939"/>
                </a:cubicBezTo>
                <a:cubicBezTo>
                  <a:pt x="2817" y="10800"/>
                  <a:pt x="2817" y="10800"/>
                  <a:pt x="2817" y="10800"/>
                </a:cubicBezTo>
                <a:close/>
                <a:moveTo>
                  <a:pt x="18939" y="13461"/>
                </a:moveTo>
                <a:cubicBezTo>
                  <a:pt x="8139" y="13461"/>
                  <a:pt x="8139" y="13461"/>
                  <a:pt x="8139" y="13461"/>
                </a:cubicBezTo>
                <a:cubicBezTo>
                  <a:pt x="8139" y="2817"/>
                  <a:pt x="8139" y="2817"/>
                  <a:pt x="8139" y="2817"/>
                </a:cubicBezTo>
                <a:cubicBezTo>
                  <a:pt x="18939" y="2817"/>
                  <a:pt x="18939" y="2817"/>
                  <a:pt x="18939" y="2817"/>
                </a:cubicBezTo>
                <a:cubicBezTo>
                  <a:pt x="18939" y="13461"/>
                  <a:pt x="18939" y="13461"/>
                  <a:pt x="18939" y="13461"/>
                </a:cubicBezTo>
                <a:close/>
                <a:moveTo>
                  <a:pt x="18939" y="0"/>
                </a:moveTo>
                <a:cubicBezTo>
                  <a:pt x="8139" y="0"/>
                  <a:pt x="8139" y="0"/>
                  <a:pt x="8139" y="0"/>
                </a:cubicBezTo>
                <a:cubicBezTo>
                  <a:pt x="6574" y="0"/>
                  <a:pt x="5478" y="1252"/>
                  <a:pt x="5478" y="2661"/>
                </a:cubicBezTo>
                <a:cubicBezTo>
                  <a:pt x="5478" y="13461"/>
                  <a:pt x="5478" y="13461"/>
                  <a:pt x="5478" y="13461"/>
                </a:cubicBezTo>
                <a:cubicBezTo>
                  <a:pt x="5478" y="15026"/>
                  <a:pt x="6574" y="16122"/>
                  <a:pt x="8139" y="16122"/>
                </a:cubicBezTo>
                <a:cubicBezTo>
                  <a:pt x="18939" y="16122"/>
                  <a:pt x="18939" y="16122"/>
                  <a:pt x="18939" y="16122"/>
                </a:cubicBezTo>
                <a:cubicBezTo>
                  <a:pt x="20348" y="16122"/>
                  <a:pt x="21600" y="15026"/>
                  <a:pt x="21600" y="13461"/>
                </a:cubicBezTo>
                <a:cubicBezTo>
                  <a:pt x="21600" y="2817"/>
                  <a:pt x="21600" y="2817"/>
                  <a:pt x="21600" y="2817"/>
                </a:cubicBezTo>
                <a:cubicBezTo>
                  <a:pt x="21600" y="1252"/>
                  <a:pt x="20348" y="0"/>
                  <a:pt x="18939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 algn="ctr">
              <a:defRPr sz="29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" name="Freeform 7"/>
          <p:cNvSpPr/>
          <p:nvPr/>
        </p:nvSpPr>
        <p:spPr xmlns:m="http://schemas.openxmlformats.org/officeDocument/2006/math" xmlns:a14="http://schemas.microsoft.com/office/drawing/2010/main">
          <a:xfrm>
            <a:off x="1352508" y="4458264"/>
            <a:ext cx="379009" cy="3926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28" h="21362" fill="norm" stroke="1" extrusionOk="0">
                <a:moveTo>
                  <a:pt x="5401" y="21362"/>
                </a:moveTo>
                <a:cubicBezTo>
                  <a:pt x="3979" y="21362"/>
                  <a:pt x="2556" y="20854"/>
                  <a:pt x="1521" y="19837"/>
                </a:cubicBezTo>
                <a:cubicBezTo>
                  <a:pt x="-290" y="17931"/>
                  <a:pt x="-807" y="14628"/>
                  <a:pt x="1780" y="12087"/>
                </a:cubicBezTo>
                <a:cubicBezTo>
                  <a:pt x="3332" y="10562"/>
                  <a:pt x="9670" y="4336"/>
                  <a:pt x="12774" y="1287"/>
                </a:cubicBezTo>
                <a:cubicBezTo>
                  <a:pt x="13938" y="143"/>
                  <a:pt x="15361" y="-238"/>
                  <a:pt x="16654" y="143"/>
                </a:cubicBezTo>
                <a:cubicBezTo>
                  <a:pt x="18077" y="397"/>
                  <a:pt x="19112" y="1541"/>
                  <a:pt x="19500" y="2811"/>
                </a:cubicBezTo>
                <a:cubicBezTo>
                  <a:pt x="19888" y="4209"/>
                  <a:pt x="19370" y="5607"/>
                  <a:pt x="18336" y="6623"/>
                </a:cubicBezTo>
                <a:cubicBezTo>
                  <a:pt x="7730" y="17042"/>
                  <a:pt x="7730" y="17042"/>
                  <a:pt x="7730" y="17042"/>
                </a:cubicBezTo>
                <a:cubicBezTo>
                  <a:pt x="7212" y="17550"/>
                  <a:pt x="6565" y="17931"/>
                  <a:pt x="5789" y="17931"/>
                </a:cubicBezTo>
                <a:cubicBezTo>
                  <a:pt x="5143" y="18058"/>
                  <a:pt x="4496" y="17804"/>
                  <a:pt x="4108" y="17423"/>
                </a:cubicBezTo>
                <a:cubicBezTo>
                  <a:pt x="3203" y="16661"/>
                  <a:pt x="3073" y="15136"/>
                  <a:pt x="4496" y="13738"/>
                </a:cubicBezTo>
                <a:cubicBezTo>
                  <a:pt x="11868" y="6496"/>
                  <a:pt x="11868" y="6496"/>
                  <a:pt x="11868" y="6496"/>
                </a:cubicBezTo>
                <a:cubicBezTo>
                  <a:pt x="12127" y="6242"/>
                  <a:pt x="12644" y="6242"/>
                  <a:pt x="12903" y="6496"/>
                </a:cubicBezTo>
                <a:cubicBezTo>
                  <a:pt x="13291" y="6750"/>
                  <a:pt x="13291" y="7258"/>
                  <a:pt x="12903" y="7640"/>
                </a:cubicBezTo>
                <a:cubicBezTo>
                  <a:pt x="5531" y="14882"/>
                  <a:pt x="5531" y="14882"/>
                  <a:pt x="5531" y="14882"/>
                </a:cubicBezTo>
                <a:cubicBezTo>
                  <a:pt x="4884" y="15517"/>
                  <a:pt x="4884" y="16026"/>
                  <a:pt x="5143" y="16280"/>
                </a:cubicBezTo>
                <a:cubicBezTo>
                  <a:pt x="5272" y="16407"/>
                  <a:pt x="5401" y="16534"/>
                  <a:pt x="5660" y="16534"/>
                </a:cubicBezTo>
                <a:cubicBezTo>
                  <a:pt x="5919" y="16407"/>
                  <a:pt x="6307" y="16280"/>
                  <a:pt x="6695" y="15898"/>
                </a:cubicBezTo>
                <a:cubicBezTo>
                  <a:pt x="17171" y="5607"/>
                  <a:pt x="17171" y="5607"/>
                  <a:pt x="17171" y="5607"/>
                </a:cubicBezTo>
                <a:cubicBezTo>
                  <a:pt x="17947" y="4844"/>
                  <a:pt x="18206" y="4082"/>
                  <a:pt x="17947" y="3193"/>
                </a:cubicBezTo>
                <a:cubicBezTo>
                  <a:pt x="17818" y="2430"/>
                  <a:pt x="17042" y="1795"/>
                  <a:pt x="16266" y="1541"/>
                </a:cubicBezTo>
                <a:cubicBezTo>
                  <a:pt x="15490" y="1414"/>
                  <a:pt x="14585" y="1668"/>
                  <a:pt x="13938" y="2303"/>
                </a:cubicBezTo>
                <a:cubicBezTo>
                  <a:pt x="10704" y="5480"/>
                  <a:pt x="4496" y="11578"/>
                  <a:pt x="2944" y="13103"/>
                </a:cubicBezTo>
                <a:cubicBezTo>
                  <a:pt x="874" y="15136"/>
                  <a:pt x="1392" y="17423"/>
                  <a:pt x="2685" y="18821"/>
                </a:cubicBezTo>
                <a:cubicBezTo>
                  <a:pt x="3979" y="20091"/>
                  <a:pt x="6307" y="20600"/>
                  <a:pt x="8376" y="18567"/>
                </a:cubicBezTo>
                <a:cubicBezTo>
                  <a:pt x="19370" y="7767"/>
                  <a:pt x="19370" y="7767"/>
                  <a:pt x="19370" y="7767"/>
                </a:cubicBezTo>
                <a:cubicBezTo>
                  <a:pt x="19758" y="7386"/>
                  <a:pt x="20146" y="7386"/>
                  <a:pt x="20534" y="7767"/>
                </a:cubicBezTo>
                <a:cubicBezTo>
                  <a:pt x="20793" y="8021"/>
                  <a:pt x="20793" y="8529"/>
                  <a:pt x="20534" y="8783"/>
                </a:cubicBezTo>
                <a:cubicBezTo>
                  <a:pt x="9540" y="19583"/>
                  <a:pt x="9540" y="19583"/>
                  <a:pt x="9540" y="19583"/>
                </a:cubicBezTo>
                <a:cubicBezTo>
                  <a:pt x="8247" y="20854"/>
                  <a:pt x="6695" y="21362"/>
                  <a:pt x="5401" y="2136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 algn="ctr">
              <a:defRPr sz="29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" name="Freeform 6"/>
          <p:cNvSpPr/>
          <p:nvPr/>
        </p:nvSpPr>
        <p:spPr xmlns:m="http://schemas.openxmlformats.org/officeDocument/2006/math" xmlns:a14="http://schemas.microsoft.com/office/drawing/2010/main">
          <a:xfrm>
            <a:off x="5188699" y="4482531"/>
            <a:ext cx="362950" cy="3684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23" y="3828"/>
                </a:moveTo>
                <a:cubicBezTo>
                  <a:pt x="4769" y="3828"/>
                  <a:pt x="4769" y="3828"/>
                  <a:pt x="4769" y="3828"/>
                </a:cubicBezTo>
                <a:cubicBezTo>
                  <a:pt x="4909" y="6699"/>
                  <a:pt x="5470" y="8613"/>
                  <a:pt x="6031" y="9980"/>
                </a:cubicBezTo>
                <a:cubicBezTo>
                  <a:pt x="3927" y="8613"/>
                  <a:pt x="2104" y="6972"/>
                  <a:pt x="1823" y="3828"/>
                </a:cubicBezTo>
                <a:close/>
                <a:moveTo>
                  <a:pt x="10800" y="1504"/>
                </a:moveTo>
                <a:cubicBezTo>
                  <a:pt x="14166" y="1504"/>
                  <a:pt x="15429" y="2734"/>
                  <a:pt x="15429" y="3281"/>
                </a:cubicBezTo>
                <a:cubicBezTo>
                  <a:pt x="15429" y="3691"/>
                  <a:pt x="14166" y="5058"/>
                  <a:pt x="10800" y="5058"/>
                </a:cubicBezTo>
                <a:cubicBezTo>
                  <a:pt x="7574" y="5058"/>
                  <a:pt x="6312" y="3691"/>
                  <a:pt x="6312" y="3281"/>
                </a:cubicBezTo>
                <a:cubicBezTo>
                  <a:pt x="6312" y="2734"/>
                  <a:pt x="7574" y="1504"/>
                  <a:pt x="10800" y="1504"/>
                </a:cubicBezTo>
                <a:close/>
                <a:moveTo>
                  <a:pt x="15569" y="9980"/>
                </a:moveTo>
                <a:cubicBezTo>
                  <a:pt x="16270" y="8613"/>
                  <a:pt x="16831" y="6699"/>
                  <a:pt x="16971" y="3828"/>
                </a:cubicBezTo>
                <a:cubicBezTo>
                  <a:pt x="19917" y="3828"/>
                  <a:pt x="19917" y="3828"/>
                  <a:pt x="19917" y="3828"/>
                </a:cubicBezTo>
                <a:cubicBezTo>
                  <a:pt x="19636" y="6972"/>
                  <a:pt x="17673" y="8613"/>
                  <a:pt x="15569" y="9980"/>
                </a:cubicBezTo>
                <a:close/>
                <a:moveTo>
                  <a:pt x="12203" y="15858"/>
                </a:moveTo>
                <a:cubicBezTo>
                  <a:pt x="12203" y="14218"/>
                  <a:pt x="13605" y="13261"/>
                  <a:pt x="15709" y="11894"/>
                </a:cubicBezTo>
                <a:cubicBezTo>
                  <a:pt x="18374" y="10116"/>
                  <a:pt x="21600" y="8066"/>
                  <a:pt x="21600" y="3008"/>
                </a:cubicBezTo>
                <a:cubicBezTo>
                  <a:pt x="21600" y="2597"/>
                  <a:pt x="21319" y="2187"/>
                  <a:pt x="20758" y="2187"/>
                </a:cubicBezTo>
                <a:cubicBezTo>
                  <a:pt x="16691" y="2187"/>
                  <a:pt x="16691" y="2187"/>
                  <a:pt x="16691" y="2187"/>
                </a:cubicBezTo>
                <a:cubicBezTo>
                  <a:pt x="16130" y="1094"/>
                  <a:pt x="14306" y="0"/>
                  <a:pt x="10800" y="0"/>
                </a:cubicBezTo>
                <a:cubicBezTo>
                  <a:pt x="7294" y="0"/>
                  <a:pt x="5610" y="1094"/>
                  <a:pt x="5049" y="2187"/>
                </a:cubicBezTo>
                <a:cubicBezTo>
                  <a:pt x="842" y="2187"/>
                  <a:pt x="842" y="2187"/>
                  <a:pt x="842" y="2187"/>
                </a:cubicBezTo>
                <a:cubicBezTo>
                  <a:pt x="421" y="2187"/>
                  <a:pt x="0" y="2597"/>
                  <a:pt x="0" y="3008"/>
                </a:cubicBezTo>
                <a:cubicBezTo>
                  <a:pt x="0" y="8066"/>
                  <a:pt x="3366" y="10116"/>
                  <a:pt x="5891" y="11894"/>
                </a:cubicBezTo>
                <a:cubicBezTo>
                  <a:pt x="8135" y="13261"/>
                  <a:pt x="9397" y="14218"/>
                  <a:pt x="9397" y="15858"/>
                </a:cubicBezTo>
                <a:cubicBezTo>
                  <a:pt x="9397" y="17499"/>
                  <a:pt x="9397" y="17499"/>
                  <a:pt x="9397" y="17499"/>
                </a:cubicBezTo>
                <a:cubicBezTo>
                  <a:pt x="7153" y="17635"/>
                  <a:pt x="5470" y="18456"/>
                  <a:pt x="5470" y="19549"/>
                </a:cubicBezTo>
                <a:cubicBezTo>
                  <a:pt x="5470" y="20643"/>
                  <a:pt x="7855" y="21600"/>
                  <a:pt x="10800" y="21600"/>
                </a:cubicBezTo>
                <a:cubicBezTo>
                  <a:pt x="13745" y="21600"/>
                  <a:pt x="16130" y="20643"/>
                  <a:pt x="16130" y="19549"/>
                </a:cubicBezTo>
                <a:cubicBezTo>
                  <a:pt x="16130" y="18456"/>
                  <a:pt x="14587" y="17635"/>
                  <a:pt x="12203" y="17499"/>
                </a:cubicBezTo>
                <a:cubicBezTo>
                  <a:pt x="12203" y="15858"/>
                  <a:pt x="12203" y="15858"/>
                  <a:pt x="12203" y="15858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 algn="ctr">
              <a:defRPr sz="29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6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7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8" name="直线连接符 54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9" name="图片 6" descr="pic_placeholder.png"/>
          <p:cNvPicPr>
            <a:picLocks noChangeAspect="1"/>
          </p:cNvPicPr>
          <p:nvPr/>
        </p:nvPicPr>
        <p:blipFill>
          <a:blip r:embed="rId2"/>
          <a:srcRect r="4"/>
          <a:stretch>
            <a:fillRect/>
          </a:stretch>
        </p:blipFill>
        <p:spPr>
          <a:xfrm>
            <a:off x="8825038" y="2127066"/>
            <a:ext cx="2253854" cy="1347365"/>
          </a:xfrm>
          <a:prstGeom prst="rect">
            <a:avLst/>
          </a:prstGeom>
        </p:spPr>
      </p:pic>
      <p:pic>
        <p:nvPicPr>
          <p:cNvPr id="10" name="图片 45" descr="pic_placeholder.png"/>
          <p:cNvPicPr>
            <a:picLocks noChangeAspect="1"/>
          </p:cNvPicPr>
          <p:nvPr/>
        </p:nvPicPr>
        <p:blipFill>
          <a:blip r:embed="rId2"/>
          <a:srcRect r="4"/>
          <a:stretch>
            <a:fillRect/>
          </a:stretch>
        </p:blipFill>
        <p:spPr>
          <a:xfrm flipH="1">
            <a:off x="8825141" y="4036226"/>
            <a:ext cx="2253854" cy="1375853"/>
          </a:xfrm>
          <a:prstGeom prst="rect">
            <a:avLst/>
          </a:prstGeom>
        </p:spPr>
      </p:pic>
      <p:sp>
        <p:nvSpPr>
          <p:cNvPr id="11" name="圆角矩形 4"/>
          <p:cNvSpPr/>
          <p:nvPr/>
        </p:nvSpPr>
        <p:spPr xmlns:m="http://schemas.openxmlformats.org/officeDocument/2006/math" xmlns:a14="http://schemas.microsoft.com/office/drawing/2010/main">
          <a:xfrm>
            <a:off x="955672" y="1999123"/>
            <a:ext cx="3334837" cy="1509993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FFFF"/>
              </a:gs>
              <a:gs pos="62000">
                <a:srgbClr val="F2F2F2"/>
              </a:gs>
              <a:gs pos="100000">
                <a:srgbClr val="D9D9D9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2" name="圆角矩形 5"/>
          <p:cNvSpPr/>
          <p:nvPr/>
        </p:nvSpPr>
        <p:spPr xmlns:m="http://schemas.openxmlformats.org/officeDocument/2006/math" xmlns:a14="http://schemas.microsoft.com/office/drawing/2010/main">
          <a:xfrm>
            <a:off x="997282" y="2043492"/>
            <a:ext cx="3251620" cy="1421253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FFFF"/>
              </a:gs>
              <a:gs pos="42000">
                <a:srgbClr val="F0F0F0"/>
              </a:gs>
              <a:gs pos="100000">
                <a:srgbClr val="D9D9D9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3" name="同心圆 9"/>
          <p:cNvSpPr/>
          <p:nvPr/>
        </p:nvSpPr>
        <p:spPr xmlns:m="http://schemas.openxmlformats.org/officeDocument/2006/math" xmlns:a14="http://schemas.microsoft.com/office/drawing/2010/main">
          <a:xfrm>
            <a:off x="1157094" y="2291060"/>
            <a:ext cx="828063" cy="828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4" name="椭圆 10"/>
          <p:cNvSpPr/>
          <p:nvPr/>
        </p:nvSpPr>
        <p:spPr xmlns:m="http://schemas.openxmlformats.org/officeDocument/2006/math" xmlns:a14="http://schemas.microsoft.com/office/drawing/2010/main">
          <a:xfrm>
            <a:off x="1175166" y="2309132"/>
            <a:ext cx="791916" cy="791914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5" name="Rectangle 42"/>
          <p:cNvSpPr txBox="1"/>
          <p:nvPr/>
        </p:nvSpPr>
        <p:spPr>
          <a:xfrm>
            <a:off x="2108012" y="2253002"/>
            <a:ext cx="1944229" cy="355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>
              <a:lnSpc>
                <a:spcPct val="70000"/>
              </a:lnSpc>
              <a:defRPr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6" name="Rectangle 43"/>
          <p:cNvSpPr txBox="1"/>
          <p:nvPr/>
        </p:nvSpPr>
        <p:spPr>
          <a:xfrm>
            <a:off x="2108012" y="2532433"/>
            <a:ext cx="1944229" cy="86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17" name="圆角矩形 16"/>
          <p:cNvSpPr/>
          <p:nvPr/>
        </p:nvSpPr>
        <p:spPr xmlns:m="http://schemas.openxmlformats.org/officeDocument/2006/math" xmlns:a14="http://schemas.microsoft.com/office/drawing/2010/main">
          <a:xfrm>
            <a:off x="4731806" y="1999123"/>
            <a:ext cx="3334837" cy="1509993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FFFF"/>
              </a:gs>
              <a:gs pos="62000">
                <a:srgbClr val="F2F2F2"/>
              </a:gs>
              <a:gs pos="100000">
                <a:srgbClr val="D9D9D9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8" name="圆角矩形 17"/>
          <p:cNvSpPr/>
          <p:nvPr/>
        </p:nvSpPr>
        <p:spPr xmlns:m="http://schemas.openxmlformats.org/officeDocument/2006/math" xmlns:a14="http://schemas.microsoft.com/office/drawing/2010/main">
          <a:xfrm>
            <a:off x="4773416" y="2043492"/>
            <a:ext cx="3251620" cy="1421253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FFFF"/>
              </a:gs>
              <a:gs pos="42000">
                <a:srgbClr val="F0F0F0"/>
              </a:gs>
              <a:gs pos="100000">
                <a:srgbClr val="D9D9D9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9" name="同心圆 19"/>
          <p:cNvSpPr/>
          <p:nvPr/>
        </p:nvSpPr>
        <p:spPr xmlns:m="http://schemas.openxmlformats.org/officeDocument/2006/math" xmlns:a14="http://schemas.microsoft.com/office/drawing/2010/main">
          <a:xfrm>
            <a:off x="4933227" y="2291060"/>
            <a:ext cx="828063" cy="828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0" name="椭圆 20"/>
          <p:cNvSpPr/>
          <p:nvPr/>
        </p:nvSpPr>
        <p:spPr xmlns:m="http://schemas.openxmlformats.org/officeDocument/2006/math" xmlns:a14="http://schemas.microsoft.com/office/drawing/2010/main">
          <a:xfrm>
            <a:off x="4951299" y="2309132"/>
            <a:ext cx="791916" cy="791914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1" name="Rectangle 42"/>
          <p:cNvSpPr txBox="1"/>
          <p:nvPr/>
        </p:nvSpPr>
        <p:spPr>
          <a:xfrm>
            <a:off x="5884145" y="2253002"/>
            <a:ext cx="1944228" cy="355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>
              <a:lnSpc>
                <a:spcPct val="70000"/>
              </a:lnSpc>
              <a:defRPr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2" name="Rectangle 43"/>
          <p:cNvSpPr txBox="1"/>
          <p:nvPr/>
        </p:nvSpPr>
        <p:spPr>
          <a:xfrm>
            <a:off x="5884145" y="2532433"/>
            <a:ext cx="1944228" cy="86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23" name="圆角矩形 26"/>
          <p:cNvSpPr/>
          <p:nvPr/>
        </p:nvSpPr>
        <p:spPr xmlns:m="http://schemas.openxmlformats.org/officeDocument/2006/math" xmlns:a14="http://schemas.microsoft.com/office/drawing/2010/main">
          <a:xfrm>
            <a:off x="955672" y="3946457"/>
            <a:ext cx="3334837" cy="1509993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FFFF"/>
              </a:gs>
              <a:gs pos="62000">
                <a:srgbClr val="F2F2F2"/>
              </a:gs>
              <a:gs pos="100000">
                <a:srgbClr val="D9D9D9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4" name="圆角矩形 27"/>
          <p:cNvSpPr/>
          <p:nvPr/>
        </p:nvSpPr>
        <p:spPr xmlns:m="http://schemas.openxmlformats.org/officeDocument/2006/math" xmlns:a14="http://schemas.microsoft.com/office/drawing/2010/main">
          <a:xfrm>
            <a:off x="997282" y="3990826"/>
            <a:ext cx="3251620" cy="1421253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FFFF"/>
              </a:gs>
              <a:gs pos="42000">
                <a:srgbClr val="F0F0F0"/>
              </a:gs>
              <a:gs pos="100000">
                <a:srgbClr val="D9D9D9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5" name="同心圆 29"/>
          <p:cNvSpPr/>
          <p:nvPr/>
        </p:nvSpPr>
        <p:spPr xmlns:m="http://schemas.openxmlformats.org/officeDocument/2006/math" xmlns:a14="http://schemas.microsoft.com/office/drawing/2010/main">
          <a:xfrm>
            <a:off x="1157094" y="4238393"/>
            <a:ext cx="828063" cy="8280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6" name="椭圆 30"/>
          <p:cNvSpPr/>
          <p:nvPr/>
        </p:nvSpPr>
        <p:spPr xmlns:m="http://schemas.openxmlformats.org/officeDocument/2006/math" xmlns:a14="http://schemas.microsoft.com/office/drawing/2010/main">
          <a:xfrm>
            <a:off x="1175166" y="4256466"/>
            <a:ext cx="791916" cy="791915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7" name="Rectangle 42"/>
          <p:cNvSpPr txBox="1"/>
          <p:nvPr/>
        </p:nvSpPr>
        <p:spPr>
          <a:xfrm>
            <a:off x="2108012" y="4200335"/>
            <a:ext cx="1944229" cy="355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>
              <a:lnSpc>
                <a:spcPct val="70000"/>
              </a:lnSpc>
              <a:defRPr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8" name="Rectangle 43"/>
          <p:cNvSpPr txBox="1"/>
          <p:nvPr/>
        </p:nvSpPr>
        <p:spPr>
          <a:xfrm>
            <a:off x="2108012" y="4479766"/>
            <a:ext cx="1944229" cy="86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29" name="圆角矩形 36"/>
          <p:cNvSpPr/>
          <p:nvPr/>
        </p:nvSpPr>
        <p:spPr xmlns:m="http://schemas.openxmlformats.org/officeDocument/2006/math" xmlns:a14="http://schemas.microsoft.com/office/drawing/2010/main">
          <a:xfrm>
            <a:off x="4733475" y="3946457"/>
            <a:ext cx="3334837" cy="1509993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FFFF"/>
              </a:gs>
              <a:gs pos="62000">
                <a:srgbClr val="F2F2F2"/>
              </a:gs>
              <a:gs pos="100000">
                <a:srgbClr val="D9D9D9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0" name="圆角矩形 37"/>
          <p:cNvSpPr/>
          <p:nvPr/>
        </p:nvSpPr>
        <p:spPr xmlns:m="http://schemas.openxmlformats.org/officeDocument/2006/math" xmlns:a14="http://schemas.microsoft.com/office/drawing/2010/main">
          <a:xfrm>
            <a:off x="4775085" y="3990826"/>
            <a:ext cx="3251620" cy="1421253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FFFF"/>
              </a:gs>
              <a:gs pos="42000">
                <a:srgbClr val="F0F0F0"/>
              </a:gs>
              <a:gs pos="100000">
                <a:srgbClr val="D9D9D9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1" name="同心圆 39"/>
          <p:cNvSpPr/>
          <p:nvPr/>
        </p:nvSpPr>
        <p:spPr xmlns:m="http://schemas.openxmlformats.org/officeDocument/2006/math" xmlns:a14="http://schemas.microsoft.com/office/drawing/2010/main">
          <a:xfrm>
            <a:off x="4934897" y="4238393"/>
            <a:ext cx="828064" cy="8280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2" name="椭圆 40"/>
          <p:cNvSpPr/>
          <p:nvPr/>
        </p:nvSpPr>
        <p:spPr xmlns:m="http://schemas.openxmlformats.org/officeDocument/2006/math" xmlns:a14="http://schemas.microsoft.com/office/drawing/2010/main">
          <a:xfrm>
            <a:off x="4952970" y="4256466"/>
            <a:ext cx="791917" cy="791915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3" name="Rectangle 42"/>
          <p:cNvSpPr txBox="1"/>
          <p:nvPr/>
        </p:nvSpPr>
        <p:spPr>
          <a:xfrm>
            <a:off x="5885815" y="4200335"/>
            <a:ext cx="1944228" cy="355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>
              <a:lnSpc>
                <a:spcPct val="70000"/>
              </a:lnSpc>
              <a:defRPr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34" name="Rectangle 43"/>
          <p:cNvSpPr txBox="1"/>
          <p:nvPr/>
        </p:nvSpPr>
        <p:spPr>
          <a:xfrm>
            <a:off x="5885815" y="4479766"/>
            <a:ext cx="1944228" cy="86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36"/>
          <p:cNvSpPr txBox="1"/>
          <p:nvPr/>
        </p:nvSpPr>
        <p:spPr>
          <a:xfrm>
            <a:off x="1421133" y="1805619"/>
            <a:ext cx="1922040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20000"/>
              </a:lnSpc>
              <a:defRPr b="1" sz="20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3" name="矩形 98"/>
          <p:cNvSpPr txBox="1"/>
          <p:nvPr/>
        </p:nvSpPr>
        <p:spPr>
          <a:xfrm>
            <a:off x="1403983" y="2166608"/>
            <a:ext cx="2038675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20000"/>
              </a:lnSpc>
              <a:defRPr sz="14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4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5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6" name="直线连接符 105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7" name="圆角矩形 46"/>
          <p:cNvSpPr/>
          <p:nvPr/>
        </p:nvSpPr>
        <p:spPr xmlns:m="http://schemas.openxmlformats.org/officeDocument/2006/math" xmlns:a14="http://schemas.microsoft.com/office/drawing/2010/main">
          <a:xfrm>
            <a:off x="4183948" y="2384536"/>
            <a:ext cx="1982605" cy="2496112"/>
          </a:xfrm>
          <a:prstGeom prst="roundRect">
            <a:avLst>
              <a:gd name="adj" fmla="val 39823"/>
            </a:avLst>
          </a:prstGeom>
          <a:gradFill flip="none" rotWithShape="1">
            <a:gsLst>
              <a:gs pos="0">
                <a:srgbClr val="000000">
                  <a:alpha val="30000"/>
                </a:srgbClr>
              </a:gs>
              <a:gs pos="52000">
                <a:srgbClr val="797979">
                  <a:alpha val="30000"/>
                </a:srgbClr>
              </a:gs>
              <a:gs pos="100000">
                <a:srgbClr val="F2F2F2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8" name="椭圆 51"/>
          <p:cNvSpPr/>
          <p:nvPr/>
        </p:nvSpPr>
        <p:spPr xmlns:m="http://schemas.openxmlformats.org/officeDocument/2006/math" xmlns:a14="http://schemas.microsoft.com/office/drawing/2010/main">
          <a:xfrm>
            <a:off x="4372315" y="2021649"/>
            <a:ext cx="1605869" cy="1605868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81000" dist="177800" dir="540000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9" name="椭圆 52"/>
          <p:cNvSpPr/>
          <p:nvPr/>
        </p:nvSpPr>
        <p:spPr xmlns:m="http://schemas.openxmlformats.org/officeDocument/2006/math" xmlns:a14="http://schemas.microsoft.com/office/drawing/2010/main">
          <a:xfrm>
            <a:off x="4372315" y="2021649"/>
            <a:ext cx="1605869" cy="1605868"/>
          </a:xfrm>
          <a:prstGeom prst="ellipse">
            <a:avLst/>
          </a:prstGeom>
          <a:gradFill flip="none" rotWithShape="1">
            <a:gsLst>
              <a:gs pos="0">
                <a:srgbClr val="FBFBFB"/>
              </a:gs>
              <a:gs pos="46000">
                <a:srgbClr val="F7F7F7"/>
              </a:gs>
              <a:gs pos="100000">
                <a:srgbClr val="D9D9D9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0" name="圆角矩形 48"/>
          <p:cNvSpPr/>
          <p:nvPr/>
        </p:nvSpPr>
        <p:spPr xmlns:m="http://schemas.openxmlformats.org/officeDocument/2006/math" xmlns:a14="http://schemas.microsoft.com/office/drawing/2010/main">
          <a:xfrm>
            <a:off x="4672976" y="2430777"/>
            <a:ext cx="1004549" cy="2014369"/>
          </a:xfrm>
          <a:prstGeom prst="roundRect">
            <a:avLst>
              <a:gd name="adj" fmla="val 39823"/>
            </a:avLst>
          </a:prstGeom>
          <a:gradFill flip="none" rotWithShape="1">
            <a:gsLst>
              <a:gs pos="0">
                <a:srgbClr val="000000">
                  <a:alpha val="40000"/>
                </a:srgbClr>
              </a:gs>
              <a:gs pos="38000">
                <a:srgbClr val="797979">
                  <a:alpha val="38000"/>
                </a:srgbClr>
              </a:gs>
              <a:gs pos="100000">
                <a:srgbClr val="F2F2F2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1" name="椭圆 49"/>
          <p:cNvSpPr/>
          <p:nvPr/>
        </p:nvSpPr>
        <p:spPr xmlns:m="http://schemas.openxmlformats.org/officeDocument/2006/math" xmlns:a14="http://schemas.microsoft.com/office/drawing/2010/main">
          <a:xfrm>
            <a:off x="4768849" y="2418182"/>
            <a:ext cx="812801" cy="812801"/>
          </a:xfrm>
          <a:prstGeom prst="ellipse">
            <a:avLst/>
          </a:prstGeom>
          <a:gradFill flip="none" rotWithShape="1">
            <a:gsLst>
              <a:gs pos="0">
                <a:srgbClr val="5EEFFE"/>
              </a:gs>
              <a:gs pos="52999">
                <a:srgbClr val="01C4D9"/>
              </a:gs>
              <a:gs pos="100000">
                <a:srgbClr val="01ACBE"/>
              </a:gs>
            </a:gsLst>
            <a:lin ang="54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152400" dist="76200" dir="5400000">
              <a:srgbClr val="000000">
                <a:alpha val="14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2" name="椭圆 50"/>
          <p:cNvSpPr/>
          <p:nvPr/>
        </p:nvSpPr>
        <p:spPr xmlns:m="http://schemas.openxmlformats.org/officeDocument/2006/math" xmlns:a14="http://schemas.microsoft.com/office/drawing/2010/main">
          <a:xfrm>
            <a:off x="4768849" y="2418182"/>
            <a:ext cx="812801" cy="812801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3" name="椭圆 67"/>
          <p:cNvSpPr/>
          <p:nvPr/>
        </p:nvSpPr>
        <p:spPr xmlns:m="http://schemas.openxmlformats.org/officeDocument/2006/math" xmlns:a14="http://schemas.microsoft.com/office/drawing/2010/main">
          <a:xfrm>
            <a:off x="4921847" y="2470103"/>
            <a:ext cx="506806" cy="1895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0" y="9671"/>
                  <a:pt x="4835" y="0"/>
                  <a:pt x="10800" y="0"/>
                </a:cubicBezTo>
                <a:cubicBezTo>
                  <a:pt x="16765" y="0"/>
                  <a:pt x="21600" y="9671"/>
                  <a:pt x="21600" y="21600"/>
                </a:cubicBezTo>
                <a:cubicBezTo>
                  <a:pt x="13320" y="14265"/>
                  <a:pt x="7470" y="13455"/>
                  <a:pt x="0" y="21600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4" name="文本框 45"/>
          <p:cNvSpPr txBox="1"/>
          <p:nvPr/>
        </p:nvSpPr>
        <p:spPr>
          <a:xfrm>
            <a:off x="4877707" y="2562973"/>
            <a:ext cx="595087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5" name="圆角矩形 57"/>
          <p:cNvSpPr/>
          <p:nvPr/>
        </p:nvSpPr>
        <p:spPr xmlns:m="http://schemas.openxmlformats.org/officeDocument/2006/math" xmlns:a14="http://schemas.microsoft.com/office/drawing/2010/main">
          <a:xfrm>
            <a:off x="6025448" y="2384536"/>
            <a:ext cx="1982605" cy="2496112"/>
          </a:xfrm>
          <a:prstGeom prst="roundRect">
            <a:avLst>
              <a:gd name="adj" fmla="val 39823"/>
            </a:avLst>
          </a:prstGeom>
          <a:gradFill flip="none" rotWithShape="1">
            <a:gsLst>
              <a:gs pos="0">
                <a:srgbClr val="000000">
                  <a:alpha val="30000"/>
                </a:srgbClr>
              </a:gs>
              <a:gs pos="52000">
                <a:srgbClr val="797979">
                  <a:alpha val="30000"/>
                </a:srgbClr>
              </a:gs>
              <a:gs pos="100000">
                <a:srgbClr val="F2F2F2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6" name="椭圆 62"/>
          <p:cNvSpPr/>
          <p:nvPr/>
        </p:nvSpPr>
        <p:spPr xmlns:m="http://schemas.openxmlformats.org/officeDocument/2006/math" xmlns:a14="http://schemas.microsoft.com/office/drawing/2010/main">
          <a:xfrm>
            <a:off x="6213815" y="2021649"/>
            <a:ext cx="1605869" cy="1605868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81000" dist="177800" dir="540000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7" name="椭圆 63"/>
          <p:cNvSpPr/>
          <p:nvPr/>
        </p:nvSpPr>
        <p:spPr xmlns:m="http://schemas.openxmlformats.org/officeDocument/2006/math" xmlns:a14="http://schemas.microsoft.com/office/drawing/2010/main">
          <a:xfrm>
            <a:off x="6213815" y="2021649"/>
            <a:ext cx="1605869" cy="1605868"/>
          </a:xfrm>
          <a:prstGeom prst="ellipse">
            <a:avLst/>
          </a:prstGeom>
          <a:gradFill flip="none" rotWithShape="1">
            <a:gsLst>
              <a:gs pos="0">
                <a:srgbClr val="FBFBFB"/>
              </a:gs>
              <a:gs pos="46000">
                <a:srgbClr val="F7F7F7"/>
              </a:gs>
              <a:gs pos="100000">
                <a:srgbClr val="D9D9D9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8" name="圆角矩形 59"/>
          <p:cNvSpPr/>
          <p:nvPr/>
        </p:nvSpPr>
        <p:spPr xmlns:m="http://schemas.openxmlformats.org/officeDocument/2006/math" xmlns:a14="http://schemas.microsoft.com/office/drawing/2010/main">
          <a:xfrm>
            <a:off x="6514476" y="2430777"/>
            <a:ext cx="1004549" cy="2014369"/>
          </a:xfrm>
          <a:prstGeom prst="roundRect">
            <a:avLst>
              <a:gd name="adj" fmla="val 39823"/>
            </a:avLst>
          </a:prstGeom>
          <a:gradFill flip="none" rotWithShape="1">
            <a:gsLst>
              <a:gs pos="0">
                <a:srgbClr val="000000">
                  <a:alpha val="40000"/>
                </a:srgbClr>
              </a:gs>
              <a:gs pos="38000">
                <a:srgbClr val="797979">
                  <a:alpha val="38000"/>
                </a:srgbClr>
              </a:gs>
              <a:gs pos="100000">
                <a:srgbClr val="F2F2F2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9" name="椭圆 60"/>
          <p:cNvSpPr/>
          <p:nvPr/>
        </p:nvSpPr>
        <p:spPr xmlns:m="http://schemas.openxmlformats.org/officeDocument/2006/math" xmlns:a14="http://schemas.microsoft.com/office/drawing/2010/main">
          <a:xfrm>
            <a:off x="6610349" y="2418182"/>
            <a:ext cx="812801" cy="812801"/>
          </a:xfrm>
          <a:prstGeom prst="ellipse">
            <a:avLst/>
          </a:prstGeom>
          <a:gradFill flip="none" rotWithShape="1">
            <a:gsLst>
              <a:gs pos="0">
                <a:srgbClr val="5EEFFE"/>
              </a:gs>
              <a:gs pos="52999">
                <a:srgbClr val="01C4D9"/>
              </a:gs>
              <a:gs pos="100000">
                <a:srgbClr val="01ACBE"/>
              </a:gs>
            </a:gsLst>
            <a:lin ang="54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152400" dist="76200" dir="5400000">
              <a:srgbClr val="000000">
                <a:alpha val="14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0" name="椭圆 61"/>
          <p:cNvSpPr/>
          <p:nvPr/>
        </p:nvSpPr>
        <p:spPr xmlns:m="http://schemas.openxmlformats.org/officeDocument/2006/math" xmlns:a14="http://schemas.microsoft.com/office/drawing/2010/main">
          <a:xfrm>
            <a:off x="6610349" y="2418182"/>
            <a:ext cx="812801" cy="812801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1" name="椭圆 67"/>
          <p:cNvSpPr/>
          <p:nvPr/>
        </p:nvSpPr>
        <p:spPr xmlns:m="http://schemas.openxmlformats.org/officeDocument/2006/math" xmlns:a14="http://schemas.microsoft.com/office/drawing/2010/main">
          <a:xfrm>
            <a:off x="6763347" y="2470103"/>
            <a:ext cx="506806" cy="1895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0" y="9671"/>
                  <a:pt x="4835" y="0"/>
                  <a:pt x="10800" y="0"/>
                </a:cubicBezTo>
                <a:cubicBezTo>
                  <a:pt x="16765" y="0"/>
                  <a:pt x="21600" y="9671"/>
                  <a:pt x="21600" y="21600"/>
                </a:cubicBezTo>
                <a:cubicBezTo>
                  <a:pt x="13320" y="14265"/>
                  <a:pt x="7470" y="13455"/>
                  <a:pt x="0" y="21600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2" name="文本框 56"/>
          <p:cNvSpPr txBox="1"/>
          <p:nvPr/>
        </p:nvSpPr>
        <p:spPr>
          <a:xfrm>
            <a:off x="6711175" y="2562973"/>
            <a:ext cx="611149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23" name="圆角矩形 68"/>
          <p:cNvSpPr/>
          <p:nvPr/>
        </p:nvSpPr>
        <p:spPr xmlns:m="http://schemas.openxmlformats.org/officeDocument/2006/math" xmlns:a14="http://schemas.microsoft.com/office/drawing/2010/main">
          <a:xfrm>
            <a:off x="4183948" y="4238736"/>
            <a:ext cx="1982605" cy="2496112"/>
          </a:xfrm>
          <a:prstGeom prst="roundRect">
            <a:avLst>
              <a:gd name="adj" fmla="val 39823"/>
            </a:avLst>
          </a:prstGeom>
          <a:gradFill flip="none" rotWithShape="1">
            <a:gsLst>
              <a:gs pos="0">
                <a:srgbClr val="000000">
                  <a:alpha val="30000"/>
                </a:srgbClr>
              </a:gs>
              <a:gs pos="52000">
                <a:srgbClr val="797979">
                  <a:alpha val="30000"/>
                </a:srgbClr>
              </a:gs>
              <a:gs pos="100000">
                <a:srgbClr val="F2F2F2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4" name="椭圆 73"/>
          <p:cNvSpPr/>
          <p:nvPr/>
        </p:nvSpPr>
        <p:spPr xmlns:m="http://schemas.openxmlformats.org/officeDocument/2006/math" xmlns:a14="http://schemas.microsoft.com/office/drawing/2010/main">
          <a:xfrm>
            <a:off x="4372315" y="3875849"/>
            <a:ext cx="1605869" cy="1605868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81000" dist="177800" dir="540000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5" name="椭圆 74"/>
          <p:cNvSpPr/>
          <p:nvPr/>
        </p:nvSpPr>
        <p:spPr xmlns:m="http://schemas.openxmlformats.org/officeDocument/2006/math" xmlns:a14="http://schemas.microsoft.com/office/drawing/2010/main">
          <a:xfrm>
            <a:off x="4372315" y="3875849"/>
            <a:ext cx="1605869" cy="1605868"/>
          </a:xfrm>
          <a:prstGeom prst="ellipse">
            <a:avLst/>
          </a:prstGeom>
          <a:gradFill flip="none" rotWithShape="1">
            <a:gsLst>
              <a:gs pos="0">
                <a:srgbClr val="FBFBFB"/>
              </a:gs>
              <a:gs pos="46000">
                <a:srgbClr val="F7F7F7"/>
              </a:gs>
              <a:gs pos="100000">
                <a:srgbClr val="D9D9D9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6" name="圆角矩形 70"/>
          <p:cNvSpPr/>
          <p:nvPr/>
        </p:nvSpPr>
        <p:spPr xmlns:m="http://schemas.openxmlformats.org/officeDocument/2006/math" xmlns:a14="http://schemas.microsoft.com/office/drawing/2010/main">
          <a:xfrm>
            <a:off x="4672976" y="4284977"/>
            <a:ext cx="1004549" cy="2014369"/>
          </a:xfrm>
          <a:prstGeom prst="roundRect">
            <a:avLst>
              <a:gd name="adj" fmla="val 39823"/>
            </a:avLst>
          </a:prstGeom>
          <a:gradFill flip="none" rotWithShape="1">
            <a:gsLst>
              <a:gs pos="0">
                <a:srgbClr val="000000">
                  <a:alpha val="40000"/>
                </a:srgbClr>
              </a:gs>
              <a:gs pos="38000">
                <a:srgbClr val="797979">
                  <a:alpha val="38000"/>
                </a:srgbClr>
              </a:gs>
              <a:gs pos="100000">
                <a:srgbClr val="F2F2F2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7" name="椭圆 71"/>
          <p:cNvSpPr/>
          <p:nvPr/>
        </p:nvSpPr>
        <p:spPr xmlns:m="http://schemas.openxmlformats.org/officeDocument/2006/math" xmlns:a14="http://schemas.microsoft.com/office/drawing/2010/main">
          <a:xfrm>
            <a:off x="4768849" y="4272382"/>
            <a:ext cx="812801" cy="812801"/>
          </a:xfrm>
          <a:prstGeom prst="ellipse">
            <a:avLst/>
          </a:prstGeom>
          <a:gradFill flip="none" rotWithShape="1">
            <a:gsLst>
              <a:gs pos="0">
                <a:srgbClr val="5EEFFE"/>
              </a:gs>
              <a:gs pos="52999">
                <a:srgbClr val="01C4D9"/>
              </a:gs>
              <a:gs pos="100000">
                <a:srgbClr val="01ACBE"/>
              </a:gs>
            </a:gsLst>
            <a:lin ang="54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152400" dist="76200" dir="5400000">
              <a:srgbClr val="000000">
                <a:alpha val="14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8" name="椭圆 72"/>
          <p:cNvSpPr/>
          <p:nvPr/>
        </p:nvSpPr>
        <p:spPr xmlns:m="http://schemas.openxmlformats.org/officeDocument/2006/math" xmlns:a14="http://schemas.microsoft.com/office/drawing/2010/main">
          <a:xfrm>
            <a:off x="4768849" y="4272382"/>
            <a:ext cx="812801" cy="812801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9" name="椭圆 67"/>
          <p:cNvSpPr/>
          <p:nvPr/>
        </p:nvSpPr>
        <p:spPr xmlns:m="http://schemas.openxmlformats.org/officeDocument/2006/math" xmlns:a14="http://schemas.microsoft.com/office/drawing/2010/main">
          <a:xfrm>
            <a:off x="4921847" y="4324303"/>
            <a:ext cx="506806" cy="1895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0" y="9671"/>
                  <a:pt x="4835" y="0"/>
                  <a:pt x="10800" y="0"/>
                </a:cubicBezTo>
                <a:cubicBezTo>
                  <a:pt x="16765" y="0"/>
                  <a:pt x="21600" y="9671"/>
                  <a:pt x="21600" y="21600"/>
                </a:cubicBezTo>
                <a:cubicBezTo>
                  <a:pt x="13320" y="14265"/>
                  <a:pt x="7470" y="13455"/>
                  <a:pt x="0" y="21600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0" name="文本框 67"/>
          <p:cNvSpPr txBox="1"/>
          <p:nvPr/>
        </p:nvSpPr>
        <p:spPr>
          <a:xfrm>
            <a:off x="4864653" y="4417173"/>
            <a:ext cx="621195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31" name="圆角矩形 79"/>
          <p:cNvSpPr/>
          <p:nvPr/>
        </p:nvSpPr>
        <p:spPr xmlns:m="http://schemas.openxmlformats.org/officeDocument/2006/math" xmlns:a14="http://schemas.microsoft.com/office/drawing/2010/main">
          <a:xfrm>
            <a:off x="6025448" y="4238736"/>
            <a:ext cx="1982605" cy="2496112"/>
          </a:xfrm>
          <a:prstGeom prst="roundRect">
            <a:avLst>
              <a:gd name="adj" fmla="val 39823"/>
            </a:avLst>
          </a:prstGeom>
          <a:gradFill flip="none" rotWithShape="1">
            <a:gsLst>
              <a:gs pos="0">
                <a:srgbClr val="000000">
                  <a:alpha val="30000"/>
                </a:srgbClr>
              </a:gs>
              <a:gs pos="52000">
                <a:srgbClr val="797979">
                  <a:alpha val="30000"/>
                </a:srgbClr>
              </a:gs>
              <a:gs pos="100000">
                <a:srgbClr val="F2F2F2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2" name="椭圆 84"/>
          <p:cNvSpPr/>
          <p:nvPr/>
        </p:nvSpPr>
        <p:spPr xmlns:m="http://schemas.openxmlformats.org/officeDocument/2006/math" xmlns:a14="http://schemas.microsoft.com/office/drawing/2010/main">
          <a:xfrm>
            <a:off x="6213815" y="3875849"/>
            <a:ext cx="1605869" cy="1605868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81000" dist="177800" dir="540000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3" name="椭圆 85"/>
          <p:cNvSpPr/>
          <p:nvPr/>
        </p:nvSpPr>
        <p:spPr xmlns:m="http://schemas.openxmlformats.org/officeDocument/2006/math" xmlns:a14="http://schemas.microsoft.com/office/drawing/2010/main">
          <a:xfrm>
            <a:off x="6213815" y="3875849"/>
            <a:ext cx="1605869" cy="1605868"/>
          </a:xfrm>
          <a:prstGeom prst="ellipse">
            <a:avLst/>
          </a:prstGeom>
          <a:gradFill flip="none" rotWithShape="1">
            <a:gsLst>
              <a:gs pos="0">
                <a:srgbClr val="FBFBFB"/>
              </a:gs>
              <a:gs pos="46000">
                <a:srgbClr val="F7F7F7"/>
              </a:gs>
              <a:gs pos="100000">
                <a:srgbClr val="D9D9D9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4" name="圆角矩形 81"/>
          <p:cNvSpPr/>
          <p:nvPr/>
        </p:nvSpPr>
        <p:spPr xmlns:m="http://schemas.openxmlformats.org/officeDocument/2006/math" xmlns:a14="http://schemas.microsoft.com/office/drawing/2010/main">
          <a:xfrm>
            <a:off x="6514476" y="4284977"/>
            <a:ext cx="1004549" cy="2014369"/>
          </a:xfrm>
          <a:prstGeom prst="roundRect">
            <a:avLst>
              <a:gd name="adj" fmla="val 39823"/>
            </a:avLst>
          </a:prstGeom>
          <a:gradFill flip="none" rotWithShape="1">
            <a:gsLst>
              <a:gs pos="0">
                <a:srgbClr val="000000">
                  <a:alpha val="40000"/>
                </a:srgbClr>
              </a:gs>
              <a:gs pos="38000">
                <a:srgbClr val="797979">
                  <a:alpha val="38000"/>
                </a:srgbClr>
              </a:gs>
              <a:gs pos="100000">
                <a:srgbClr val="F2F2F2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5" name="椭圆 82"/>
          <p:cNvSpPr/>
          <p:nvPr/>
        </p:nvSpPr>
        <p:spPr xmlns:m="http://schemas.openxmlformats.org/officeDocument/2006/math" xmlns:a14="http://schemas.microsoft.com/office/drawing/2010/main">
          <a:xfrm>
            <a:off x="6610349" y="4272382"/>
            <a:ext cx="812801" cy="812801"/>
          </a:xfrm>
          <a:prstGeom prst="ellipse">
            <a:avLst/>
          </a:prstGeom>
          <a:gradFill flip="none" rotWithShape="1">
            <a:gsLst>
              <a:gs pos="0">
                <a:srgbClr val="5EEFFE"/>
              </a:gs>
              <a:gs pos="52999">
                <a:srgbClr val="01C4D9"/>
              </a:gs>
              <a:gs pos="100000">
                <a:srgbClr val="01ACBE"/>
              </a:gs>
            </a:gsLst>
            <a:lin ang="54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152400" dist="76200" dir="5400000">
              <a:srgbClr val="000000">
                <a:alpha val="14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6" name="椭圆 83"/>
          <p:cNvSpPr/>
          <p:nvPr/>
        </p:nvSpPr>
        <p:spPr xmlns:m="http://schemas.openxmlformats.org/officeDocument/2006/math" xmlns:a14="http://schemas.microsoft.com/office/drawing/2010/main">
          <a:xfrm>
            <a:off x="6623338" y="4272382"/>
            <a:ext cx="812801" cy="812801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7" name="椭圆 67"/>
          <p:cNvSpPr/>
          <p:nvPr/>
        </p:nvSpPr>
        <p:spPr xmlns:m="http://schemas.openxmlformats.org/officeDocument/2006/math" xmlns:a14="http://schemas.microsoft.com/office/drawing/2010/main">
          <a:xfrm>
            <a:off x="6763347" y="4324303"/>
            <a:ext cx="506806" cy="1895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0" y="9671"/>
                  <a:pt x="4835" y="0"/>
                  <a:pt x="10800" y="0"/>
                </a:cubicBezTo>
                <a:cubicBezTo>
                  <a:pt x="16765" y="0"/>
                  <a:pt x="21600" y="9671"/>
                  <a:pt x="21600" y="21600"/>
                </a:cubicBezTo>
                <a:cubicBezTo>
                  <a:pt x="13320" y="14265"/>
                  <a:pt x="7470" y="13455"/>
                  <a:pt x="0" y="21600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8" name="文本框 78"/>
          <p:cNvSpPr txBox="1"/>
          <p:nvPr/>
        </p:nvSpPr>
        <p:spPr>
          <a:xfrm>
            <a:off x="6706151" y="4417173"/>
            <a:ext cx="647173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39" name="椭圆 87"/>
          <p:cNvSpPr/>
          <p:nvPr/>
        </p:nvSpPr>
        <p:spPr xmlns:m="http://schemas.openxmlformats.org/officeDocument/2006/math" xmlns:a14="http://schemas.microsoft.com/office/drawing/2010/main">
          <a:xfrm rot="10800000">
            <a:off x="4608537" y="2306270"/>
            <a:ext cx="118625" cy="118624"/>
          </a:xfrm>
          <a:prstGeom prst="ellipse">
            <a:avLst/>
          </a:prstGeom>
          <a:solidFill>
            <a:srgbClr val="808080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0" name="任意多边形 88"/>
          <p:cNvSpPr/>
          <p:nvPr/>
        </p:nvSpPr>
        <p:spPr>
          <a:xfrm rot="10800000">
            <a:off x="2288474" y="1692418"/>
            <a:ext cx="2349563" cy="63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5567" y="21600"/>
                </a:lnTo>
                <a:lnTo>
                  <a:pt x="21600" y="21600"/>
                </a:lnTo>
              </a:path>
            </a:pathLst>
          </a:custGeom>
          <a:noFill/>
          <a:ln xmlns:m="http://schemas.openxmlformats.org/officeDocument/2006/math" xmlns:a14="http://schemas.microsoft.com/office/drawing/2010/main" w="19050" cap="flat">
            <a:solidFill>
              <a:srgbClr val="7F7F7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1" name="椭圆 90"/>
          <p:cNvSpPr/>
          <p:nvPr/>
        </p:nvSpPr>
        <p:spPr xmlns:m="http://schemas.openxmlformats.org/officeDocument/2006/math" xmlns:a14="http://schemas.microsoft.com/office/drawing/2010/main">
          <a:xfrm flipH="1">
            <a:off x="4608537" y="5138299"/>
            <a:ext cx="118625" cy="118624"/>
          </a:xfrm>
          <a:prstGeom prst="ellipse">
            <a:avLst/>
          </a:prstGeom>
          <a:solidFill>
            <a:srgbClr val="808080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2" name="任意多边形 91"/>
          <p:cNvSpPr/>
          <p:nvPr/>
        </p:nvSpPr>
        <p:spPr>
          <a:xfrm flipH="1">
            <a:off x="2288474" y="5232146"/>
            <a:ext cx="2349563" cy="6386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5567" y="21600"/>
                </a:lnTo>
                <a:lnTo>
                  <a:pt x="21600" y="21600"/>
                </a:lnTo>
              </a:path>
            </a:pathLst>
          </a:custGeom>
          <a:noFill/>
          <a:ln xmlns:m="http://schemas.openxmlformats.org/officeDocument/2006/math" xmlns:a14="http://schemas.microsoft.com/office/drawing/2010/main" w="19050" cap="flat">
            <a:solidFill>
              <a:srgbClr val="7F7F7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3" name="椭圆 93"/>
          <p:cNvSpPr/>
          <p:nvPr/>
        </p:nvSpPr>
        <p:spPr xmlns:m="http://schemas.openxmlformats.org/officeDocument/2006/math" xmlns:a14="http://schemas.microsoft.com/office/drawing/2010/main">
          <a:xfrm flipH="1" rot="10800000">
            <a:off x="7443705" y="2306270"/>
            <a:ext cx="118624" cy="118624"/>
          </a:xfrm>
          <a:prstGeom prst="ellipse">
            <a:avLst/>
          </a:prstGeom>
          <a:solidFill>
            <a:srgbClr val="808080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4" name="任意多边形 94"/>
          <p:cNvSpPr/>
          <p:nvPr/>
        </p:nvSpPr>
        <p:spPr>
          <a:xfrm flipH="1" rot="10800000">
            <a:off x="7532830" y="1692418"/>
            <a:ext cx="2349563" cy="63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5567" y="21600"/>
                </a:lnTo>
                <a:lnTo>
                  <a:pt x="21600" y="21600"/>
                </a:lnTo>
              </a:path>
            </a:pathLst>
          </a:custGeom>
          <a:noFill/>
          <a:ln xmlns:m="http://schemas.openxmlformats.org/officeDocument/2006/math" xmlns:a14="http://schemas.microsoft.com/office/drawing/2010/main" w="19050" cap="flat">
            <a:solidFill>
              <a:srgbClr val="7F7F7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5" name="椭圆 96"/>
          <p:cNvSpPr/>
          <p:nvPr/>
        </p:nvSpPr>
        <p:spPr xmlns:m="http://schemas.openxmlformats.org/officeDocument/2006/math" xmlns:a14="http://schemas.microsoft.com/office/drawing/2010/main">
          <a:xfrm>
            <a:off x="7443705" y="5138299"/>
            <a:ext cx="118624" cy="118625"/>
          </a:xfrm>
          <a:prstGeom prst="ellipse">
            <a:avLst/>
          </a:prstGeom>
          <a:solidFill>
            <a:srgbClr val="808080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6" name="任意多边形 97"/>
          <p:cNvSpPr/>
          <p:nvPr/>
        </p:nvSpPr>
        <p:spPr>
          <a:xfrm>
            <a:off x="7532830" y="5232147"/>
            <a:ext cx="2349562" cy="63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5567" y="21600"/>
                </a:lnTo>
                <a:lnTo>
                  <a:pt x="21600" y="21600"/>
                </a:lnTo>
              </a:path>
            </a:pathLst>
          </a:custGeom>
          <a:noFill/>
          <a:ln xmlns:m="http://schemas.openxmlformats.org/officeDocument/2006/math" xmlns:a14="http://schemas.microsoft.com/office/drawing/2010/main" w="19050" cap="flat">
            <a:solidFill>
              <a:srgbClr val="7F7F7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7" name="矩形 138"/>
          <p:cNvSpPr txBox="1"/>
          <p:nvPr/>
        </p:nvSpPr>
        <p:spPr>
          <a:xfrm>
            <a:off x="8401696" y="2136133"/>
            <a:ext cx="203867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sz="14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48" name="矩形 139"/>
          <p:cNvSpPr txBox="1"/>
          <p:nvPr/>
        </p:nvSpPr>
        <p:spPr>
          <a:xfrm>
            <a:off x="8401696" y="1805619"/>
            <a:ext cx="1922040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49" name="矩形 141"/>
          <p:cNvSpPr txBox="1"/>
          <p:nvPr/>
        </p:nvSpPr>
        <p:spPr>
          <a:xfrm>
            <a:off x="1421133" y="4995906"/>
            <a:ext cx="203867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sz="14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50" name="矩形 142"/>
          <p:cNvSpPr txBox="1"/>
          <p:nvPr/>
        </p:nvSpPr>
        <p:spPr>
          <a:xfrm>
            <a:off x="1421133" y="4653200"/>
            <a:ext cx="1922040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51" name="矩形 144"/>
          <p:cNvSpPr txBox="1"/>
          <p:nvPr/>
        </p:nvSpPr>
        <p:spPr>
          <a:xfrm>
            <a:off x="8401696" y="4995905"/>
            <a:ext cx="203867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sz="14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52" name="矩形 145"/>
          <p:cNvSpPr txBox="1"/>
          <p:nvPr/>
        </p:nvSpPr>
        <p:spPr>
          <a:xfrm>
            <a:off x="8401696" y="4677583"/>
            <a:ext cx="1922040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: 圆角 3"/>
          <p:cNvSpPr/>
          <p:nvPr/>
        </p:nvSpPr>
        <p:spPr>
          <a:xfrm>
            <a:off x="1068393" y="851994"/>
            <a:ext cx="10001627" cy="5225035"/>
          </a:xfrm>
          <a:prstGeom prst="roundRect">
            <a:avLst>
              <a:gd name="adj" fmla="val 5588"/>
            </a:avLst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/>
          </a:p>
        </p:txBody>
      </p:sp>
      <p:sp>
        <p:nvSpPr>
          <p:cNvPr id="3" name="圆角矩形 4"/>
          <p:cNvSpPr/>
          <p:nvPr/>
        </p:nvSpPr>
        <p:spPr xmlns:m="http://schemas.openxmlformats.org/officeDocument/2006/math" xmlns:a14="http://schemas.microsoft.com/office/drawing/2010/main">
          <a:xfrm rot="2700000">
            <a:off x="11014408" y="1185395"/>
            <a:ext cx="1326001" cy="1326001"/>
          </a:xfrm>
          <a:prstGeom prst="roundRect">
            <a:avLst>
              <a:gd name="adj" fmla="val 7233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圆角矩形 5"/>
          <p:cNvSpPr/>
          <p:nvPr/>
        </p:nvSpPr>
        <p:spPr xmlns:m="http://schemas.openxmlformats.org/officeDocument/2006/math" xmlns:a14="http://schemas.microsoft.com/office/drawing/2010/main">
          <a:xfrm rot="2700000">
            <a:off x="11542990" y="-1335952"/>
            <a:ext cx="2431927" cy="2431927"/>
          </a:xfrm>
          <a:prstGeom prst="roundRect">
            <a:avLst>
              <a:gd name="adj" fmla="val 7233"/>
            </a:avLst>
          </a:prstGeom>
          <a:solidFill>
            <a:srgbClr val="F2F2F2">
              <a:alpha val="73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圆角矩形 6"/>
          <p:cNvSpPr/>
          <p:nvPr/>
        </p:nvSpPr>
        <p:spPr xmlns:m="http://schemas.openxmlformats.org/officeDocument/2006/math" xmlns:a14="http://schemas.microsoft.com/office/drawing/2010/main">
          <a:xfrm rot="2700000">
            <a:off x="10166618" y="115193"/>
            <a:ext cx="2006595" cy="2006595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圆角矩形 8"/>
          <p:cNvSpPr/>
          <p:nvPr/>
        </p:nvSpPr>
        <p:spPr xmlns:m="http://schemas.openxmlformats.org/officeDocument/2006/math" xmlns:a14="http://schemas.microsoft.com/office/drawing/2010/main">
          <a:xfrm rot="2700000">
            <a:off x="11127653" y="3390679"/>
            <a:ext cx="2343687" cy="2343687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圆角矩形 27"/>
          <p:cNvSpPr/>
          <p:nvPr/>
        </p:nvSpPr>
        <p:spPr xmlns:m="http://schemas.openxmlformats.org/officeDocument/2006/math" xmlns:a14="http://schemas.microsoft.com/office/drawing/2010/main">
          <a:xfrm rot="13500000">
            <a:off x="-461099" y="4260894"/>
            <a:ext cx="1089444" cy="1089445"/>
          </a:xfrm>
          <a:prstGeom prst="roundRect">
            <a:avLst>
              <a:gd name="adj" fmla="val 7233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圆角矩形 28"/>
          <p:cNvSpPr/>
          <p:nvPr/>
        </p:nvSpPr>
        <p:spPr xmlns:m="http://schemas.openxmlformats.org/officeDocument/2006/math" xmlns:a14="http://schemas.microsoft.com/office/drawing/2010/main">
          <a:xfrm rot="13500000">
            <a:off x="-1804016" y="5423806"/>
            <a:ext cx="1998077" cy="1998077"/>
          </a:xfrm>
          <a:prstGeom prst="roundRect">
            <a:avLst>
              <a:gd name="adj" fmla="val 7233"/>
            </a:avLst>
          </a:prstGeom>
          <a:solidFill>
            <a:srgbClr val="F2F2F2">
              <a:alpha val="73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圆角矩形 29"/>
          <p:cNvSpPr/>
          <p:nvPr/>
        </p:nvSpPr>
        <p:spPr xmlns:m="http://schemas.openxmlformats.org/officeDocument/2006/math" xmlns:a14="http://schemas.microsoft.com/office/drawing/2010/main">
          <a:xfrm rot="13500000">
            <a:off x="-323730" y="4580997"/>
            <a:ext cx="1648622" cy="1648622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圆角矩形 31"/>
          <p:cNvSpPr/>
          <p:nvPr/>
        </p:nvSpPr>
        <p:spPr xmlns:m="http://schemas.openxmlformats.org/officeDocument/2006/math" xmlns:a14="http://schemas.microsoft.com/office/drawing/2010/main">
          <a:xfrm rot="13500000">
            <a:off x="-1390274" y="1612896"/>
            <a:ext cx="1925578" cy="1925578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文本框 49"/>
          <p:cNvSpPr txBox="1"/>
          <p:nvPr/>
        </p:nvSpPr>
        <p:spPr>
          <a:xfrm>
            <a:off x="3036071" y="3309654"/>
            <a:ext cx="6123826" cy="942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4800">
                <a:solidFill>
                  <a:srgbClr val="3D9274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</a:t>
            </a:r>
          </a:p>
        </p:txBody>
      </p:sp>
      <p:sp>
        <p:nvSpPr>
          <p:cNvPr id="12" name="文本框 50"/>
          <p:cNvSpPr txBox="1"/>
          <p:nvPr/>
        </p:nvSpPr>
        <p:spPr>
          <a:xfrm>
            <a:off x="3481132" y="4168023"/>
            <a:ext cx="5171540" cy="504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lnSpc>
                <a:spcPct val="150000"/>
              </a:lnSpc>
              <a:defRPr sz="11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aaaaaaaaaaaaaaaaaaaaaaaaaaaaaaaaaaaaaaaaaaaaaaaaaaaaaaaaaaaaaaaaaaaaaaaaaaaaaaaaaaaaaaaaaaaaaaaaaaaaaaaaaaaaaaaaaaaaaaaaaaaaaaaaaaaaaaaaa</a:t>
            </a:r>
          </a:p>
        </p:txBody>
      </p:sp>
      <p:sp>
        <p:nvSpPr>
          <p:cNvPr id="13" name="直接连接符 51"/>
          <p:cNvSpPr/>
          <p:nvPr/>
        </p:nvSpPr>
        <p:spPr>
          <a:xfrm>
            <a:off x="4834113" y="2142759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4" name="直接连接符 52"/>
          <p:cNvSpPr/>
          <p:nvPr/>
        </p:nvSpPr>
        <p:spPr>
          <a:xfrm>
            <a:off x="4825784" y="3047394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5" name="文本框 30"/>
          <p:cNvSpPr txBox="1"/>
          <p:nvPr/>
        </p:nvSpPr>
        <p:spPr>
          <a:xfrm>
            <a:off x="4486362" y="2199875"/>
            <a:ext cx="3641842" cy="916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5400">
                <a:solidFill>
                  <a:srgbClr val="262626"/>
                </a:solidFill>
                <a:latin typeface="思源黑体 CN Heavy"/>
                <a:ea typeface="思源黑体 CN Heavy"/>
                <a:cs typeface="思源黑体 CN Heavy"/>
                <a:sym typeface="思源黑体 CN Heavy"/>
              </a:defRPr>
            </a:lvl1pPr>
          </a:lstStyle>
          <a:p>
            <a:pPr>
              <a:defRPr/>
            </a:pPr>
            <a:r>
              <a:rPr/>
              <a:t>aaaaaaaaa</a:t>
            </a:r>
          </a:p>
        </p:txBody>
      </p:sp>
      <p:sp>
        <p:nvSpPr>
          <p:cNvPr id="16" name="圆角矩形 23"/>
          <p:cNvSpPr/>
          <p:nvPr/>
        </p:nvSpPr>
        <p:spPr xmlns:m="http://schemas.openxmlformats.org/officeDocument/2006/math" xmlns:a14="http://schemas.microsoft.com/office/drawing/2010/main">
          <a:xfrm rot="2700000">
            <a:off x="9054581" y="-2034027"/>
            <a:ext cx="3708260" cy="3581392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圆角矩形 24"/>
          <p:cNvSpPr/>
          <p:nvPr/>
        </p:nvSpPr>
        <p:spPr xmlns:m="http://schemas.openxmlformats.org/officeDocument/2006/math" xmlns:a14="http://schemas.microsoft.com/office/drawing/2010/main">
          <a:xfrm rot="2700000">
            <a:off x="9054581" y="-2089117"/>
            <a:ext cx="3708260" cy="3581392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圆角矩形 22"/>
          <p:cNvSpPr/>
          <p:nvPr/>
        </p:nvSpPr>
        <p:spPr xmlns:m="http://schemas.openxmlformats.org/officeDocument/2006/math" xmlns:a14="http://schemas.microsoft.com/office/drawing/2010/main">
          <a:xfrm rot="2700000">
            <a:off x="9781217" y="1794358"/>
            <a:ext cx="1481875" cy="1437557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20792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圆角矩形 20"/>
          <p:cNvSpPr/>
          <p:nvPr/>
        </p:nvSpPr>
        <p:spPr xmlns:m="http://schemas.openxmlformats.org/officeDocument/2006/math" xmlns:a14="http://schemas.microsoft.com/office/drawing/2010/main">
          <a:xfrm rot="2700000">
            <a:off x="11568564" y="2615014"/>
            <a:ext cx="2641767" cy="256275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11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圆角矩形 15"/>
          <p:cNvSpPr/>
          <p:nvPr/>
        </p:nvSpPr>
        <p:spPr xmlns:m="http://schemas.openxmlformats.org/officeDocument/2006/math" xmlns:a14="http://schemas.microsoft.com/office/drawing/2010/main">
          <a:xfrm rot="2700000">
            <a:off x="9931730" y="-661840"/>
            <a:ext cx="1025096" cy="99443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圆角矩形 47"/>
          <p:cNvSpPr/>
          <p:nvPr/>
        </p:nvSpPr>
        <p:spPr xmlns:m="http://schemas.openxmlformats.org/officeDocument/2006/math" xmlns:a14="http://schemas.microsoft.com/office/drawing/2010/main">
          <a:xfrm rot="13500000">
            <a:off x="-212100" y="5738174"/>
            <a:ext cx="2296099" cy="2254426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" name="圆角矩形 44"/>
          <p:cNvSpPr/>
          <p:nvPr/>
        </p:nvSpPr>
        <p:spPr xmlns:m="http://schemas.openxmlformats.org/officeDocument/2006/math" xmlns:a14="http://schemas.microsoft.com/office/drawing/2010/main">
          <a:xfrm rot="13500000">
            <a:off x="407362" y="3499738"/>
            <a:ext cx="1807978" cy="1769669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" name="圆角矩形 45"/>
          <p:cNvSpPr/>
          <p:nvPr/>
        </p:nvSpPr>
        <p:spPr xmlns:m="http://schemas.openxmlformats.org/officeDocument/2006/math" xmlns:a14="http://schemas.microsoft.com/office/drawing/2010/main">
          <a:xfrm rot="13500000">
            <a:off x="311239" y="3614481"/>
            <a:ext cx="1807972" cy="176966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" name="圆角矩形 43"/>
          <p:cNvSpPr/>
          <p:nvPr/>
        </p:nvSpPr>
        <p:spPr xmlns:m="http://schemas.openxmlformats.org/officeDocument/2006/math" xmlns:a14="http://schemas.microsoft.com/office/drawing/2010/main">
          <a:xfrm rot="13500000">
            <a:off x="-2386685" y="2041483"/>
            <a:ext cx="2313289" cy="2271306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14565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" name="圆角矩形 38"/>
          <p:cNvSpPr/>
          <p:nvPr/>
        </p:nvSpPr>
        <p:spPr xmlns:m="http://schemas.openxmlformats.org/officeDocument/2006/math" xmlns:a14="http://schemas.microsoft.com/office/drawing/2010/main">
          <a:xfrm rot="13500000">
            <a:off x="851169" y="6411209"/>
            <a:ext cx="897636" cy="881344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任意多边形 2"/>
          <p:cNvSpPr/>
          <p:nvPr/>
        </p:nvSpPr>
        <p:spPr xmlns:m="http://schemas.openxmlformats.org/officeDocument/2006/math" xmlns:a14="http://schemas.microsoft.com/office/drawing/2010/main">
          <a:xfrm>
            <a:off x="1873901" y="2778827"/>
            <a:ext cx="2690937" cy="20664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638" y="1551"/>
                </a:moveTo>
                <a:cubicBezTo>
                  <a:pt x="2331" y="1551"/>
                  <a:pt x="1271" y="2931"/>
                  <a:pt x="1271" y="4634"/>
                </a:cubicBezTo>
                <a:lnTo>
                  <a:pt x="1271" y="16966"/>
                </a:lnTo>
                <a:cubicBezTo>
                  <a:pt x="1271" y="18669"/>
                  <a:pt x="2331" y="20049"/>
                  <a:pt x="3638" y="20049"/>
                </a:cubicBezTo>
                <a:lnTo>
                  <a:pt x="17962" y="20049"/>
                </a:lnTo>
                <a:cubicBezTo>
                  <a:pt x="19269" y="20049"/>
                  <a:pt x="20329" y="18669"/>
                  <a:pt x="20329" y="16966"/>
                </a:cubicBezTo>
                <a:lnTo>
                  <a:pt x="20329" y="4634"/>
                </a:lnTo>
                <a:cubicBezTo>
                  <a:pt x="20329" y="2931"/>
                  <a:pt x="19269" y="1551"/>
                  <a:pt x="17962" y="1551"/>
                </a:cubicBezTo>
                <a:close/>
                <a:moveTo>
                  <a:pt x="2765" y="0"/>
                </a:moveTo>
                <a:lnTo>
                  <a:pt x="18835" y="0"/>
                </a:lnTo>
                <a:cubicBezTo>
                  <a:pt x="20362" y="0"/>
                  <a:pt x="21600" y="1612"/>
                  <a:pt x="21600" y="3600"/>
                </a:cubicBezTo>
                <a:lnTo>
                  <a:pt x="21600" y="18000"/>
                </a:lnTo>
                <a:cubicBezTo>
                  <a:pt x="21600" y="19988"/>
                  <a:pt x="20362" y="21600"/>
                  <a:pt x="18835" y="21600"/>
                </a:cubicBezTo>
                <a:lnTo>
                  <a:pt x="2765" y="21600"/>
                </a:lnTo>
                <a:cubicBezTo>
                  <a:pt x="1238" y="21600"/>
                  <a:pt x="0" y="19988"/>
                  <a:pt x="0" y="18000"/>
                </a:cubicBezTo>
                <a:lnTo>
                  <a:pt x="0" y="3600"/>
                </a:lnTo>
                <a:cubicBezTo>
                  <a:pt x="0" y="1612"/>
                  <a:pt x="1238" y="0"/>
                  <a:pt x="2765" y="0"/>
                </a:cubicBezTo>
                <a:close/>
              </a:path>
            </a:pathLst>
          </a:cu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152400" dist="63500" dir="810000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" name="任意多边形 4"/>
          <p:cNvSpPr/>
          <p:nvPr/>
        </p:nvSpPr>
        <p:spPr xmlns:m="http://schemas.openxmlformats.org/officeDocument/2006/math" xmlns:a14="http://schemas.microsoft.com/office/drawing/2010/main">
          <a:xfrm>
            <a:off x="5146047" y="2778827"/>
            <a:ext cx="2690938" cy="20664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638" y="1551"/>
                </a:moveTo>
                <a:cubicBezTo>
                  <a:pt x="2331" y="1551"/>
                  <a:pt x="1271" y="2931"/>
                  <a:pt x="1271" y="4634"/>
                </a:cubicBezTo>
                <a:lnTo>
                  <a:pt x="1271" y="16966"/>
                </a:lnTo>
                <a:cubicBezTo>
                  <a:pt x="1271" y="18669"/>
                  <a:pt x="2331" y="20049"/>
                  <a:pt x="3638" y="20049"/>
                </a:cubicBezTo>
                <a:lnTo>
                  <a:pt x="17962" y="20049"/>
                </a:lnTo>
                <a:cubicBezTo>
                  <a:pt x="19269" y="20049"/>
                  <a:pt x="20329" y="18669"/>
                  <a:pt x="20329" y="16966"/>
                </a:cubicBezTo>
                <a:lnTo>
                  <a:pt x="20329" y="4634"/>
                </a:lnTo>
                <a:cubicBezTo>
                  <a:pt x="20329" y="2931"/>
                  <a:pt x="19269" y="1551"/>
                  <a:pt x="17962" y="1551"/>
                </a:cubicBezTo>
                <a:close/>
                <a:moveTo>
                  <a:pt x="2765" y="0"/>
                </a:moveTo>
                <a:lnTo>
                  <a:pt x="18835" y="0"/>
                </a:lnTo>
                <a:cubicBezTo>
                  <a:pt x="20362" y="0"/>
                  <a:pt x="21600" y="1612"/>
                  <a:pt x="21600" y="3600"/>
                </a:cubicBezTo>
                <a:lnTo>
                  <a:pt x="21600" y="18000"/>
                </a:lnTo>
                <a:cubicBezTo>
                  <a:pt x="21600" y="19988"/>
                  <a:pt x="20362" y="21600"/>
                  <a:pt x="18835" y="21600"/>
                </a:cubicBezTo>
                <a:lnTo>
                  <a:pt x="2765" y="21600"/>
                </a:lnTo>
                <a:cubicBezTo>
                  <a:pt x="1238" y="21600"/>
                  <a:pt x="0" y="19988"/>
                  <a:pt x="0" y="18000"/>
                </a:cubicBezTo>
                <a:lnTo>
                  <a:pt x="0" y="3600"/>
                </a:lnTo>
                <a:cubicBezTo>
                  <a:pt x="0" y="1612"/>
                  <a:pt x="1238" y="0"/>
                  <a:pt x="2765" y="0"/>
                </a:cubicBezTo>
                <a:close/>
              </a:path>
            </a:pathLst>
          </a:cu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152400" dist="63500" dir="810000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" name="任意多边形 5"/>
          <p:cNvSpPr/>
          <p:nvPr/>
        </p:nvSpPr>
        <p:spPr xmlns:m="http://schemas.openxmlformats.org/officeDocument/2006/math" xmlns:a14="http://schemas.microsoft.com/office/drawing/2010/main">
          <a:xfrm>
            <a:off x="8418193" y="2778827"/>
            <a:ext cx="2690938" cy="20664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638" y="1551"/>
                </a:moveTo>
                <a:cubicBezTo>
                  <a:pt x="2331" y="1551"/>
                  <a:pt x="1271" y="2931"/>
                  <a:pt x="1271" y="4634"/>
                </a:cubicBezTo>
                <a:lnTo>
                  <a:pt x="1271" y="16966"/>
                </a:lnTo>
                <a:cubicBezTo>
                  <a:pt x="1271" y="18669"/>
                  <a:pt x="2331" y="20049"/>
                  <a:pt x="3638" y="20049"/>
                </a:cubicBezTo>
                <a:lnTo>
                  <a:pt x="17962" y="20049"/>
                </a:lnTo>
                <a:cubicBezTo>
                  <a:pt x="19269" y="20049"/>
                  <a:pt x="20329" y="18669"/>
                  <a:pt x="20329" y="16966"/>
                </a:cubicBezTo>
                <a:lnTo>
                  <a:pt x="20329" y="4634"/>
                </a:lnTo>
                <a:cubicBezTo>
                  <a:pt x="20329" y="2931"/>
                  <a:pt x="19269" y="1551"/>
                  <a:pt x="17962" y="1551"/>
                </a:cubicBezTo>
                <a:close/>
                <a:moveTo>
                  <a:pt x="2765" y="0"/>
                </a:moveTo>
                <a:lnTo>
                  <a:pt x="18835" y="0"/>
                </a:lnTo>
                <a:cubicBezTo>
                  <a:pt x="20362" y="0"/>
                  <a:pt x="21600" y="1612"/>
                  <a:pt x="21600" y="3600"/>
                </a:cubicBezTo>
                <a:lnTo>
                  <a:pt x="21600" y="18000"/>
                </a:lnTo>
                <a:cubicBezTo>
                  <a:pt x="21600" y="19988"/>
                  <a:pt x="20362" y="21600"/>
                  <a:pt x="18835" y="21600"/>
                </a:cubicBezTo>
                <a:lnTo>
                  <a:pt x="2765" y="21600"/>
                </a:lnTo>
                <a:cubicBezTo>
                  <a:pt x="1238" y="21600"/>
                  <a:pt x="0" y="19988"/>
                  <a:pt x="0" y="18000"/>
                </a:cubicBezTo>
                <a:lnTo>
                  <a:pt x="0" y="3600"/>
                </a:lnTo>
                <a:cubicBezTo>
                  <a:pt x="0" y="1612"/>
                  <a:pt x="1238" y="0"/>
                  <a:pt x="2765" y="0"/>
                </a:cubicBezTo>
                <a:close/>
              </a:path>
            </a:pathLst>
          </a:cu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152400" dist="63500" dir="810000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" name="文本框 63"/>
          <p:cNvSpPr txBox="1"/>
          <p:nvPr/>
        </p:nvSpPr>
        <p:spPr>
          <a:xfrm>
            <a:off x="2361357" y="3272247"/>
            <a:ext cx="1651009" cy="1259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6" name="文本框 64"/>
          <p:cNvSpPr txBox="1"/>
          <p:nvPr/>
        </p:nvSpPr>
        <p:spPr>
          <a:xfrm>
            <a:off x="5654924" y="3272247"/>
            <a:ext cx="1651010" cy="1259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7" name="文本框 65"/>
          <p:cNvSpPr txBox="1"/>
          <p:nvPr/>
        </p:nvSpPr>
        <p:spPr>
          <a:xfrm>
            <a:off x="8945033" y="3272247"/>
            <a:ext cx="1651010" cy="1259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8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9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0" name="直线连接符 77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1" name="文本框 7"/>
          <p:cNvSpPr txBox="1"/>
          <p:nvPr/>
        </p:nvSpPr>
        <p:spPr>
          <a:xfrm>
            <a:off x="1748700" y="2232959"/>
            <a:ext cx="939076" cy="523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8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2" name="文本框 8"/>
          <p:cNvSpPr txBox="1"/>
          <p:nvPr/>
        </p:nvSpPr>
        <p:spPr>
          <a:xfrm>
            <a:off x="2430674" y="2269264"/>
            <a:ext cx="1994555" cy="510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3" name="文本框 10"/>
          <p:cNvSpPr txBox="1"/>
          <p:nvPr/>
        </p:nvSpPr>
        <p:spPr>
          <a:xfrm>
            <a:off x="5056678" y="2232959"/>
            <a:ext cx="939076" cy="523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8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4" name="文本框 11"/>
          <p:cNvSpPr txBox="1"/>
          <p:nvPr/>
        </p:nvSpPr>
        <p:spPr>
          <a:xfrm>
            <a:off x="5738652" y="2269264"/>
            <a:ext cx="1994555" cy="510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5" name="文本框 13"/>
          <p:cNvSpPr txBox="1"/>
          <p:nvPr/>
        </p:nvSpPr>
        <p:spPr>
          <a:xfrm>
            <a:off x="8313646" y="2232959"/>
            <a:ext cx="939076" cy="523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8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6" name="文本框 14"/>
          <p:cNvSpPr txBox="1"/>
          <p:nvPr/>
        </p:nvSpPr>
        <p:spPr>
          <a:xfrm>
            <a:off x="8995620" y="2269264"/>
            <a:ext cx="1994555" cy="510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7" name="椭圆 25"/>
          <p:cNvSpPr/>
          <p:nvPr/>
        </p:nvSpPr>
        <p:spPr xmlns:m="http://schemas.openxmlformats.org/officeDocument/2006/math" xmlns:a14="http://schemas.microsoft.com/office/drawing/2010/main">
          <a:xfrm>
            <a:off x="1108116" y="3276689"/>
            <a:ext cx="1010802" cy="1010801"/>
          </a:xfrm>
          <a:prstGeom prst="ellipse">
            <a:avLst/>
          </a:prstGeom>
          <a:gradFill flip="none" rotWithShape="1">
            <a:gsLst>
              <a:gs pos="20000">
                <a:srgbClr val="FFFFFF"/>
              </a:gs>
              <a:gs pos="92000">
                <a:srgbClr val="C7C8C4"/>
              </a:gs>
            </a:gsLst>
            <a:lin ang="84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165100" dist="76200" dir="8100000">
              <a:srgbClr val="000000">
                <a:alpha val="3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8" name="椭圆 26"/>
          <p:cNvSpPr/>
          <p:nvPr/>
        </p:nvSpPr>
        <p:spPr xmlns:m="http://schemas.openxmlformats.org/officeDocument/2006/math" xmlns:a14="http://schemas.microsoft.com/office/drawing/2010/main">
          <a:xfrm>
            <a:off x="1227061" y="3395633"/>
            <a:ext cx="772911" cy="772913"/>
          </a:xfrm>
          <a:prstGeom prst="ellipse">
            <a:avLst/>
          </a:prstGeom>
          <a:solidFill>
            <a:schemeClr val="accent1"/>
          </a:solidFill>
          <a:ln w="15875" cap="flat">
            <a:solidFill>
              <a:srgbClr val="D2D2D2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9" name="椭圆 27"/>
          <p:cNvSpPr/>
          <p:nvPr/>
        </p:nvSpPr>
        <p:spPr xmlns:m="http://schemas.openxmlformats.org/officeDocument/2006/math" xmlns:a14="http://schemas.microsoft.com/office/drawing/2010/main">
          <a:xfrm>
            <a:off x="1625434" y="3196262"/>
            <a:ext cx="611479" cy="467998"/>
          </a:xfrm>
          <a:prstGeom prst="ellipse">
            <a:avLst/>
          </a:prstGeom>
          <a:gradFill flip="none" rotWithShape="1">
            <a:gsLst>
              <a:gs pos="6000">
                <a:srgbClr val="FFFFFF">
                  <a:alpha val="70000"/>
                </a:srgbClr>
              </a:gs>
              <a:gs pos="32000">
                <a:srgbClr val="FFFFFF">
                  <a:alpha val="17000"/>
                </a:srgbClr>
              </a:gs>
              <a:gs pos="67000">
                <a:srgbClr val="FFFFFF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0" name="任意多边形 28"/>
          <p:cNvSpPr/>
          <p:nvPr/>
        </p:nvSpPr>
        <p:spPr xmlns:m="http://schemas.openxmlformats.org/officeDocument/2006/math" xmlns:a14="http://schemas.microsoft.com/office/drawing/2010/main">
          <a:xfrm>
            <a:off x="1230650" y="3403867"/>
            <a:ext cx="740648" cy="4347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270" y="0"/>
                </a:moveTo>
                <a:cubicBezTo>
                  <a:pt x="15161" y="0"/>
                  <a:pt x="18591" y="3358"/>
                  <a:pt x="20616" y="8465"/>
                </a:cubicBezTo>
                <a:lnTo>
                  <a:pt x="21600" y="11553"/>
                </a:lnTo>
                <a:cubicBezTo>
                  <a:pt x="20042" y="13742"/>
                  <a:pt x="15259" y="20987"/>
                  <a:pt x="11270" y="21600"/>
                </a:cubicBezTo>
                <a:cubicBezTo>
                  <a:pt x="6105" y="21600"/>
                  <a:pt x="939" y="20800"/>
                  <a:pt x="0" y="19200"/>
                </a:cubicBezTo>
                <a:cubicBezTo>
                  <a:pt x="0" y="8596"/>
                  <a:pt x="5046" y="0"/>
                  <a:pt x="1127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1" name="Oval 423"/>
          <p:cNvSpPr/>
          <p:nvPr/>
        </p:nvSpPr>
        <p:spPr xmlns:m="http://schemas.openxmlformats.org/officeDocument/2006/math" xmlns:a14="http://schemas.microsoft.com/office/drawing/2010/main">
          <a:xfrm>
            <a:off x="1712208" y="3656977"/>
            <a:ext cx="89203" cy="103267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2" name="Freeform 424"/>
          <p:cNvSpPr/>
          <p:nvPr/>
        </p:nvSpPr>
        <p:spPr xmlns:m="http://schemas.openxmlformats.org/officeDocument/2006/math" xmlns:a14="http://schemas.microsoft.com/office/drawing/2010/main">
          <a:xfrm>
            <a:off x="1693701" y="3766165"/>
            <a:ext cx="114001" cy="150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35" fill="norm" stroke="1" extrusionOk="0">
                <a:moveTo>
                  <a:pt x="10800" y="5"/>
                </a:moveTo>
                <a:cubicBezTo>
                  <a:pt x="8640" y="10620"/>
                  <a:pt x="8640" y="10620"/>
                  <a:pt x="8640" y="10620"/>
                </a:cubicBezTo>
                <a:cubicBezTo>
                  <a:pt x="2326" y="13459"/>
                  <a:pt x="2326" y="13459"/>
                  <a:pt x="2326" y="13459"/>
                </a:cubicBezTo>
                <a:cubicBezTo>
                  <a:pt x="2326" y="9262"/>
                  <a:pt x="2326" y="9262"/>
                  <a:pt x="2326" y="9262"/>
                </a:cubicBezTo>
                <a:cubicBezTo>
                  <a:pt x="10800" y="5"/>
                  <a:pt x="10800" y="5"/>
                  <a:pt x="10800" y="5"/>
                </a:cubicBezTo>
                <a:cubicBezTo>
                  <a:pt x="5815" y="5"/>
                  <a:pt x="2991" y="3708"/>
                  <a:pt x="1495" y="6794"/>
                </a:cubicBezTo>
                <a:cubicBezTo>
                  <a:pt x="498" y="8892"/>
                  <a:pt x="0" y="10620"/>
                  <a:pt x="0" y="10620"/>
                </a:cubicBezTo>
                <a:cubicBezTo>
                  <a:pt x="0" y="10620"/>
                  <a:pt x="0" y="13953"/>
                  <a:pt x="0" y="16545"/>
                </a:cubicBezTo>
                <a:cubicBezTo>
                  <a:pt x="0" y="17656"/>
                  <a:pt x="332" y="18520"/>
                  <a:pt x="1163" y="19384"/>
                </a:cubicBezTo>
                <a:cubicBezTo>
                  <a:pt x="2326" y="20494"/>
                  <a:pt x="5151" y="21235"/>
                  <a:pt x="10800" y="21235"/>
                </a:cubicBezTo>
                <a:cubicBezTo>
                  <a:pt x="20271" y="21235"/>
                  <a:pt x="21600" y="18026"/>
                  <a:pt x="21600" y="18026"/>
                </a:cubicBezTo>
                <a:cubicBezTo>
                  <a:pt x="21600" y="18026"/>
                  <a:pt x="21600" y="10620"/>
                  <a:pt x="21600" y="5189"/>
                </a:cubicBezTo>
                <a:cubicBezTo>
                  <a:pt x="21600" y="-365"/>
                  <a:pt x="10800" y="5"/>
                  <a:pt x="10800" y="5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3" name="Freeform 425"/>
          <p:cNvSpPr/>
          <p:nvPr/>
        </p:nvSpPr>
        <p:spPr xmlns:m="http://schemas.openxmlformats.org/officeDocument/2006/math" xmlns:a14="http://schemas.microsoft.com/office/drawing/2010/main">
          <a:xfrm>
            <a:off x="1520480" y="3857957"/>
            <a:ext cx="185806" cy="917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053" y="11314"/>
                </a:moveTo>
                <a:cubicBezTo>
                  <a:pt x="17626" y="6789"/>
                  <a:pt x="18136" y="0"/>
                  <a:pt x="18136" y="0"/>
                </a:cubicBezTo>
                <a:cubicBezTo>
                  <a:pt x="18136" y="0"/>
                  <a:pt x="15894" y="4114"/>
                  <a:pt x="11208" y="4114"/>
                </a:cubicBezTo>
                <a:cubicBezTo>
                  <a:pt x="6521" y="4114"/>
                  <a:pt x="4483" y="0"/>
                  <a:pt x="4483" y="0"/>
                </a:cubicBezTo>
                <a:cubicBezTo>
                  <a:pt x="4483" y="0"/>
                  <a:pt x="4992" y="6994"/>
                  <a:pt x="3057" y="11520"/>
                </a:cubicBezTo>
                <a:cubicBezTo>
                  <a:pt x="2343" y="13166"/>
                  <a:pt x="1426" y="14400"/>
                  <a:pt x="0" y="14811"/>
                </a:cubicBezTo>
                <a:cubicBezTo>
                  <a:pt x="0" y="14811"/>
                  <a:pt x="3260" y="21600"/>
                  <a:pt x="11208" y="21600"/>
                </a:cubicBezTo>
                <a:cubicBezTo>
                  <a:pt x="19053" y="21600"/>
                  <a:pt x="21600" y="14811"/>
                  <a:pt x="21600" y="14811"/>
                </a:cubicBezTo>
                <a:cubicBezTo>
                  <a:pt x="20377" y="14400"/>
                  <a:pt x="19664" y="12960"/>
                  <a:pt x="19053" y="11314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4" name="Freeform 426"/>
          <p:cNvSpPr/>
          <p:nvPr/>
        </p:nvSpPr>
        <p:spPr xmlns:m="http://schemas.openxmlformats.org/officeDocument/2006/math" xmlns:a14="http://schemas.microsoft.com/office/drawing/2010/main">
          <a:xfrm>
            <a:off x="1544169" y="3703984"/>
            <a:ext cx="145462" cy="1313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759" y="21600"/>
                </a:moveTo>
                <a:cubicBezTo>
                  <a:pt x="11841" y="21600"/>
                  <a:pt x="11841" y="21600"/>
                  <a:pt x="11841" y="21600"/>
                </a:cubicBezTo>
                <a:cubicBezTo>
                  <a:pt x="19518" y="21600"/>
                  <a:pt x="21210" y="19008"/>
                  <a:pt x="21600" y="18000"/>
                </a:cubicBezTo>
                <a:cubicBezTo>
                  <a:pt x="21600" y="17712"/>
                  <a:pt x="21600" y="17568"/>
                  <a:pt x="21600" y="17568"/>
                </a:cubicBezTo>
                <a:cubicBezTo>
                  <a:pt x="21600" y="17568"/>
                  <a:pt x="21600" y="16272"/>
                  <a:pt x="21600" y="8496"/>
                </a:cubicBezTo>
                <a:cubicBezTo>
                  <a:pt x="21600" y="3168"/>
                  <a:pt x="16916" y="864"/>
                  <a:pt x="14053" y="0"/>
                </a:cubicBezTo>
                <a:cubicBezTo>
                  <a:pt x="14053" y="0"/>
                  <a:pt x="14053" y="0"/>
                  <a:pt x="14053" y="0"/>
                </a:cubicBezTo>
                <a:cubicBezTo>
                  <a:pt x="10800" y="1440"/>
                  <a:pt x="10800" y="1440"/>
                  <a:pt x="10800" y="1440"/>
                </a:cubicBezTo>
                <a:cubicBezTo>
                  <a:pt x="13272" y="11808"/>
                  <a:pt x="13272" y="11808"/>
                  <a:pt x="13272" y="11808"/>
                </a:cubicBezTo>
                <a:cubicBezTo>
                  <a:pt x="10800" y="15984"/>
                  <a:pt x="10800" y="15984"/>
                  <a:pt x="10800" y="15984"/>
                </a:cubicBezTo>
                <a:cubicBezTo>
                  <a:pt x="8198" y="11808"/>
                  <a:pt x="8198" y="11808"/>
                  <a:pt x="8198" y="11808"/>
                </a:cubicBezTo>
                <a:cubicBezTo>
                  <a:pt x="10800" y="1440"/>
                  <a:pt x="10800" y="1440"/>
                  <a:pt x="10800" y="1440"/>
                </a:cubicBezTo>
                <a:cubicBezTo>
                  <a:pt x="7547" y="0"/>
                  <a:pt x="7547" y="0"/>
                  <a:pt x="7547" y="0"/>
                </a:cubicBezTo>
                <a:cubicBezTo>
                  <a:pt x="4684" y="864"/>
                  <a:pt x="0" y="3168"/>
                  <a:pt x="0" y="8496"/>
                </a:cubicBezTo>
                <a:cubicBezTo>
                  <a:pt x="0" y="16272"/>
                  <a:pt x="0" y="17568"/>
                  <a:pt x="0" y="17568"/>
                </a:cubicBezTo>
                <a:cubicBezTo>
                  <a:pt x="0" y="17568"/>
                  <a:pt x="0" y="17712"/>
                  <a:pt x="0" y="17712"/>
                </a:cubicBezTo>
                <a:cubicBezTo>
                  <a:pt x="130" y="18288"/>
                  <a:pt x="1171" y="21600"/>
                  <a:pt x="9759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5" name="Oval 427"/>
          <p:cNvSpPr/>
          <p:nvPr/>
        </p:nvSpPr>
        <p:spPr xmlns:m="http://schemas.openxmlformats.org/officeDocument/2006/math" xmlns:a14="http://schemas.microsoft.com/office/drawing/2010/main">
          <a:xfrm>
            <a:off x="1580071" y="3612192"/>
            <a:ext cx="73657" cy="858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6" name="Freeform 428"/>
          <p:cNvSpPr/>
          <p:nvPr/>
        </p:nvSpPr>
        <p:spPr xmlns:m="http://schemas.openxmlformats.org/officeDocument/2006/math" xmlns:a14="http://schemas.microsoft.com/office/drawing/2010/main">
          <a:xfrm>
            <a:off x="1425356" y="3765418"/>
            <a:ext cx="112891" cy="1502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35" fill="norm" stroke="1" extrusionOk="0">
                <a:moveTo>
                  <a:pt x="21600" y="16668"/>
                </a:moveTo>
                <a:cubicBezTo>
                  <a:pt x="21600" y="14076"/>
                  <a:pt x="21600" y="10620"/>
                  <a:pt x="21600" y="10620"/>
                </a:cubicBezTo>
                <a:cubicBezTo>
                  <a:pt x="21600" y="10620"/>
                  <a:pt x="21265" y="8892"/>
                  <a:pt x="20260" y="6794"/>
                </a:cubicBezTo>
                <a:cubicBezTo>
                  <a:pt x="18753" y="3708"/>
                  <a:pt x="15907" y="5"/>
                  <a:pt x="10884" y="5"/>
                </a:cubicBezTo>
                <a:cubicBezTo>
                  <a:pt x="19423" y="9262"/>
                  <a:pt x="19423" y="9262"/>
                  <a:pt x="19423" y="9262"/>
                </a:cubicBezTo>
                <a:cubicBezTo>
                  <a:pt x="19423" y="13582"/>
                  <a:pt x="19423" y="13582"/>
                  <a:pt x="19423" y="13582"/>
                </a:cubicBezTo>
                <a:cubicBezTo>
                  <a:pt x="13060" y="10620"/>
                  <a:pt x="13060" y="10620"/>
                  <a:pt x="13060" y="10620"/>
                </a:cubicBezTo>
                <a:cubicBezTo>
                  <a:pt x="10884" y="5"/>
                  <a:pt x="10884" y="5"/>
                  <a:pt x="10884" y="5"/>
                </a:cubicBezTo>
                <a:cubicBezTo>
                  <a:pt x="10884" y="5"/>
                  <a:pt x="0" y="-365"/>
                  <a:pt x="0" y="5189"/>
                </a:cubicBezTo>
                <a:cubicBezTo>
                  <a:pt x="0" y="10744"/>
                  <a:pt x="0" y="18026"/>
                  <a:pt x="0" y="18026"/>
                </a:cubicBezTo>
                <a:cubicBezTo>
                  <a:pt x="0" y="18026"/>
                  <a:pt x="1340" y="21235"/>
                  <a:pt x="10884" y="21235"/>
                </a:cubicBezTo>
                <a:cubicBezTo>
                  <a:pt x="16242" y="21235"/>
                  <a:pt x="19088" y="20618"/>
                  <a:pt x="20428" y="19507"/>
                </a:cubicBezTo>
                <a:cubicBezTo>
                  <a:pt x="21433" y="18766"/>
                  <a:pt x="21600" y="17779"/>
                  <a:pt x="21600" y="16668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7" name="Oval 429"/>
          <p:cNvSpPr/>
          <p:nvPr/>
        </p:nvSpPr>
        <p:spPr xmlns:m="http://schemas.openxmlformats.org/officeDocument/2006/math" xmlns:a14="http://schemas.microsoft.com/office/drawing/2010/main">
          <a:xfrm>
            <a:off x="1431278" y="3655866"/>
            <a:ext cx="89203" cy="104377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8" name="椭圆 48"/>
          <p:cNvSpPr/>
          <p:nvPr/>
        </p:nvSpPr>
        <p:spPr xmlns:m="http://schemas.openxmlformats.org/officeDocument/2006/math" xmlns:a14="http://schemas.microsoft.com/office/drawing/2010/main">
          <a:xfrm>
            <a:off x="4291045" y="3276689"/>
            <a:ext cx="1010801" cy="1010801"/>
          </a:xfrm>
          <a:prstGeom prst="ellipse">
            <a:avLst/>
          </a:prstGeom>
          <a:gradFill flip="none" rotWithShape="1">
            <a:gsLst>
              <a:gs pos="20000">
                <a:srgbClr val="FFFFFF"/>
              </a:gs>
              <a:gs pos="92000">
                <a:srgbClr val="C7C8C4"/>
              </a:gs>
            </a:gsLst>
            <a:lin ang="84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165100" dist="76200" dir="8100000">
              <a:srgbClr val="000000">
                <a:alpha val="3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9" name="椭圆 49"/>
          <p:cNvSpPr/>
          <p:nvPr/>
        </p:nvSpPr>
        <p:spPr xmlns:m="http://schemas.openxmlformats.org/officeDocument/2006/math" xmlns:a14="http://schemas.microsoft.com/office/drawing/2010/main">
          <a:xfrm>
            <a:off x="4409989" y="3395633"/>
            <a:ext cx="772910" cy="772913"/>
          </a:xfrm>
          <a:prstGeom prst="ellipse">
            <a:avLst/>
          </a:prstGeom>
          <a:solidFill>
            <a:schemeClr val="accent1"/>
          </a:solidFill>
          <a:ln w="15875" cap="flat">
            <a:solidFill>
              <a:srgbClr val="D2D2D2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0" name="椭圆 50"/>
          <p:cNvSpPr/>
          <p:nvPr/>
        </p:nvSpPr>
        <p:spPr xmlns:m="http://schemas.openxmlformats.org/officeDocument/2006/math" xmlns:a14="http://schemas.microsoft.com/office/drawing/2010/main">
          <a:xfrm>
            <a:off x="4808362" y="3196262"/>
            <a:ext cx="611478" cy="467998"/>
          </a:xfrm>
          <a:prstGeom prst="ellipse">
            <a:avLst/>
          </a:prstGeom>
          <a:gradFill flip="none" rotWithShape="1">
            <a:gsLst>
              <a:gs pos="6000">
                <a:srgbClr val="FFFFFF">
                  <a:alpha val="70000"/>
                </a:srgbClr>
              </a:gs>
              <a:gs pos="32000">
                <a:srgbClr val="FFFFFF">
                  <a:alpha val="17000"/>
                </a:srgbClr>
              </a:gs>
              <a:gs pos="67000">
                <a:srgbClr val="FFFFFF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1" name="任意多边形 51"/>
          <p:cNvSpPr/>
          <p:nvPr/>
        </p:nvSpPr>
        <p:spPr xmlns:m="http://schemas.openxmlformats.org/officeDocument/2006/math" xmlns:a14="http://schemas.microsoft.com/office/drawing/2010/main">
          <a:xfrm>
            <a:off x="4413578" y="3403867"/>
            <a:ext cx="740647" cy="4347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270" y="0"/>
                </a:moveTo>
                <a:cubicBezTo>
                  <a:pt x="15161" y="0"/>
                  <a:pt x="18591" y="3358"/>
                  <a:pt x="20616" y="8465"/>
                </a:cubicBezTo>
                <a:lnTo>
                  <a:pt x="21600" y="11553"/>
                </a:lnTo>
                <a:cubicBezTo>
                  <a:pt x="20042" y="13742"/>
                  <a:pt x="15259" y="20987"/>
                  <a:pt x="11270" y="21600"/>
                </a:cubicBezTo>
                <a:cubicBezTo>
                  <a:pt x="6105" y="21600"/>
                  <a:pt x="939" y="20800"/>
                  <a:pt x="0" y="19200"/>
                </a:cubicBezTo>
                <a:cubicBezTo>
                  <a:pt x="0" y="8596"/>
                  <a:pt x="5046" y="0"/>
                  <a:pt x="1127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2" name="Oval 440"/>
          <p:cNvSpPr/>
          <p:nvPr/>
        </p:nvSpPr>
        <p:spPr xmlns:m="http://schemas.openxmlformats.org/officeDocument/2006/math" xmlns:a14="http://schemas.microsoft.com/office/drawing/2010/main">
          <a:xfrm>
            <a:off x="4908609" y="3735195"/>
            <a:ext cx="68103" cy="79579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3" name="Freeform 441"/>
          <p:cNvSpPr/>
          <p:nvPr/>
        </p:nvSpPr>
        <p:spPr xmlns:m="http://schemas.openxmlformats.org/officeDocument/2006/math" xmlns:a14="http://schemas.microsoft.com/office/drawing/2010/main">
          <a:xfrm>
            <a:off x="4891953" y="3596766"/>
            <a:ext cx="61071" cy="614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971" y="21600"/>
                </a:moveTo>
                <a:cubicBezTo>
                  <a:pt x="21600" y="21600"/>
                  <a:pt x="21600" y="21600"/>
                  <a:pt x="21600" y="21600"/>
                </a:cubicBezTo>
                <a:cubicBezTo>
                  <a:pt x="21600" y="9566"/>
                  <a:pt x="12034" y="0"/>
                  <a:pt x="0" y="0"/>
                </a:cubicBezTo>
                <a:cubicBezTo>
                  <a:pt x="0" y="4320"/>
                  <a:pt x="0" y="4320"/>
                  <a:pt x="0" y="4320"/>
                </a:cubicBezTo>
                <a:cubicBezTo>
                  <a:pt x="9566" y="4320"/>
                  <a:pt x="16971" y="12034"/>
                  <a:pt x="16971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4" name="Freeform 442"/>
          <p:cNvSpPr/>
          <p:nvPr/>
        </p:nvSpPr>
        <p:spPr xmlns:m="http://schemas.openxmlformats.org/officeDocument/2006/math" xmlns:a14="http://schemas.microsoft.com/office/drawing/2010/main">
          <a:xfrm>
            <a:off x="4891953" y="3618604"/>
            <a:ext cx="39233" cy="396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840" y="21600"/>
                </a:moveTo>
                <a:cubicBezTo>
                  <a:pt x="21600" y="21600"/>
                  <a:pt x="21600" y="21600"/>
                  <a:pt x="21600" y="21600"/>
                </a:cubicBezTo>
                <a:cubicBezTo>
                  <a:pt x="21600" y="9600"/>
                  <a:pt x="12000" y="0"/>
                  <a:pt x="0" y="0"/>
                </a:cubicBezTo>
                <a:cubicBezTo>
                  <a:pt x="0" y="5760"/>
                  <a:pt x="0" y="5760"/>
                  <a:pt x="0" y="5760"/>
                </a:cubicBezTo>
                <a:cubicBezTo>
                  <a:pt x="8640" y="5760"/>
                  <a:pt x="15840" y="12960"/>
                  <a:pt x="15840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5" name="Freeform 443"/>
          <p:cNvSpPr/>
          <p:nvPr/>
        </p:nvSpPr>
        <p:spPr xmlns:m="http://schemas.openxmlformats.org/officeDocument/2006/math" xmlns:a14="http://schemas.microsoft.com/office/drawing/2010/main">
          <a:xfrm>
            <a:off x="4891953" y="3636370"/>
            <a:ext cx="21837" cy="218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232" y="21600"/>
                </a:moveTo>
                <a:cubicBezTo>
                  <a:pt x="21600" y="21600"/>
                  <a:pt x="21600" y="21600"/>
                  <a:pt x="21600" y="21600"/>
                </a:cubicBezTo>
                <a:cubicBezTo>
                  <a:pt x="21600" y="9504"/>
                  <a:pt x="12096" y="0"/>
                  <a:pt x="0" y="0"/>
                </a:cubicBezTo>
                <a:cubicBezTo>
                  <a:pt x="0" y="10368"/>
                  <a:pt x="0" y="10368"/>
                  <a:pt x="0" y="10368"/>
                </a:cubicBezTo>
                <a:cubicBezTo>
                  <a:pt x="6048" y="10368"/>
                  <a:pt x="11232" y="15552"/>
                  <a:pt x="11232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6" name="Freeform 444"/>
          <p:cNvSpPr/>
          <p:nvPr/>
        </p:nvSpPr>
        <p:spPr xmlns:m="http://schemas.openxmlformats.org/officeDocument/2006/math" xmlns:a14="http://schemas.microsoft.com/office/drawing/2010/main">
          <a:xfrm>
            <a:off x="4894544" y="3819097"/>
            <a:ext cx="86609" cy="115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81" fill="norm" stroke="1" extrusionOk="0">
                <a:moveTo>
                  <a:pt x="10691" y="3"/>
                </a:moveTo>
                <a:cubicBezTo>
                  <a:pt x="8727" y="10642"/>
                  <a:pt x="8727" y="10642"/>
                  <a:pt x="8727" y="10642"/>
                </a:cubicBezTo>
                <a:cubicBezTo>
                  <a:pt x="2182" y="13705"/>
                  <a:pt x="2182" y="13705"/>
                  <a:pt x="2182" y="13705"/>
                </a:cubicBezTo>
                <a:cubicBezTo>
                  <a:pt x="2182" y="9353"/>
                  <a:pt x="2182" y="9353"/>
                  <a:pt x="2182" y="9353"/>
                </a:cubicBezTo>
                <a:cubicBezTo>
                  <a:pt x="10691" y="3"/>
                  <a:pt x="10691" y="3"/>
                  <a:pt x="10691" y="3"/>
                </a:cubicBezTo>
                <a:cubicBezTo>
                  <a:pt x="2400" y="3"/>
                  <a:pt x="0" y="10642"/>
                  <a:pt x="0" y="10642"/>
                </a:cubicBezTo>
                <a:cubicBezTo>
                  <a:pt x="0" y="10642"/>
                  <a:pt x="0" y="14188"/>
                  <a:pt x="0" y="16768"/>
                </a:cubicBezTo>
                <a:cubicBezTo>
                  <a:pt x="0" y="19347"/>
                  <a:pt x="1091" y="21281"/>
                  <a:pt x="10691" y="21281"/>
                </a:cubicBezTo>
                <a:cubicBezTo>
                  <a:pt x="20509" y="21281"/>
                  <a:pt x="21600" y="18218"/>
                  <a:pt x="21600" y="18218"/>
                </a:cubicBezTo>
                <a:cubicBezTo>
                  <a:pt x="21600" y="18218"/>
                  <a:pt x="21600" y="10803"/>
                  <a:pt x="21600" y="5323"/>
                </a:cubicBezTo>
                <a:cubicBezTo>
                  <a:pt x="21600" y="-319"/>
                  <a:pt x="10691" y="3"/>
                  <a:pt x="10691" y="3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7" name="Freeform 445"/>
          <p:cNvSpPr/>
          <p:nvPr/>
        </p:nvSpPr>
        <p:spPr xmlns:m="http://schemas.openxmlformats.org/officeDocument/2006/math" xmlns:a14="http://schemas.microsoft.com/office/drawing/2010/main">
          <a:xfrm>
            <a:off x="4757225" y="3787881"/>
            <a:ext cx="87350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304" y="0"/>
                </a:moveTo>
                <a:cubicBezTo>
                  <a:pt x="1512" y="0"/>
                  <a:pt x="1512" y="0"/>
                  <a:pt x="1512" y="0"/>
                </a:cubicBezTo>
                <a:cubicBezTo>
                  <a:pt x="1080" y="0"/>
                  <a:pt x="864" y="0"/>
                  <a:pt x="432" y="3323"/>
                </a:cubicBezTo>
                <a:cubicBezTo>
                  <a:pt x="216" y="4985"/>
                  <a:pt x="0" y="6646"/>
                  <a:pt x="0" y="9969"/>
                </a:cubicBezTo>
                <a:cubicBezTo>
                  <a:pt x="0" y="16615"/>
                  <a:pt x="648" y="21600"/>
                  <a:pt x="1512" y="21600"/>
                </a:cubicBezTo>
                <a:cubicBezTo>
                  <a:pt x="20304" y="21600"/>
                  <a:pt x="20304" y="21600"/>
                  <a:pt x="20304" y="21600"/>
                </a:cubicBezTo>
                <a:cubicBezTo>
                  <a:pt x="20952" y="21600"/>
                  <a:pt x="21600" y="16615"/>
                  <a:pt x="21600" y="9969"/>
                </a:cubicBezTo>
                <a:cubicBezTo>
                  <a:pt x="21600" y="4985"/>
                  <a:pt x="20952" y="0"/>
                  <a:pt x="20304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8" name="Freeform 446"/>
          <p:cNvSpPr/>
          <p:nvPr/>
        </p:nvSpPr>
        <p:spPr xmlns:m="http://schemas.openxmlformats.org/officeDocument/2006/math" xmlns:a14="http://schemas.microsoft.com/office/drawing/2010/main">
          <a:xfrm>
            <a:off x="4819407" y="3680046"/>
            <a:ext cx="28870" cy="333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27" y="21600"/>
                </a:moveTo>
                <a:cubicBezTo>
                  <a:pt x="15709" y="21600"/>
                  <a:pt x="20291" y="18189"/>
                  <a:pt x="21600" y="13642"/>
                </a:cubicBezTo>
                <a:cubicBezTo>
                  <a:pt x="21600" y="12505"/>
                  <a:pt x="21600" y="11937"/>
                  <a:pt x="21600" y="10800"/>
                </a:cubicBezTo>
                <a:cubicBezTo>
                  <a:pt x="21600" y="5116"/>
                  <a:pt x="17018" y="0"/>
                  <a:pt x="11782" y="0"/>
                </a:cubicBezTo>
                <a:cubicBezTo>
                  <a:pt x="11127" y="0"/>
                  <a:pt x="11127" y="0"/>
                  <a:pt x="11127" y="0"/>
                </a:cubicBezTo>
                <a:cubicBezTo>
                  <a:pt x="4582" y="0"/>
                  <a:pt x="0" y="4547"/>
                  <a:pt x="0" y="10800"/>
                </a:cubicBezTo>
                <a:cubicBezTo>
                  <a:pt x="0" y="17053"/>
                  <a:pt x="4582" y="21600"/>
                  <a:pt x="11127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9" name="Freeform 447"/>
          <p:cNvSpPr/>
          <p:nvPr/>
        </p:nvSpPr>
        <p:spPr xmlns:m="http://schemas.openxmlformats.org/officeDocument/2006/math" xmlns:a14="http://schemas.microsoft.com/office/drawing/2010/main">
          <a:xfrm>
            <a:off x="4803492" y="3716689"/>
            <a:ext cx="60330" cy="351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652" y="0"/>
                </a:moveTo>
                <a:cubicBezTo>
                  <a:pt x="11270" y="2700"/>
                  <a:pt x="11270" y="2700"/>
                  <a:pt x="11270" y="2700"/>
                </a:cubicBezTo>
                <a:cubicBezTo>
                  <a:pt x="13148" y="13500"/>
                  <a:pt x="13148" y="13500"/>
                  <a:pt x="13148" y="13500"/>
                </a:cubicBezTo>
                <a:cubicBezTo>
                  <a:pt x="11270" y="18900"/>
                  <a:pt x="11270" y="18900"/>
                  <a:pt x="11270" y="18900"/>
                </a:cubicBezTo>
                <a:cubicBezTo>
                  <a:pt x="9078" y="13500"/>
                  <a:pt x="9078" y="13500"/>
                  <a:pt x="9078" y="13500"/>
                </a:cubicBezTo>
                <a:cubicBezTo>
                  <a:pt x="11270" y="2700"/>
                  <a:pt x="11270" y="2700"/>
                  <a:pt x="11270" y="2700"/>
                </a:cubicBezTo>
                <a:cubicBezTo>
                  <a:pt x="5948" y="0"/>
                  <a:pt x="5948" y="0"/>
                  <a:pt x="5948" y="0"/>
                </a:cubicBezTo>
                <a:cubicBezTo>
                  <a:pt x="3130" y="1620"/>
                  <a:pt x="0" y="4320"/>
                  <a:pt x="0" y="10800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10017" y="21600"/>
                  <a:pt x="10017" y="21600"/>
                  <a:pt x="10017" y="21600"/>
                </a:cubicBezTo>
                <a:cubicBezTo>
                  <a:pt x="11583" y="21600"/>
                  <a:pt x="11583" y="21600"/>
                  <a:pt x="11583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21600"/>
                  <a:pt x="21600" y="21600"/>
                  <a:pt x="21600" y="10800"/>
                </a:cubicBezTo>
                <a:cubicBezTo>
                  <a:pt x="21600" y="4320"/>
                  <a:pt x="18470" y="1620"/>
                  <a:pt x="15652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0" name="Freeform 448"/>
          <p:cNvSpPr/>
          <p:nvPr/>
        </p:nvSpPr>
        <p:spPr xmlns:m="http://schemas.openxmlformats.org/officeDocument/2006/math" xmlns:a14="http://schemas.microsoft.com/office/drawing/2010/main">
          <a:xfrm>
            <a:off x="4724654" y="3663390"/>
            <a:ext cx="61440" cy="1006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366" y="0"/>
                </a:moveTo>
                <a:cubicBezTo>
                  <a:pt x="19440" y="0"/>
                  <a:pt x="18823" y="376"/>
                  <a:pt x="18823" y="751"/>
                </a:cubicBezTo>
                <a:cubicBezTo>
                  <a:pt x="18823" y="10518"/>
                  <a:pt x="18823" y="10518"/>
                  <a:pt x="18823" y="10518"/>
                </a:cubicBezTo>
                <a:cubicBezTo>
                  <a:pt x="926" y="10518"/>
                  <a:pt x="926" y="10518"/>
                  <a:pt x="926" y="10518"/>
                </a:cubicBezTo>
                <a:cubicBezTo>
                  <a:pt x="617" y="10518"/>
                  <a:pt x="309" y="10706"/>
                  <a:pt x="309" y="10706"/>
                </a:cubicBezTo>
                <a:cubicBezTo>
                  <a:pt x="0" y="10894"/>
                  <a:pt x="0" y="11082"/>
                  <a:pt x="0" y="11457"/>
                </a:cubicBezTo>
                <a:cubicBezTo>
                  <a:pt x="0" y="11833"/>
                  <a:pt x="309" y="12209"/>
                  <a:pt x="926" y="12209"/>
                </a:cubicBezTo>
                <a:cubicBezTo>
                  <a:pt x="8949" y="12209"/>
                  <a:pt x="8949" y="12209"/>
                  <a:pt x="8949" y="12209"/>
                </a:cubicBezTo>
                <a:cubicBezTo>
                  <a:pt x="18823" y="12209"/>
                  <a:pt x="18823" y="12209"/>
                  <a:pt x="18823" y="12209"/>
                </a:cubicBezTo>
                <a:cubicBezTo>
                  <a:pt x="18823" y="20849"/>
                  <a:pt x="18823" y="20849"/>
                  <a:pt x="18823" y="20849"/>
                </a:cubicBezTo>
                <a:cubicBezTo>
                  <a:pt x="18823" y="21037"/>
                  <a:pt x="19131" y="21224"/>
                  <a:pt x="19440" y="21412"/>
                </a:cubicBezTo>
                <a:cubicBezTo>
                  <a:pt x="19440" y="21600"/>
                  <a:pt x="20057" y="21600"/>
                  <a:pt x="20366" y="21600"/>
                </a:cubicBezTo>
                <a:cubicBezTo>
                  <a:pt x="20983" y="21600"/>
                  <a:pt x="21600" y="21224"/>
                  <a:pt x="21600" y="20849"/>
                </a:cubicBezTo>
                <a:cubicBezTo>
                  <a:pt x="21600" y="11457"/>
                  <a:pt x="21600" y="11457"/>
                  <a:pt x="21600" y="11457"/>
                </a:cubicBezTo>
                <a:cubicBezTo>
                  <a:pt x="21600" y="751"/>
                  <a:pt x="21600" y="751"/>
                  <a:pt x="21600" y="751"/>
                </a:cubicBezTo>
                <a:cubicBezTo>
                  <a:pt x="21600" y="563"/>
                  <a:pt x="21600" y="376"/>
                  <a:pt x="21291" y="188"/>
                </a:cubicBezTo>
                <a:cubicBezTo>
                  <a:pt x="20983" y="0"/>
                  <a:pt x="20674" y="0"/>
                  <a:pt x="20366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1" name="Freeform 449"/>
          <p:cNvSpPr/>
          <p:nvPr/>
        </p:nvSpPr>
        <p:spPr xmlns:m="http://schemas.openxmlformats.org/officeDocument/2006/math" xmlns:a14="http://schemas.microsoft.com/office/drawing/2010/main">
          <a:xfrm>
            <a:off x="4733537" y="3745559"/>
            <a:ext cx="32200" cy="19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762" y="0"/>
                </a:moveTo>
                <a:cubicBezTo>
                  <a:pt x="11092" y="2945"/>
                  <a:pt x="11092" y="2945"/>
                  <a:pt x="11092" y="2945"/>
                </a:cubicBezTo>
                <a:cubicBezTo>
                  <a:pt x="13427" y="13745"/>
                  <a:pt x="13427" y="13745"/>
                  <a:pt x="13427" y="13745"/>
                </a:cubicBezTo>
                <a:cubicBezTo>
                  <a:pt x="11092" y="18655"/>
                  <a:pt x="11092" y="18655"/>
                  <a:pt x="11092" y="18655"/>
                </a:cubicBezTo>
                <a:cubicBezTo>
                  <a:pt x="8757" y="13745"/>
                  <a:pt x="8757" y="13745"/>
                  <a:pt x="8757" y="13745"/>
                </a:cubicBezTo>
                <a:cubicBezTo>
                  <a:pt x="11092" y="2945"/>
                  <a:pt x="11092" y="2945"/>
                  <a:pt x="11092" y="2945"/>
                </a:cubicBezTo>
                <a:cubicBezTo>
                  <a:pt x="8757" y="1964"/>
                  <a:pt x="8757" y="1964"/>
                  <a:pt x="8757" y="1964"/>
                </a:cubicBezTo>
                <a:cubicBezTo>
                  <a:pt x="5838" y="0"/>
                  <a:pt x="5838" y="0"/>
                  <a:pt x="5838" y="0"/>
                </a:cubicBezTo>
                <a:cubicBezTo>
                  <a:pt x="2919" y="1964"/>
                  <a:pt x="0" y="4909"/>
                  <a:pt x="0" y="10800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9924" y="21600"/>
                  <a:pt x="9924" y="21600"/>
                  <a:pt x="9924" y="21600"/>
                </a:cubicBezTo>
                <a:cubicBezTo>
                  <a:pt x="11092" y="21600"/>
                  <a:pt x="11092" y="21600"/>
                  <a:pt x="11092" y="21600"/>
                </a:cubicBezTo>
                <a:cubicBezTo>
                  <a:pt x="11676" y="21600"/>
                  <a:pt x="11676" y="21600"/>
                  <a:pt x="11676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21600"/>
                  <a:pt x="21600" y="21600"/>
                  <a:pt x="21600" y="10800"/>
                </a:cubicBezTo>
                <a:cubicBezTo>
                  <a:pt x="21600" y="4909"/>
                  <a:pt x="18681" y="1964"/>
                  <a:pt x="15762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2" name="Freeform 450"/>
          <p:cNvSpPr/>
          <p:nvPr/>
        </p:nvSpPr>
        <p:spPr xmlns:m="http://schemas.openxmlformats.org/officeDocument/2006/math" xmlns:a14="http://schemas.microsoft.com/office/drawing/2010/main">
          <a:xfrm>
            <a:off x="4741309" y="3725572"/>
            <a:ext cx="16656" cy="181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095" y="21600"/>
                </a:moveTo>
                <a:cubicBezTo>
                  <a:pt x="9095" y="21600"/>
                  <a:pt x="10232" y="21600"/>
                  <a:pt x="11368" y="21600"/>
                </a:cubicBezTo>
                <a:cubicBezTo>
                  <a:pt x="17053" y="21600"/>
                  <a:pt x="21600" y="16457"/>
                  <a:pt x="21600" y="10286"/>
                </a:cubicBezTo>
                <a:cubicBezTo>
                  <a:pt x="21600" y="4114"/>
                  <a:pt x="17053" y="0"/>
                  <a:pt x="11368" y="0"/>
                </a:cubicBezTo>
                <a:cubicBezTo>
                  <a:pt x="4547" y="0"/>
                  <a:pt x="0" y="4114"/>
                  <a:pt x="0" y="10286"/>
                </a:cubicBezTo>
                <a:cubicBezTo>
                  <a:pt x="0" y="15429"/>
                  <a:pt x="3411" y="20571"/>
                  <a:pt x="9095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3" name="Oval 451"/>
          <p:cNvSpPr/>
          <p:nvPr/>
        </p:nvSpPr>
        <p:spPr xmlns:m="http://schemas.openxmlformats.org/officeDocument/2006/math" xmlns:a14="http://schemas.microsoft.com/office/drawing/2010/main">
          <a:xfrm>
            <a:off x="4741309" y="3664130"/>
            <a:ext cx="15915" cy="19249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4" name="Freeform 452"/>
          <p:cNvSpPr/>
          <p:nvPr/>
        </p:nvSpPr>
        <p:spPr xmlns:m="http://schemas.openxmlformats.org/officeDocument/2006/math" xmlns:a14="http://schemas.microsoft.com/office/drawing/2010/main">
          <a:xfrm>
            <a:off x="4732797" y="3685228"/>
            <a:ext cx="32940" cy="185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368" y="21600"/>
                </a:moveTo>
                <a:cubicBezTo>
                  <a:pt x="11368" y="21600"/>
                  <a:pt x="11368" y="21600"/>
                  <a:pt x="11368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21600"/>
                  <a:pt x="21600" y="21600"/>
                  <a:pt x="21600" y="10286"/>
                </a:cubicBezTo>
                <a:cubicBezTo>
                  <a:pt x="21600" y="4114"/>
                  <a:pt x="18189" y="1029"/>
                  <a:pt x="15916" y="0"/>
                </a:cubicBezTo>
                <a:cubicBezTo>
                  <a:pt x="11368" y="3086"/>
                  <a:pt x="11368" y="3086"/>
                  <a:pt x="11368" y="3086"/>
                </a:cubicBezTo>
                <a:cubicBezTo>
                  <a:pt x="13074" y="13371"/>
                  <a:pt x="13074" y="13371"/>
                  <a:pt x="13074" y="13371"/>
                </a:cubicBezTo>
                <a:cubicBezTo>
                  <a:pt x="11368" y="19543"/>
                  <a:pt x="11368" y="19543"/>
                  <a:pt x="11368" y="19543"/>
                </a:cubicBezTo>
                <a:cubicBezTo>
                  <a:pt x="9095" y="13371"/>
                  <a:pt x="9095" y="13371"/>
                  <a:pt x="9095" y="13371"/>
                </a:cubicBezTo>
                <a:cubicBezTo>
                  <a:pt x="11368" y="3086"/>
                  <a:pt x="11368" y="3086"/>
                  <a:pt x="11368" y="3086"/>
                </a:cubicBezTo>
                <a:cubicBezTo>
                  <a:pt x="5684" y="0"/>
                  <a:pt x="5684" y="0"/>
                  <a:pt x="5684" y="0"/>
                </a:cubicBezTo>
                <a:cubicBezTo>
                  <a:pt x="3411" y="1029"/>
                  <a:pt x="0" y="4114"/>
                  <a:pt x="0" y="10286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10232" y="21600"/>
                  <a:pt x="10232" y="21600"/>
                  <a:pt x="10232" y="21600"/>
                </a:cubicBezTo>
                <a:lnTo>
                  <a:pt x="11368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5" name="Freeform 453"/>
          <p:cNvSpPr/>
          <p:nvPr/>
        </p:nvSpPr>
        <p:spPr xmlns:m="http://schemas.openxmlformats.org/officeDocument/2006/math" xmlns:a14="http://schemas.microsoft.com/office/drawing/2010/main">
          <a:xfrm>
            <a:off x="4702816" y="3648585"/>
            <a:ext cx="196909" cy="1347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9216"/>
                </a:moveTo>
                <a:cubicBezTo>
                  <a:pt x="21600" y="11221"/>
                  <a:pt x="21600" y="11221"/>
                  <a:pt x="21600" y="11221"/>
                </a:cubicBezTo>
                <a:cubicBezTo>
                  <a:pt x="21600" y="9257"/>
                  <a:pt x="21600" y="9257"/>
                  <a:pt x="21600" y="9257"/>
                </a:cubicBezTo>
                <a:cubicBezTo>
                  <a:pt x="21600" y="7855"/>
                  <a:pt x="21600" y="7855"/>
                  <a:pt x="21600" y="7855"/>
                </a:cubicBezTo>
                <a:cubicBezTo>
                  <a:pt x="21600" y="5891"/>
                  <a:pt x="21600" y="5891"/>
                  <a:pt x="21600" y="5891"/>
                </a:cubicBezTo>
                <a:cubicBezTo>
                  <a:pt x="21600" y="4909"/>
                  <a:pt x="21600" y="4909"/>
                  <a:pt x="21600" y="4909"/>
                </a:cubicBezTo>
                <a:cubicBezTo>
                  <a:pt x="21600" y="2945"/>
                  <a:pt x="21600" y="2945"/>
                  <a:pt x="21600" y="2945"/>
                </a:cubicBezTo>
                <a:cubicBezTo>
                  <a:pt x="21600" y="2525"/>
                  <a:pt x="21600" y="2525"/>
                  <a:pt x="21600" y="2525"/>
                </a:cubicBezTo>
                <a:cubicBezTo>
                  <a:pt x="21600" y="2104"/>
                  <a:pt x="21504" y="1823"/>
                  <a:pt x="21408" y="1543"/>
                </a:cubicBezTo>
                <a:cubicBezTo>
                  <a:pt x="21312" y="982"/>
                  <a:pt x="21024" y="701"/>
                  <a:pt x="20736" y="421"/>
                </a:cubicBezTo>
                <a:cubicBezTo>
                  <a:pt x="20544" y="140"/>
                  <a:pt x="20352" y="140"/>
                  <a:pt x="20064" y="0"/>
                </a:cubicBezTo>
                <a:cubicBezTo>
                  <a:pt x="19968" y="0"/>
                  <a:pt x="19968" y="0"/>
                  <a:pt x="19872" y="0"/>
                </a:cubicBezTo>
                <a:cubicBezTo>
                  <a:pt x="18528" y="0"/>
                  <a:pt x="18528" y="0"/>
                  <a:pt x="18528" y="0"/>
                </a:cubicBezTo>
                <a:cubicBezTo>
                  <a:pt x="17760" y="0"/>
                  <a:pt x="17760" y="0"/>
                  <a:pt x="17760" y="0"/>
                </a:cubicBezTo>
                <a:cubicBezTo>
                  <a:pt x="16512" y="0"/>
                  <a:pt x="16512" y="0"/>
                  <a:pt x="16512" y="0"/>
                </a:cubicBezTo>
                <a:cubicBezTo>
                  <a:pt x="15456" y="0"/>
                  <a:pt x="15456" y="0"/>
                  <a:pt x="15456" y="0"/>
                </a:cubicBezTo>
                <a:cubicBezTo>
                  <a:pt x="14112" y="0"/>
                  <a:pt x="14112" y="0"/>
                  <a:pt x="14112" y="0"/>
                </a:cubicBezTo>
                <a:cubicBezTo>
                  <a:pt x="1728" y="0"/>
                  <a:pt x="1728" y="0"/>
                  <a:pt x="1728" y="0"/>
                </a:cubicBezTo>
                <a:cubicBezTo>
                  <a:pt x="768" y="0"/>
                  <a:pt x="0" y="1122"/>
                  <a:pt x="0" y="2525"/>
                </a:cubicBezTo>
                <a:cubicBezTo>
                  <a:pt x="0" y="19216"/>
                  <a:pt x="0" y="19216"/>
                  <a:pt x="0" y="19216"/>
                </a:cubicBezTo>
                <a:cubicBezTo>
                  <a:pt x="0" y="20478"/>
                  <a:pt x="768" y="21600"/>
                  <a:pt x="1728" y="21600"/>
                </a:cubicBezTo>
                <a:cubicBezTo>
                  <a:pt x="19872" y="21600"/>
                  <a:pt x="19872" y="21600"/>
                  <a:pt x="19872" y="21600"/>
                </a:cubicBezTo>
                <a:cubicBezTo>
                  <a:pt x="20832" y="21600"/>
                  <a:pt x="21600" y="20478"/>
                  <a:pt x="21600" y="19216"/>
                </a:cubicBezTo>
                <a:close/>
                <a:moveTo>
                  <a:pt x="20256" y="17673"/>
                </a:moveTo>
                <a:cubicBezTo>
                  <a:pt x="20256" y="18935"/>
                  <a:pt x="19584" y="19777"/>
                  <a:pt x="18816" y="19777"/>
                </a:cubicBezTo>
                <a:cubicBezTo>
                  <a:pt x="5280" y="19777"/>
                  <a:pt x="5280" y="19777"/>
                  <a:pt x="5280" y="19777"/>
                </a:cubicBezTo>
                <a:cubicBezTo>
                  <a:pt x="2784" y="19777"/>
                  <a:pt x="2784" y="19777"/>
                  <a:pt x="2784" y="19777"/>
                </a:cubicBezTo>
                <a:cubicBezTo>
                  <a:pt x="1920" y="19777"/>
                  <a:pt x="1248" y="18935"/>
                  <a:pt x="1248" y="17673"/>
                </a:cubicBezTo>
                <a:cubicBezTo>
                  <a:pt x="1248" y="3647"/>
                  <a:pt x="1248" y="3647"/>
                  <a:pt x="1248" y="3647"/>
                </a:cubicBezTo>
                <a:cubicBezTo>
                  <a:pt x="1248" y="2525"/>
                  <a:pt x="1920" y="1543"/>
                  <a:pt x="2784" y="1543"/>
                </a:cubicBezTo>
                <a:cubicBezTo>
                  <a:pt x="8736" y="1543"/>
                  <a:pt x="8736" y="1543"/>
                  <a:pt x="8736" y="1543"/>
                </a:cubicBezTo>
                <a:cubicBezTo>
                  <a:pt x="14016" y="1543"/>
                  <a:pt x="14016" y="1543"/>
                  <a:pt x="14016" y="1543"/>
                </a:cubicBezTo>
                <a:cubicBezTo>
                  <a:pt x="15360" y="1543"/>
                  <a:pt x="15360" y="1543"/>
                  <a:pt x="15360" y="1543"/>
                </a:cubicBezTo>
                <a:cubicBezTo>
                  <a:pt x="16320" y="1543"/>
                  <a:pt x="16320" y="1543"/>
                  <a:pt x="16320" y="1543"/>
                </a:cubicBezTo>
                <a:cubicBezTo>
                  <a:pt x="17568" y="1543"/>
                  <a:pt x="17568" y="1543"/>
                  <a:pt x="17568" y="1543"/>
                </a:cubicBezTo>
                <a:cubicBezTo>
                  <a:pt x="18336" y="1543"/>
                  <a:pt x="18336" y="1543"/>
                  <a:pt x="18336" y="1543"/>
                </a:cubicBezTo>
                <a:cubicBezTo>
                  <a:pt x="18816" y="1543"/>
                  <a:pt x="18816" y="1543"/>
                  <a:pt x="18816" y="1543"/>
                </a:cubicBezTo>
                <a:cubicBezTo>
                  <a:pt x="19008" y="1543"/>
                  <a:pt x="19296" y="1683"/>
                  <a:pt x="19488" y="1823"/>
                </a:cubicBezTo>
                <a:cubicBezTo>
                  <a:pt x="19872" y="2104"/>
                  <a:pt x="20160" y="2665"/>
                  <a:pt x="20256" y="3226"/>
                </a:cubicBezTo>
                <a:cubicBezTo>
                  <a:pt x="20256" y="3366"/>
                  <a:pt x="20256" y="3506"/>
                  <a:pt x="20256" y="3647"/>
                </a:cubicBezTo>
                <a:cubicBezTo>
                  <a:pt x="20256" y="5049"/>
                  <a:pt x="20256" y="5049"/>
                  <a:pt x="20256" y="5049"/>
                </a:cubicBezTo>
                <a:cubicBezTo>
                  <a:pt x="20256" y="6031"/>
                  <a:pt x="20256" y="6031"/>
                  <a:pt x="20256" y="6031"/>
                </a:cubicBezTo>
                <a:cubicBezTo>
                  <a:pt x="20256" y="7995"/>
                  <a:pt x="20256" y="7995"/>
                  <a:pt x="20256" y="7995"/>
                </a:cubicBezTo>
                <a:cubicBezTo>
                  <a:pt x="20256" y="9257"/>
                  <a:pt x="20256" y="9257"/>
                  <a:pt x="20256" y="9257"/>
                </a:cubicBezTo>
                <a:cubicBezTo>
                  <a:pt x="20256" y="11361"/>
                  <a:pt x="20256" y="11361"/>
                  <a:pt x="20256" y="11361"/>
                </a:cubicBezTo>
                <a:lnTo>
                  <a:pt x="20256" y="1767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6" name="Freeform 454"/>
          <p:cNvSpPr/>
          <p:nvPr/>
        </p:nvSpPr>
        <p:spPr xmlns:m="http://schemas.openxmlformats.org/officeDocument/2006/math" xmlns:a14="http://schemas.microsoft.com/office/drawing/2010/main">
          <a:xfrm>
            <a:off x="4608434" y="3819096"/>
            <a:ext cx="86610" cy="1156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81" fill="norm" stroke="1" extrusionOk="0">
                <a:moveTo>
                  <a:pt x="10909" y="3"/>
                </a:moveTo>
                <a:cubicBezTo>
                  <a:pt x="19418" y="9191"/>
                  <a:pt x="19418" y="9191"/>
                  <a:pt x="19418" y="9191"/>
                </a:cubicBezTo>
                <a:cubicBezTo>
                  <a:pt x="19418" y="13544"/>
                  <a:pt x="19418" y="13544"/>
                  <a:pt x="19418" y="13544"/>
                </a:cubicBezTo>
                <a:cubicBezTo>
                  <a:pt x="12873" y="10642"/>
                  <a:pt x="12873" y="10642"/>
                  <a:pt x="12873" y="10642"/>
                </a:cubicBezTo>
                <a:cubicBezTo>
                  <a:pt x="10909" y="3"/>
                  <a:pt x="10909" y="3"/>
                  <a:pt x="10909" y="3"/>
                </a:cubicBezTo>
                <a:cubicBezTo>
                  <a:pt x="10909" y="3"/>
                  <a:pt x="0" y="-319"/>
                  <a:pt x="0" y="5162"/>
                </a:cubicBezTo>
                <a:cubicBezTo>
                  <a:pt x="0" y="10642"/>
                  <a:pt x="0" y="18057"/>
                  <a:pt x="0" y="18057"/>
                </a:cubicBezTo>
                <a:cubicBezTo>
                  <a:pt x="0" y="18057"/>
                  <a:pt x="1091" y="21281"/>
                  <a:pt x="10909" y="21281"/>
                </a:cubicBezTo>
                <a:cubicBezTo>
                  <a:pt x="20509" y="21281"/>
                  <a:pt x="21600" y="19185"/>
                  <a:pt x="21600" y="16606"/>
                </a:cubicBezTo>
                <a:cubicBezTo>
                  <a:pt x="21600" y="14027"/>
                  <a:pt x="21600" y="10642"/>
                  <a:pt x="21600" y="10642"/>
                </a:cubicBezTo>
                <a:cubicBezTo>
                  <a:pt x="21600" y="10642"/>
                  <a:pt x="19200" y="3"/>
                  <a:pt x="10909" y="3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7" name="Oval 455"/>
          <p:cNvSpPr/>
          <p:nvPr/>
        </p:nvSpPr>
        <p:spPr xmlns:m="http://schemas.openxmlformats.org/officeDocument/2006/math" xmlns:a14="http://schemas.microsoft.com/office/drawing/2010/main">
          <a:xfrm>
            <a:off x="4612874" y="3735195"/>
            <a:ext cx="68103" cy="79579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8" name="椭圆 59"/>
          <p:cNvSpPr/>
          <p:nvPr/>
        </p:nvSpPr>
        <p:spPr xmlns:m="http://schemas.openxmlformats.org/officeDocument/2006/math" xmlns:a14="http://schemas.microsoft.com/office/drawing/2010/main">
          <a:xfrm>
            <a:off x="7588591" y="3276689"/>
            <a:ext cx="1010802" cy="1010801"/>
          </a:xfrm>
          <a:prstGeom prst="ellipse">
            <a:avLst/>
          </a:prstGeom>
          <a:gradFill flip="none" rotWithShape="1">
            <a:gsLst>
              <a:gs pos="20000">
                <a:srgbClr val="FFFFFF"/>
              </a:gs>
              <a:gs pos="92000">
                <a:srgbClr val="C7C8C4"/>
              </a:gs>
            </a:gsLst>
            <a:lin ang="84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165100" dist="76200" dir="8100000">
              <a:srgbClr val="000000">
                <a:alpha val="3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9" name="椭圆 60"/>
          <p:cNvSpPr/>
          <p:nvPr/>
        </p:nvSpPr>
        <p:spPr xmlns:m="http://schemas.openxmlformats.org/officeDocument/2006/math" xmlns:a14="http://schemas.microsoft.com/office/drawing/2010/main">
          <a:xfrm>
            <a:off x="7707536" y="3395633"/>
            <a:ext cx="772911" cy="772913"/>
          </a:xfrm>
          <a:prstGeom prst="ellipse">
            <a:avLst/>
          </a:prstGeom>
          <a:solidFill>
            <a:schemeClr val="accent1"/>
          </a:solidFill>
          <a:ln w="15875" cap="flat">
            <a:solidFill>
              <a:srgbClr val="D2D2D2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0" name="椭圆 61"/>
          <p:cNvSpPr/>
          <p:nvPr/>
        </p:nvSpPr>
        <p:spPr xmlns:m="http://schemas.openxmlformats.org/officeDocument/2006/math" xmlns:a14="http://schemas.microsoft.com/office/drawing/2010/main">
          <a:xfrm>
            <a:off x="8105909" y="3196262"/>
            <a:ext cx="611479" cy="467998"/>
          </a:xfrm>
          <a:prstGeom prst="ellipse">
            <a:avLst/>
          </a:prstGeom>
          <a:gradFill flip="none" rotWithShape="1">
            <a:gsLst>
              <a:gs pos="6000">
                <a:srgbClr val="FFFFFF">
                  <a:alpha val="70000"/>
                </a:srgbClr>
              </a:gs>
              <a:gs pos="32000">
                <a:srgbClr val="FFFFFF">
                  <a:alpha val="17000"/>
                </a:srgbClr>
              </a:gs>
              <a:gs pos="67000">
                <a:srgbClr val="FFFFFF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1" name="任意多边形 62"/>
          <p:cNvSpPr/>
          <p:nvPr/>
        </p:nvSpPr>
        <p:spPr xmlns:m="http://schemas.openxmlformats.org/officeDocument/2006/math" xmlns:a14="http://schemas.microsoft.com/office/drawing/2010/main">
          <a:xfrm>
            <a:off x="7711125" y="3403867"/>
            <a:ext cx="740648" cy="4347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270" y="0"/>
                </a:moveTo>
                <a:cubicBezTo>
                  <a:pt x="15161" y="0"/>
                  <a:pt x="18591" y="3358"/>
                  <a:pt x="20616" y="8465"/>
                </a:cubicBezTo>
                <a:lnTo>
                  <a:pt x="21600" y="11553"/>
                </a:lnTo>
                <a:cubicBezTo>
                  <a:pt x="20042" y="13742"/>
                  <a:pt x="15259" y="20987"/>
                  <a:pt x="11270" y="21600"/>
                </a:cubicBezTo>
                <a:cubicBezTo>
                  <a:pt x="6105" y="21600"/>
                  <a:pt x="939" y="20800"/>
                  <a:pt x="0" y="19200"/>
                </a:cubicBezTo>
                <a:cubicBezTo>
                  <a:pt x="0" y="8596"/>
                  <a:pt x="5046" y="0"/>
                  <a:pt x="1127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2" name="Freeform 456"/>
          <p:cNvSpPr/>
          <p:nvPr/>
        </p:nvSpPr>
        <p:spPr xmlns:m="http://schemas.openxmlformats.org/officeDocument/2006/math" xmlns:a14="http://schemas.microsoft.com/office/drawing/2010/main">
          <a:xfrm>
            <a:off x="7993766" y="3715624"/>
            <a:ext cx="219451" cy="1962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021" y="0"/>
                </a:moveTo>
                <a:cubicBezTo>
                  <a:pt x="14021" y="0"/>
                  <a:pt x="14021" y="0"/>
                  <a:pt x="14021" y="0"/>
                </a:cubicBezTo>
                <a:cubicBezTo>
                  <a:pt x="10800" y="1376"/>
                  <a:pt x="10800" y="1376"/>
                  <a:pt x="10800" y="1376"/>
                </a:cubicBezTo>
                <a:cubicBezTo>
                  <a:pt x="7579" y="0"/>
                  <a:pt x="7579" y="0"/>
                  <a:pt x="7579" y="0"/>
                </a:cubicBezTo>
                <a:cubicBezTo>
                  <a:pt x="4737" y="953"/>
                  <a:pt x="0" y="3176"/>
                  <a:pt x="0" y="8471"/>
                </a:cubicBezTo>
                <a:cubicBezTo>
                  <a:pt x="0" y="9212"/>
                  <a:pt x="0" y="9741"/>
                  <a:pt x="0" y="10376"/>
                </a:cubicBezTo>
                <a:cubicBezTo>
                  <a:pt x="474" y="9529"/>
                  <a:pt x="663" y="8894"/>
                  <a:pt x="663" y="8894"/>
                </a:cubicBezTo>
                <a:cubicBezTo>
                  <a:pt x="1611" y="8894"/>
                  <a:pt x="1611" y="8894"/>
                  <a:pt x="1611" y="8894"/>
                </a:cubicBezTo>
                <a:cubicBezTo>
                  <a:pt x="1611" y="8894"/>
                  <a:pt x="3126" y="14506"/>
                  <a:pt x="8811" y="14506"/>
                </a:cubicBezTo>
                <a:cubicBezTo>
                  <a:pt x="8811" y="21600"/>
                  <a:pt x="8811" y="21600"/>
                  <a:pt x="8811" y="21600"/>
                </a:cubicBezTo>
                <a:cubicBezTo>
                  <a:pt x="9189" y="21600"/>
                  <a:pt x="9474" y="21600"/>
                  <a:pt x="9853" y="21600"/>
                </a:cubicBezTo>
                <a:cubicBezTo>
                  <a:pt x="11747" y="21600"/>
                  <a:pt x="11747" y="21600"/>
                  <a:pt x="11747" y="21600"/>
                </a:cubicBezTo>
                <a:cubicBezTo>
                  <a:pt x="21316" y="21600"/>
                  <a:pt x="21600" y="17682"/>
                  <a:pt x="21600" y="17682"/>
                </a:cubicBezTo>
                <a:cubicBezTo>
                  <a:pt x="21600" y="17682"/>
                  <a:pt x="21600" y="16306"/>
                  <a:pt x="21600" y="8471"/>
                </a:cubicBezTo>
                <a:cubicBezTo>
                  <a:pt x="21600" y="3176"/>
                  <a:pt x="16863" y="953"/>
                  <a:pt x="14021" y="0"/>
                </a:cubicBezTo>
                <a:close/>
                <a:moveTo>
                  <a:pt x="10800" y="15988"/>
                </a:moveTo>
                <a:cubicBezTo>
                  <a:pt x="9568" y="13976"/>
                  <a:pt x="9568" y="13976"/>
                  <a:pt x="9568" y="13976"/>
                </a:cubicBezTo>
                <a:cubicBezTo>
                  <a:pt x="8242" y="11859"/>
                  <a:pt x="8242" y="11859"/>
                  <a:pt x="8242" y="11859"/>
                </a:cubicBezTo>
                <a:cubicBezTo>
                  <a:pt x="10800" y="1376"/>
                  <a:pt x="10800" y="1376"/>
                  <a:pt x="10800" y="1376"/>
                </a:cubicBezTo>
                <a:cubicBezTo>
                  <a:pt x="13358" y="11859"/>
                  <a:pt x="13358" y="11859"/>
                  <a:pt x="13358" y="11859"/>
                </a:cubicBezTo>
                <a:lnTo>
                  <a:pt x="10800" y="15988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3" name="Oval 457"/>
          <p:cNvSpPr/>
          <p:nvPr/>
        </p:nvSpPr>
        <p:spPr xmlns:m="http://schemas.openxmlformats.org/officeDocument/2006/math" xmlns:a14="http://schemas.microsoft.com/office/drawing/2010/main">
          <a:xfrm>
            <a:off x="8048730" y="3578010"/>
            <a:ext cx="110337" cy="128658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4" name="Freeform 458"/>
          <p:cNvSpPr/>
          <p:nvPr/>
        </p:nvSpPr>
        <p:spPr xmlns:m="http://schemas.openxmlformats.org/officeDocument/2006/math" xmlns:a14="http://schemas.microsoft.com/office/drawing/2010/main">
          <a:xfrm>
            <a:off x="7975444" y="3876038"/>
            <a:ext cx="61480" cy="618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750" y="675"/>
                </a:moveTo>
                <a:cubicBezTo>
                  <a:pt x="2700" y="2363"/>
                  <a:pt x="0" y="6075"/>
                  <a:pt x="0" y="10800"/>
                </a:cubicBezTo>
                <a:cubicBezTo>
                  <a:pt x="0" y="16537"/>
                  <a:pt x="4725" y="21600"/>
                  <a:pt x="10800" y="21600"/>
                </a:cubicBezTo>
                <a:cubicBezTo>
                  <a:pt x="16875" y="21600"/>
                  <a:pt x="21600" y="16537"/>
                  <a:pt x="21600" y="10800"/>
                </a:cubicBezTo>
                <a:cubicBezTo>
                  <a:pt x="21600" y="10800"/>
                  <a:pt x="21600" y="10463"/>
                  <a:pt x="21600" y="10463"/>
                </a:cubicBezTo>
                <a:cubicBezTo>
                  <a:pt x="21600" y="4725"/>
                  <a:pt x="16537" y="0"/>
                  <a:pt x="10800" y="0"/>
                </a:cubicBezTo>
                <a:cubicBezTo>
                  <a:pt x="9450" y="0"/>
                  <a:pt x="8100" y="338"/>
                  <a:pt x="6750" y="675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5" name="Freeform 459"/>
          <p:cNvSpPr/>
          <p:nvPr/>
        </p:nvSpPr>
        <p:spPr xmlns:m="http://schemas.openxmlformats.org/officeDocument/2006/math" xmlns:a14="http://schemas.microsoft.com/office/drawing/2010/main">
          <a:xfrm>
            <a:off x="7941651" y="3811710"/>
            <a:ext cx="129066" cy="172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639" y="0"/>
                </a:moveTo>
                <a:cubicBezTo>
                  <a:pt x="10639" y="0"/>
                  <a:pt x="9994" y="1086"/>
                  <a:pt x="8704" y="2172"/>
                </a:cubicBezTo>
                <a:cubicBezTo>
                  <a:pt x="7093" y="3620"/>
                  <a:pt x="4352" y="5430"/>
                  <a:pt x="0" y="5792"/>
                </a:cubicBezTo>
                <a:cubicBezTo>
                  <a:pt x="0" y="14118"/>
                  <a:pt x="0" y="14118"/>
                  <a:pt x="0" y="14118"/>
                </a:cubicBezTo>
                <a:cubicBezTo>
                  <a:pt x="0" y="18463"/>
                  <a:pt x="10639" y="21600"/>
                  <a:pt x="10639" y="21600"/>
                </a:cubicBezTo>
                <a:cubicBezTo>
                  <a:pt x="19988" y="19790"/>
                  <a:pt x="21600" y="13998"/>
                  <a:pt x="21600" y="13998"/>
                </a:cubicBezTo>
                <a:cubicBezTo>
                  <a:pt x="21600" y="12550"/>
                  <a:pt x="21600" y="12550"/>
                  <a:pt x="21600" y="12550"/>
                </a:cubicBezTo>
                <a:cubicBezTo>
                  <a:pt x="21600" y="5792"/>
                  <a:pt x="21600" y="5792"/>
                  <a:pt x="21600" y="5792"/>
                </a:cubicBezTo>
                <a:cubicBezTo>
                  <a:pt x="13057" y="5551"/>
                  <a:pt x="10639" y="0"/>
                  <a:pt x="10639" y="0"/>
                </a:cubicBezTo>
                <a:close/>
                <a:moveTo>
                  <a:pt x="17248" y="11946"/>
                </a:moveTo>
                <a:cubicBezTo>
                  <a:pt x="17248" y="11946"/>
                  <a:pt x="17248" y="12067"/>
                  <a:pt x="17248" y="12067"/>
                </a:cubicBezTo>
                <a:cubicBezTo>
                  <a:pt x="17087" y="14722"/>
                  <a:pt x="14346" y="16773"/>
                  <a:pt x="10800" y="16773"/>
                </a:cubicBezTo>
                <a:cubicBezTo>
                  <a:pt x="7254" y="16773"/>
                  <a:pt x="4352" y="14601"/>
                  <a:pt x="4352" y="11946"/>
                </a:cubicBezTo>
                <a:cubicBezTo>
                  <a:pt x="4352" y="9774"/>
                  <a:pt x="6125" y="7964"/>
                  <a:pt x="8704" y="7240"/>
                </a:cubicBezTo>
                <a:cubicBezTo>
                  <a:pt x="9349" y="7120"/>
                  <a:pt x="10155" y="6999"/>
                  <a:pt x="10800" y="6999"/>
                </a:cubicBezTo>
                <a:cubicBezTo>
                  <a:pt x="14346" y="6999"/>
                  <a:pt x="17248" y="9171"/>
                  <a:pt x="17248" y="11946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圆角矩形 4"/>
          <p:cNvSpPr/>
          <p:nvPr/>
        </p:nvSpPr>
        <p:spPr xmlns:m="http://schemas.openxmlformats.org/officeDocument/2006/math" xmlns:a14="http://schemas.microsoft.com/office/drawing/2010/main">
          <a:xfrm>
            <a:off x="2162148" y="1667257"/>
            <a:ext cx="2288946" cy="416310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139700" dist="50800" dir="2700000">
              <a:srgbClr val="000000">
                <a:alpha val="29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" name="圆角矩形 5"/>
          <p:cNvSpPr/>
          <p:nvPr/>
        </p:nvSpPr>
        <p:spPr xmlns:m="http://schemas.openxmlformats.org/officeDocument/2006/math" xmlns:a14="http://schemas.microsoft.com/office/drawing/2010/main">
          <a:xfrm>
            <a:off x="7740909" y="1667257"/>
            <a:ext cx="2288946" cy="416310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2700">
            <a:miter lim="400000"/>
          </a:ln>
          <a:effectLst>
            <a:outerShdw sx="100000" sy="100000" kx="0" ky="0" algn="b" rotWithShape="0" blurRad="139700" dist="50800" dir="2700000">
              <a:srgbClr val="000000">
                <a:alpha val="29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" name="文本框 12"/>
          <p:cNvSpPr txBox="1"/>
          <p:nvPr/>
        </p:nvSpPr>
        <p:spPr>
          <a:xfrm>
            <a:off x="2332871" y="4451629"/>
            <a:ext cx="1947490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5" name="直接连接符 14"/>
          <p:cNvSpPr/>
          <p:nvPr/>
        </p:nvSpPr>
        <p:spPr>
          <a:xfrm>
            <a:off x="2490330" y="4108984"/>
            <a:ext cx="1632573" cy="1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rgbClr val="595959"/>
            </a:solidFill>
            <a:prstDash val="sysDot"/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6" name="文本框 21"/>
          <p:cNvSpPr txBox="1"/>
          <p:nvPr/>
        </p:nvSpPr>
        <p:spPr>
          <a:xfrm>
            <a:off x="7909988" y="4451627"/>
            <a:ext cx="1947489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7" name="直接连接符 23"/>
          <p:cNvSpPr/>
          <p:nvPr/>
        </p:nvSpPr>
        <p:spPr>
          <a:xfrm>
            <a:off x="8067447" y="4108984"/>
            <a:ext cx="1632573" cy="1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rgbClr val="595959"/>
            </a:solidFill>
            <a:prstDash val="sysDot"/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8" name="右箭头 24"/>
          <p:cNvSpPr/>
          <p:nvPr/>
        </p:nvSpPr>
        <p:spPr xmlns:m="http://schemas.openxmlformats.org/officeDocument/2006/math" xmlns:a14="http://schemas.microsoft.com/office/drawing/2010/main">
          <a:xfrm flipH="1">
            <a:off x="4905969" y="2576403"/>
            <a:ext cx="2380066" cy="341260"/>
          </a:xfrm>
          <a:prstGeom prst="rightArrow">
            <a:avLst>
              <a:gd name="adj1" fmla="val 55075"/>
              <a:gd name="adj2" fmla="val 61841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9" name="右箭头 25"/>
          <p:cNvSpPr/>
          <p:nvPr/>
        </p:nvSpPr>
        <p:spPr xmlns:m="http://schemas.openxmlformats.org/officeDocument/2006/math" xmlns:a14="http://schemas.microsoft.com/office/drawing/2010/main">
          <a:xfrm>
            <a:off x="4905969" y="4579961"/>
            <a:ext cx="2380066" cy="341260"/>
          </a:xfrm>
          <a:prstGeom prst="rightArrow">
            <a:avLst>
              <a:gd name="adj1" fmla="val 55075"/>
              <a:gd name="adj2" fmla="val 61841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0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11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2" name="直线连接符 46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3" name="椭圆 7"/>
          <p:cNvSpPr/>
          <p:nvPr/>
        </p:nvSpPr>
        <p:spPr xmlns:m="http://schemas.openxmlformats.org/officeDocument/2006/math" xmlns:a14="http://schemas.microsoft.com/office/drawing/2010/main">
          <a:xfrm>
            <a:off x="2141817" y="1610725"/>
            <a:ext cx="2329601" cy="2329601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BFBFBF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4" name="椭圆 9"/>
          <p:cNvSpPr/>
          <p:nvPr/>
        </p:nvSpPr>
        <p:spPr xmlns:m="http://schemas.openxmlformats.org/officeDocument/2006/math" xmlns:a14="http://schemas.microsoft.com/office/drawing/2010/main">
          <a:xfrm>
            <a:off x="2462314" y="1931222"/>
            <a:ext cx="1688604" cy="1688604"/>
          </a:xfrm>
          <a:prstGeom prst="ellipse">
            <a:avLst/>
          </a:prstGeom>
          <a:solidFill>
            <a:schemeClr val="accent1"/>
          </a:solidFill>
          <a:ln w="31750" cap="flat">
            <a:solidFill>
              <a:srgbClr val="DFDFD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5" name="椭圆 10"/>
          <p:cNvSpPr/>
          <p:nvPr/>
        </p:nvSpPr>
        <p:spPr xmlns:m="http://schemas.openxmlformats.org/officeDocument/2006/math" xmlns:a14="http://schemas.microsoft.com/office/drawing/2010/main">
          <a:xfrm>
            <a:off x="2597332" y="2066240"/>
            <a:ext cx="1418569" cy="1418569"/>
          </a:xfrm>
          <a:prstGeom prst="ellipse">
            <a:avLst/>
          </a:prstGeom>
          <a:solidFill>
            <a:srgbClr val="F2F2F2"/>
          </a:solidFill>
          <a:ln w="12700" cap="flat">
            <a:noFill/>
            <a:miter lim="400000"/>
          </a:ln>
          <a:effectLst>
            <a:outerShdw sx="100000" sy="100000" kx="0" ky="0" algn="b" rotWithShape="0" blurRad="76200" dist="38100" dir="2700000">
              <a:srgbClr val="29614D">
                <a:alpha val="64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6" name="椭圆 16"/>
          <p:cNvSpPr/>
          <p:nvPr/>
        </p:nvSpPr>
        <p:spPr xmlns:m="http://schemas.openxmlformats.org/officeDocument/2006/math" xmlns:a14="http://schemas.microsoft.com/office/drawing/2010/main">
          <a:xfrm>
            <a:off x="7718934" y="1610725"/>
            <a:ext cx="2329601" cy="2329601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BFBFBF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7" name="椭圆 18"/>
          <p:cNvSpPr/>
          <p:nvPr/>
        </p:nvSpPr>
        <p:spPr xmlns:m="http://schemas.openxmlformats.org/officeDocument/2006/math" xmlns:a14="http://schemas.microsoft.com/office/drawing/2010/main">
          <a:xfrm>
            <a:off x="8039431" y="1931222"/>
            <a:ext cx="1688604" cy="1688604"/>
          </a:xfrm>
          <a:prstGeom prst="ellipse">
            <a:avLst/>
          </a:prstGeom>
          <a:solidFill>
            <a:schemeClr val="accent1"/>
          </a:solidFill>
          <a:ln w="31750" cap="flat">
            <a:solidFill>
              <a:srgbClr val="DFDFD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8" name="椭圆 19"/>
          <p:cNvSpPr/>
          <p:nvPr/>
        </p:nvSpPr>
        <p:spPr xmlns:m="http://schemas.openxmlformats.org/officeDocument/2006/math" xmlns:a14="http://schemas.microsoft.com/office/drawing/2010/main">
          <a:xfrm>
            <a:off x="8174449" y="2066240"/>
            <a:ext cx="1418569" cy="1418569"/>
          </a:xfrm>
          <a:prstGeom prst="ellipse">
            <a:avLst/>
          </a:prstGeom>
          <a:solidFill>
            <a:srgbClr val="F2F2F2"/>
          </a:solidFill>
          <a:ln w="12700" cap="flat">
            <a:noFill/>
            <a:miter lim="400000"/>
          </a:ln>
          <a:effectLst>
            <a:outerShdw sx="100000" sy="100000" kx="0" ky="0" algn="b" rotWithShape="0" blurRad="76200" dist="38100" dir="2700000">
              <a:srgbClr val="29614D">
                <a:alpha val="64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9" name="文本框 27"/>
          <p:cNvSpPr txBox="1"/>
          <p:nvPr/>
        </p:nvSpPr>
        <p:spPr>
          <a:xfrm>
            <a:off x="5004337" y="3574261"/>
            <a:ext cx="2183328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20" name="文本框 28"/>
          <p:cNvSpPr txBox="1"/>
          <p:nvPr/>
        </p:nvSpPr>
        <p:spPr>
          <a:xfrm>
            <a:off x="5062953" y="3195915"/>
            <a:ext cx="2066091" cy="5105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pc="100"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1" name="Freeform 349"/>
          <p:cNvSpPr/>
          <p:nvPr/>
        </p:nvSpPr>
        <p:spPr xmlns:m="http://schemas.openxmlformats.org/officeDocument/2006/math" xmlns:a14="http://schemas.microsoft.com/office/drawing/2010/main">
          <a:xfrm>
            <a:off x="8583504" y="2472581"/>
            <a:ext cx="621304" cy="3920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638" y="16618"/>
                </a:moveTo>
                <a:cubicBezTo>
                  <a:pt x="20615" y="15875"/>
                  <a:pt x="20615" y="15875"/>
                  <a:pt x="20615" y="15875"/>
                </a:cubicBezTo>
                <a:cubicBezTo>
                  <a:pt x="20334" y="6952"/>
                  <a:pt x="15713" y="0"/>
                  <a:pt x="10108" y="0"/>
                </a:cubicBezTo>
                <a:cubicBezTo>
                  <a:pt x="5535" y="0"/>
                  <a:pt x="1407" y="4833"/>
                  <a:pt x="70" y="11785"/>
                </a:cubicBezTo>
                <a:cubicBezTo>
                  <a:pt x="0" y="12120"/>
                  <a:pt x="0" y="12120"/>
                  <a:pt x="0" y="12120"/>
                </a:cubicBezTo>
                <a:cubicBezTo>
                  <a:pt x="2533" y="12120"/>
                  <a:pt x="2533" y="12120"/>
                  <a:pt x="2533" y="12120"/>
                </a:cubicBezTo>
                <a:cubicBezTo>
                  <a:pt x="2556" y="11971"/>
                  <a:pt x="2556" y="11971"/>
                  <a:pt x="2556" y="11971"/>
                </a:cubicBezTo>
                <a:cubicBezTo>
                  <a:pt x="3799" y="6989"/>
                  <a:pt x="6754" y="3792"/>
                  <a:pt x="10108" y="3792"/>
                </a:cubicBezTo>
                <a:cubicBezTo>
                  <a:pt x="14353" y="3792"/>
                  <a:pt x="17894" y="9071"/>
                  <a:pt x="18199" y="15763"/>
                </a:cubicBezTo>
                <a:cubicBezTo>
                  <a:pt x="18246" y="16618"/>
                  <a:pt x="18246" y="16618"/>
                  <a:pt x="18246" y="16618"/>
                </a:cubicBezTo>
                <a:cubicBezTo>
                  <a:pt x="17097" y="16618"/>
                  <a:pt x="17097" y="16618"/>
                  <a:pt x="17097" y="16618"/>
                </a:cubicBezTo>
                <a:cubicBezTo>
                  <a:pt x="19372" y="21600"/>
                  <a:pt x="19372" y="21600"/>
                  <a:pt x="19372" y="21600"/>
                </a:cubicBezTo>
                <a:cubicBezTo>
                  <a:pt x="21600" y="16618"/>
                  <a:pt x="21600" y="16618"/>
                  <a:pt x="21600" y="16618"/>
                </a:cubicBezTo>
                <a:lnTo>
                  <a:pt x="20638" y="16618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2" name="Freeform 350"/>
          <p:cNvSpPr/>
          <p:nvPr/>
        </p:nvSpPr>
        <p:spPr xmlns:m="http://schemas.openxmlformats.org/officeDocument/2006/math" xmlns:a14="http://schemas.microsoft.com/office/drawing/2010/main">
          <a:xfrm>
            <a:off x="8562660" y="2784376"/>
            <a:ext cx="565343" cy="2940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146" y="11642"/>
                </a:moveTo>
                <a:cubicBezTo>
                  <a:pt x="16496" y="14763"/>
                  <a:pt x="14202" y="16547"/>
                  <a:pt x="11908" y="16547"/>
                </a:cubicBezTo>
                <a:cubicBezTo>
                  <a:pt x="8815" y="16547"/>
                  <a:pt x="5877" y="13376"/>
                  <a:pt x="4279" y="8224"/>
                </a:cubicBezTo>
                <a:cubicBezTo>
                  <a:pt x="3789" y="6639"/>
                  <a:pt x="3789" y="6639"/>
                  <a:pt x="3789" y="6639"/>
                </a:cubicBezTo>
                <a:cubicBezTo>
                  <a:pt x="4949" y="6639"/>
                  <a:pt x="4949" y="6639"/>
                  <a:pt x="4949" y="6639"/>
                </a:cubicBezTo>
                <a:cubicBezTo>
                  <a:pt x="2449" y="0"/>
                  <a:pt x="2449" y="0"/>
                  <a:pt x="2449" y="0"/>
                </a:cubicBezTo>
                <a:cubicBezTo>
                  <a:pt x="0" y="6639"/>
                  <a:pt x="0" y="6639"/>
                  <a:pt x="0" y="6639"/>
                </a:cubicBezTo>
                <a:cubicBezTo>
                  <a:pt x="979" y="6639"/>
                  <a:pt x="979" y="6639"/>
                  <a:pt x="979" y="6639"/>
                </a:cubicBezTo>
                <a:cubicBezTo>
                  <a:pt x="1108" y="7283"/>
                  <a:pt x="1108" y="7283"/>
                  <a:pt x="1108" y="7283"/>
                </a:cubicBezTo>
                <a:cubicBezTo>
                  <a:pt x="2810" y="15853"/>
                  <a:pt x="7166" y="21600"/>
                  <a:pt x="11908" y="21600"/>
                </a:cubicBezTo>
                <a:cubicBezTo>
                  <a:pt x="15697" y="21600"/>
                  <a:pt x="19229" y="18033"/>
                  <a:pt x="21394" y="12088"/>
                </a:cubicBezTo>
                <a:cubicBezTo>
                  <a:pt x="21600" y="11543"/>
                  <a:pt x="21600" y="11543"/>
                  <a:pt x="21600" y="11543"/>
                </a:cubicBezTo>
                <a:cubicBezTo>
                  <a:pt x="18198" y="11543"/>
                  <a:pt x="18198" y="11543"/>
                  <a:pt x="18198" y="11543"/>
                </a:cubicBezTo>
                <a:lnTo>
                  <a:pt x="18146" y="11642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3" name="Freeform 351"/>
          <p:cNvSpPr/>
          <p:nvPr/>
        </p:nvSpPr>
        <p:spPr xmlns:m="http://schemas.openxmlformats.org/officeDocument/2006/math" xmlns:a14="http://schemas.microsoft.com/office/drawing/2010/main">
          <a:xfrm>
            <a:off x="8681153" y="2592789"/>
            <a:ext cx="380608" cy="3711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8915"/>
                </a:moveTo>
                <a:cubicBezTo>
                  <a:pt x="0" y="12842"/>
                  <a:pt x="0" y="12842"/>
                  <a:pt x="0" y="12842"/>
                </a:cubicBezTo>
                <a:cubicBezTo>
                  <a:pt x="1762" y="12842"/>
                  <a:pt x="1762" y="12842"/>
                  <a:pt x="1762" y="12842"/>
                </a:cubicBezTo>
                <a:cubicBezTo>
                  <a:pt x="1991" y="13981"/>
                  <a:pt x="2451" y="15041"/>
                  <a:pt x="3064" y="15984"/>
                </a:cubicBezTo>
                <a:cubicBezTo>
                  <a:pt x="1838" y="17241"/>
                  <a:pt x="1838" y="17241"/>
                  <a:pt x="1838" y="17241"/>
                </a:cubicBezTo>
                <a:cubicBezTo>
                  <a:pt x="4557" y="20029"/>
                  <a:pt x="4557" y="20029"/>
                  <a:pt x="4557" y="20029"/>
                </a:cubicBezTo>
                <a:cubicBezTo>
                  <a:pt x="5783" y="18772"/>
                  <a:pt x="5783" y="18772"/>
                  <a:pt x="5783" y="18772"/>
                </a:cubicBezTo>
                <a:cubicBezTo>
                  <a:pt x="6702" y="19361"/>
                  <a:pt x="7736" y="19793"/>
                  <a:pt x="8809" y="20068"/>
                </a:cubicBezTo>
                <a:cubicBezTo>
                  <a:pt x="8809" y="21600"/>
                  <a:pt x="8809" y="21600"/>
                  <a:pt x="8809" y="21600"/>
                </a:cubicBezTo>
                <a:cubicBezTo>
                  <a:pt x="12638" y="21600"/>
                  <a:pt x="12638" y="21600"/>
                  <a:pt x="12638" y="21600"/>
                </a:cubicBezTo>
                <a:cubicBezTo>
                  <a:pt x="12638" y="20108"/>
                  <a:pt x="12638" y="20108"/>
                  <a:pt x="12638" y="20108"/>
                </a:cubicBezTo>
                <a:cubicBezTo>
                  <a:pt x="13787" y="19872"/>
                  <a:pt x="14898" y="19401"/>
                  <a:pt x="15855" y="18772"/>
                </a:cubicBezTo>
                <a:cubicBezTo>
                  <a:pt x="17004" y="19990"/>
                  <a:pt x="17004" y="19990"/>
                  <a:pt x="17004" y="19990"/>
                </a:cubicBezTo>
                <a:cubicBezTo>
                  <a:pt x="19723" y="17201"/>
                  <a:pt x="19723" y="17201"/>
                  <a:pt x="19723" y="17201"/>
                </a:cubicBezTo>
                <a:cubicBezTo>
                  <a:pt x="18574" y="16023"/>
                  <a:pt x="18574" y="16023"/>
                  <a:pt x="18574" y="16023"/>
                </a:cubicBezTo>
                <a:cubicBezTo>
                  <a:pt x="19226" y="15081"/>
                  <a:pt x="19685" y="13981"/>
                  <a:pt x="19915" y="12842"/>
                </a:cubicBezTo>
                <a:cubicBezTo>
                  <a:pt x="21600" y="12842"/>
                  <a:pt x="21600" y="12842"/>
                  <a:pt x="21600" y="12842"/>
                </a:cubicBezTo>
                <a:cubicBezTo>
                  <a:pt x="21600" y="8915"/>
                  <a:pt x="21600" y="8915"/>
                  <a:pt x="21600" y="8915"/>
                </a:cubicBezTo>
                <a:cubicBezTo>
                  <a:pt x="19953" y="8915"/>
                  <a:pt x="19953" y="8915"/>
                  <a:pt x="19953" y="8915"/>
                </a:cubicBezTo>
                <a:cubicBezTo>
                  <a:pt x="19723" y="7697"/>
                  <a:pt x="19264" y="6598"/>
                  <a:pt x="18613" y="5616"/>
                </a:cubicBezTo>
                <a:cubicBezTo>
                  <a:pt x="19838" y="4359"/>
                  <a:pt x="19838" y="4359"/>
                  <a:pt x="19838" y="4359"/>
                </a:cubicBezTo>
                <a:cubicBezTo>
                  <a:pt x="17119" y="1571"/>
                  <a:pt x="17119" y="1571"/>
                  <a:pt x="17119" y="1571"/>
                </a:cubicBezTo>
                <a:cubicBezTo>
                  <a:pt x="15894" y="2828"/>
                  <a:pt x="15894" y="2828"/>
                  <a:pt x="15894" y="2828"/>
                </a:cubicBezTo>
                <a:cubicBezTo>
                  <a:pt x="14898" y="2199"/>
                  <a:pt x="13826" y="1728"/>
                  <a:pt x="12638" y="1492"/>
                </a:cubicBezTo>
                <a:cubicBezTo>
                  <a:pt x="12638" y="0"/>
                  <a:pt x="12638" y="0"/>
                  <a:pt x="12638" y="0"/>
                </a:cubicBezTo>
                <a:cubicBezTo>
                  <a:pt x="8809" y="0"/>
                  <a:pt x="8809" y="0"/>
                  <a:pt x="8809" y="0"/>
                </a:cubicBezTo>
                <a:cubicBezTo>
                  <a:pt x="8809" y="1532"/>
                  <a:pt x="8809" y="1532"/>
                  <a:pt x="8809" y="1532"/>
                </a:cubicBezTo>
                <a:cubicBezTo>
                  <a:pt x="7698" y="1807"/>
                  <a:pt x="6664" y="2239"/>
                  <a:pt x="5745" y="2867"/>
                </a:cubicBezTo>
                <a:cubicBezTo>
                  <a:pt x="4443" y="1532"/>
                  <a:pt x="4443" y="1532"/>
                  <a:pt x="4443" y="1532"/>
                </a:cubicBezTo>
                <a:cubicBezTo>
                  <a:pt x="1723" y="4320"/>
                  <a:pt x="1723" y="4320"/>
                  <a:pt x="1723" y="4320"/>
                </a:cubicBezTo>
                <a:cubicBezTo>
                  <a:pt x="3026" y="5655"/>
                  <a:pt x="3026" y="5655"/>
                  <a:pt x="3026" y="5655"/>
                </a:cubicBezTo>
                <a:cubicBezTo>
                  <a:pt x="2413" y="6637"/>
                  <a:pt x="1953" y="7737"/>
                  <a:pt x="1723" y="8915"/>
                </a:cubicBezTo>
                <a:lnTo>
                  <a:pt x="0" y="8915"/>
                </a:lnTo>
                <a:close/>
                <a:moveTo>
                  <a:pt x="10838" y="4084"/>
                </a:moveTo>
                <a:cubicBezTo>
                  <a:pt x="14477" y="4084"/>
                  <a:pt x="17464" y="7108"/>
                  <a:pt x="17464" y="10800"/>
                </a:cubicBezTo>
                <a:cubicBezTo>
                  <a:pt x="17464" y="14492"/>
                  <a:pt x="14477" y="17516"/>
                  <a:pt x="10838" y="17516"/>
                </a:cubicBezTo>
                <a:cubicBezTo>
                  <a:pt x="7200" y="17516"/>
                  <a:pt x="4213" y="14492"/>
                  <a:pt x="4213" y="10800"/>
                </a:cubicBezTo>
                <a:cubicBezTo>
                  <a:pt x="4213" y="7108"/>
                  <a:pt x="7200" y="4084"/>
                  <a:pt x="10838" y="4084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4" name="Freeform 352"/>
          <p:cNvSpPr/>
          <p:nvPr/>
        </p:nvSpPr>
        <p:spPr xmlns:m="http://schemas.openxmlformats.org/officeDocument/2006/math" xmlns:a14="http://schemas.microsoft.com/office/drawing/2010/main">
          <a:xfrm>
            <a:off x="8783087" y="2691295"/>
            <a:ext cx="176171" cy="174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41" y="21600"/>
                </a:moveTo>
                <a:cubicBezTo>
                  <a:pt x="16800" y="21600"/>
                  <a:pt x="21600" y="16763"/>
                  <a:pt x="21600" y="10758"/>
                </a:cubicBezTo>
                <a:cubicBezTo>
                  <a:pt x="21600" y="4837"/>
                  <a:pt x="16800" y="0"/>
                  <a:pt x="10841" y="0"/>
                </a:cubicBezTo>
                <a:cubicBezTo>
                  <a:pt x="4800" y="0"/>
                  <a:pt x="0" y="4837"/>
                  <a:pt x="0" y="10758"/>
                </a:cubicBezTo>
                <a:cubicBezTo>
                  <a:pt x="0" y="16763"/>
                  <a:pt x="4800" y="21600"/>
                  <a:pt x="10841" y="21600"/>
                </a:cubicBezTo>
                <a:close/>
                <a:moveTo>
                  <a:pt x="10841" y="3503"/>
                </a:moveTo>
                <a:cubicBezTo>
                  <a:pt x="14814" y="3503"/>
                  <a:pt x="18124" y="6755"/>
                  <a:pt x="18124" y="10758"/>
                </a:cubicBezTo>
                <a:cubicBezTo>
                  <a:pt x="18124" y="14761"/>
                  <a:pt x="14814" y="18097"/>
                  <a:pt x="10841" y="18097"/>
                </a:cubicBezTo>
                <a:cubicBezTo>
                  <a:pt x="6786" y="18097"/>
                  <a:pt x="3476" y="14761"/>
                  <a:pt x="3476" y="10758"/>
                </a:cubicBezTo>
                <a:cubicBezTo>
                  <a:pt x="3476" y="6755"/>
                  <a:pt x="6786" y="3503"/>
                  <a:pt x="10841" y="3503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5" name="Oval 353"/>
          <p:cNvSpPr/>
          <p:nvPr/>
        </p:nvSpPr>
        <p:spPr xmlns:m="http://schemas.openxmlformats.org/officeDocument/2006/math" xmlns:a14="http://schemas.microsoft.com/office/drawing/2010/main">
          <a:xfrm>
            <a:off x="8839905" y="2747829"/>
            <a:ext cx="62531" cy="60819"/>
          </a:xfrm>
          <a:prstGeom prst="ellipse">
            <a:avLst/>
          </a:pr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6" name="Freeform 433"/>
          <p:cNvSpPr/>
          <p:nvPr/>
        </p:nvSpPr>
        <p:spPr xmlns:m="http://schemas.openxmlformats.org/officeDocument/2006/math" xmlns:a14="http://schemas.microsoft.com/office/drawing/2010/main">
          <a:xfrm>
            <a:off x="3144285" y="2646123"/>
            <a:ext cx="71296" cy="722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689"/>
                </a:moveTo>
                <a:cubicBezTo>
                  <a:pt x="21600" y="4676"/>
                  <a:pt x="16875" y="0"/>
                  <a:pt x="10800" y="0"/>
                </a:cubicBezTo>
                <a:cubicBezTo>
                  <a:pt x="4950" y="0"/>
                  <a:pt x="0" y="4676"/>
                  <a:pt x="0" y="10689"/>
                </a:cubicBezTo>
                <a:cubicBezTo>
                  <a:pt x="0" y="16701"/>
                  <a:pt x="4950" y="21600"/>
                  <a:pt x="10800" y="21600"/>
                </a:cubicBezTo>
                <a:cubicBezTo>
                  <a:pt x="16875" y="21600"/>
                  <a:pt x="21600" y="16701"/>
                  <a:pt x="21600" y="10689"/>
                </a:cubicBezTo>
                <a:close/>
                <a:moveTo>
                  <a:pt x="6300" y="15810"/>
                </a:moveTo>
                <a:cubicBezTo>
                  <a:pt x="6975" y="13584"/>
                  <a:pt x="6975" y="13584"/>
                  <a:pt x="6975" y="13584"/>
                </a:cubicBezTo>
                <a:cubicBezTo>
                  <a:pt x="7650" y="14029"/>
                  <a:pt x="8775" y="14474"/>
                  <a:pt x="10125" y="14474"/>
                </a:cubicBezTo>
                <a:cubicBezTo>
                  <a:pt x="11250" y="14474"/>
                  <a:pt x="11925" y="14029"/>
                  <a:pt x="11925" y="13361"/>
                </a:cubicBezTo>
                <a:cubicBezTo>
                  <a:pt x="11925" y="12470"/>
                  <a:pt x="11475" y="12025"/>
                  <a:pt x="9900" y="11579"/>
                </a:cubicBezTo>
                <a:cubicBezTo>
                  <a:pt x="7875" y="10911"/>
                  <a:pt x="6525" y="10021"/>
                  <a:pt x="6525" y="8239"/>
                </a:cubicBezTo>
                <a:cubicBezTo>
                  <a:pt x="6525" y="6458"/>
                  <a:pt x="7650" y="5122"/>
                  <a:pt x="9675" y="4676"/>
                </a:cubicBezTo>
                <a:cubicBezTo>
                  <a:pt x="9675" y="2895"/>
                  <a:pt x="9675" y="2895"/>
                  <a:pt x="9675" y="2895"/>
                </a:cubicBezTo>
                <a:cubicBezTo>
                  <a:pt x="11700" y="2895"/>
                  <a:pt x="11700" y="2895"/>
                  <a:pt x="11700" y="2895"/>
                </a:cubicBezTo>
                <a:cubicBezTo>
                  <a:pt x="11700" y="4676"/>
                  <a:pt x="11700" y="4676"/>
                  <a:pt x="11700" y="4676"/>
                </a:cubicBezTo>
                <a:cubicBezTo>
                  <a:pt x="12825" y="4676"/>
                  <a:pt x="13725" y="4899"/>
                  <a:pt x="14400" y="5344"/>
                </a:cubicBezTo>
                <a:cubicBezTo>
                  <a:pt x="13950" y="7348"/>
                  <a:pt x="13950" y="7348"/>
                  <a:pt x="13950" y="7348"/>
                </a:cubicBezTo>
                <a:cubicBezTo>
                  <a:pt x="13275" y="7126"/>
                  <a:pt x="12375" y="6680"/>
                  <a:pt x="11025" y="6680"/>
                </a:cubicBezTo>
                <a:cubicBezTo>
                  <a:pt x="9900" y="6680"/>
                  <a:pt x="9450" y="7348"/>
                  <a:pt x="9450" y="7794"/>
                </a:cubicBezTo>
                <a:cubicBezTo>
                  <a:pt x="9450" y="8462"/>
                  <a:pt x="10125" y="8907"/>
                  <a:pt x="11700" y="9353"/>
                </a:cubicBezTo>
                <a:cubicBezTo>
                  <a:pt x="13950" y="10243"/>
                  <a:pt x="14850" y="11357"/>
                  <a:pt x="14850" y="12915"/>
                </a:cubicBezTo>
                <a:cubicBezTo>
                  <a:pt x="14850" y="14697"/>
                  <a:pt x="13725" y="16256"/>
                  <a:pt x="11475" y="16478"/>
                </a:cubicBezTo>
                <a:cubicBezTo>
                  <a:pt x="11475" y="18482"/>
                  <a:pt x="11475" y="18482"/>
                  <a:pt x="11475" y="18482"/>
                </a:cubicBezTo>
                <a:cubicBezTo>
                  <a:pt x="9675" y="18482"/>
                  <a:pt x="9675" y="18482"/>
                  <a:pt x="9675" y="18482"/>
                </a:cubicBezTo>
                <a:cubicBezTo>
                  <a:pt x="9675" y="16701"/>
                  <a:pt x="9675" y="16701"/>
                  <a:pt x="9675" y="16701"/>
                </a:cubicBezTo>
                <a:cubicBezTo>
                  <a:pt x="8325" y="16701"/>
                  <a:pt x="7200" y="16256"/>
                  <a:pt x="6300" y="1581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7" name="Freeform 434"/>
          <p:cNvSpPr/>
          <p:nvPr/>
        </p:nvSpPr>
        <p:spPr xmlns:m="http://schemas.openxmlformats.org/officeDocument/2006/math" xmlns:a14="http://schemas.microsoft.com/office/drawing/2010/main">
          <a:xfrm>
            <a:off x="3259238" y="2580167"/>
            <a:ext cx="154528" cy="155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81" y="0"/>
                  <a:pt x="0" y="4834"/>
                  <a:pt x="0" y="10800"/>
                </a:cubicBezTo>
                <a:cubicBezTo>
                  <a:pt x="0" y="16766"/>
                  <a:pt x="4881" y="21600"/>
                  <a:pt x="10800" y="21600"/>
                </a:cubicBezTo>
                <a:cubicBezTo>
                  <a:pt x="16823" y="21600"/>
                  <a:pt x="21600" y="16766"/>
                  <a:pt x="21600" y="10800"/>
                </a:cubicBezTo>
                <a:cubicBezTo>
                  <a:pt x="21600" y="4834"/>
                  <a:pt x="16823" y="0"/>
                  <a:pt x="10800" y="0"/>
                </a:cubicBezTo>
                <a:close/>
                <a:moveTo>
                  <a:pt x="11527" y="16560"/>
                </a:moveTo>
                <a:cubicBezTo>
                  <a:pt x="11527" y="18514"/>
                  <a:pt x="11527" y="18514"/>
                  <a:pt x="11527" y="18514"/>
                </a:cubicBezTo>
                <a:cubicBezTo>
                  <a:pt x="9554" y="18514"/>
                  <a:pt x="9554" y="18514"/>
                  <a:pt x="9554" y="18514"/>
                </a:cubicBezTo>
                <a:cubicBezTo>
                  <a:pt x="9554" y="16766"/>
                  <a:pt x="9554" y="16766"/>
                  <a:pt x="9554" y="16766"/>
                </a:cubicBezTo>
                <a:cubicBezTo>
                  <a:pt x="8308" y="16663"/>
                  <a:pt x="7062" y="16354"/>
                  <a:pt x="6335" y="15943"/>
                </a:cubicBezTo>
                <a:cubicBezTo>
                  <a:pt x="6854" y="13680"/>
                  <a:pt x="6854" y="13680"/>
                  <a:pt x="6854" y="13680"/>
                </a:cubicBezTo>
                <a:cubicBezTo>
                  <a:pt x="7685" y="14194"/>
                  <a:pt x="8827" y="14503"/>
                  <a:pt x="10073" y="14503"/>
                </a:cubicBezTo>
                <a:cubicBezTo>
                  <a:pt x="11215" y="14503"/>
                  <a:pt x="11942" y="14091"/>
                  <a:pt x="11942" y="13371"/>
                </a:cubicBezTo>
                <a:cubicBezTo>
                  <a:pt x="11942" y="12651"/>
                  <a:pt x="11319" y="12137"/>
                  <a:pt x="9865" y="11726"/>
                </a:cubicBezTo>
                <a:cubicBezTo>
                  <a:pt x="7892" y="11006"/>
                  <a:pt x="6438" y="10080"/>
                  <a:pt x="6438" y="8229"/>
                </a:cubicBezTo>
                <a:cubicBezTo>
                  <a:pt x="6438" y="6583"/>
                  <a:pt x="7685" y="5246"/>
                  <a:pt x="9658" y="4834"/>
                </a:cubicBezTo>
                <a:cubicBezTo>
                  <a:pt x="9658" y="3086"/>
                  <a:pt x="9658" y="3086"/>
                  <a:pt x="9658" y="3086"/>
                </a:cubicBezTo>
                <a:cubicBezTo>
                  <a:pt x="11527" y="3086"/>
                  <a:pt x="11527" y="3086"/>
                  <a:pt x="11527" y="3086"/>
                </a:cubicBezTo>
                <a:cubicBezTo>
                  <a:pt x="11527" y="4731"/>
                  <a:pt x="11527" y="4731"/>
                  <a:pt x="11527" y="4731"/>
                </a:cubicBezTo>
                <a:cubicBezTo>
                  <a:pt x="12877" y="4731"/>
                  <a:pt x="13708" y="5040"/>
                  <a:pt x="14331" y="5349"/>
                </a:cubicBezTo>
                <a:cubicBezTo>
                  <a:pt x="13812" y="7509"/>
                  <a:pt x="13812" y="7509"/>
                  <a:pt x="13812" y="7509"/>
                </a:cubicBezTo>
                <a:cubicBezTo>
                  <a:pt x="13292" y="7303"/>
                  <a:pt x="12462" y="6789"/>
                  <a:pt x="11008" y="6789"/>
                </a:cubicBezTo>
                <a:cubicBezTo>
                  <a:pt x="9762" y="6789"/>
                  <a:pt x="9346" y="7406"/>
                  <a:pt x="9346" y="7920"/>
                </a:cubicBezTo>
                <a:cubicBezTo>
                  <a:pt x="9346" y="8537"/>
                  <a:pt x="10073" y="8949"/>
                  <a:pt x="11735" y="9566"/>
                </a:cubicBezTo>
                <a:cubicBezTo>
                  <a:pt x="14019" y="10286"/>
                  <a:pt x="14850" y="11417"/>
                  <a:pt x="14850" y="13063"/>
                </a:cubicBezTo>
                <a:cubicBezTo>
                  <a:pt x="14850" y="14811"/>
                  <a:pt x="13708" y="16251"/>
                  <a:pt x="11527" y="1656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8" name="Freeform 435"/>
          <p:cNvSpPr/>
          <p:nvPr/>
        </p:nvSpPr>
        <p:spPr xmlns:m="http://schemas.openxmlformats.org/officeDocument/2006/math" xmlns:a14="http://schemas.microsoft.com/office/drawing/2010/main">
          <a:xfrm>
            <a:off x="3165643" y="2751026"/>
            <a:ext cx="98936" cy="1001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81" y="0"/>
                </a:moveTo>
                <a:cubicBezTo>
                  <a:pt x="4872" y="0"/>
                  <a:pt x="0" y="4960"/>
                  <a:pt x="0" y="10880"/>
                </a:cubicBezTo>
                <a:cubicBezTo>
                  <a:pt x="0" y="16800"/>
                  <a:pt x="4872" y="21600"/>
                  <a:pt x="10881" y="21600"/>
                </a:cubicBezTo>
                <a:cubicBezTo>
                  <a:pt x="16890" y="21600"/>
                  <a:pt x="21600" y="16800"/>
                  <a:pt x="21600" y="10880"/>
                </a:cubicBezTo>
                <a:cubicBezTo>
                  <a:pt x="21600" y="4960"/>
                  <a:pt x="16890" y="0"/>
                  <a:pt x="10881" y="0"/>
                </a:cubicBezTo>
                <a:close/>
                <a:moveTo>
                  <a:pt x="11531" y="16640"/>
                </a:moveTo>
                <a:cubicBezTo>
                  <a:pt x="11531" y="18560"/>
                  <a:pt x="11531" y="18560"/>
                  <a:pt x="11531" y="18560"/>
                </a:cubicBezTo>
                <a:cubicBezTo>
                  <a:pt x="9582" y="18560"/>
                  <a:pt x="9582" y="18560"/>
                  <a:pt x="9582" y="18560"/>
                </a:cubicBezTo>
                <a:cubicBezTo>
                  <a:pt x="9582" y="16800"/>
                  <a:pt x="9582" y="16800"/>
                  <a:pt x="9582" y="16800"/>
                </a:cubicBezTo>
                <a:cubicBezTo>
                  <a:pt x="8283" y="16640"/>
                  <a:pt x="7146" y="16320"/>
                  <a:pt x="6334" y="16000"/>
                </a:cubicBezTo>
                <a:cubicBezTo>
                  <a:pt x="6983" y="13760"/>
                  <a:pt x="6983" y="13760"/>
                  <a:pt x="6983" y="13760"/>
                </a:cubicBezTo>
                <a:cubicBezTo>
                  <a:pt x="7795" y="14080"/>
                  <a:pt x="8932" y="14560"/>
                  <a:pt x="10069" y="14560"/>
                </a:cubicBezTo>
                <a:cubicBezTo>
                  <a:pt x="11206" y="14560"/>
                  <a:pt x="12018" y="14080"/>
                  <a:pt x="12018" y="13440"/>
                </a:cubicBezTo>
                <a:cubicBezTo>
                  <a:pt x="12018" y="12640"/>
                  <a:pt x="11368" y="12160"/>
                  <a:pt x="9907" y="11680"/>
                </a:cubicBezTo>
                <a:cubicBezTo>
                  <a:pt x="7958" y="11040"/>
                  <a:pt x="6496" y="10080"/>
                  <a:pt x="6496" y="8320"/>
                </a:cubicBezTo>
                <a:cubicBezTo>
                  <a:pt x="6496" y="6560"/>
                  <a:pt x="7633" y="5280"/>
                  <a:pt x="9744" y="4960"/>
                </a:cubicBezTo>
                <a:cubicBezTo>
                  <a:pt x="9744" y="3200"/>
                  <a:pt x="9744" y="3200"/>
                  <a:pt x="9744" y="3200"/>
                </a:cubicBezTo>
                <a:cubicBezTo>
                  <a:pt x="11693" y="3200"/>
                  <a:pt x="11693" y="3200"/>
                  <a:pt x="11693" y="3200"/>
                </a:cubicBezTo>
                <a:cubicBezTo>
                  <a:pt x="11693" y="4800"/>
                  <a:pt x="11693" y="4800"/>
                  <a:pt x="11693" y="4800"/>
                </a:cubicBezTo>
                <a:cubicBezTo>
                  <a:pt x="12830" y="4800"/>
                  <a:pt x="13805" y="5120"/>
                  <a:pt x="14454" y="5440"/>
                </a:cubicBezTo>
                <a:cubicBezTo>
                  <a:pt x="13805" y="7520"/>
                  <a:pt x="13805" y="7520"/>
                  <a:pt x="13805" y="7520"/>
                </a:cubicBezTo>
                <a:cubicBezTo>
                  <a:pt x="13317" y="7360"/>
                  <a:pt x="12505" y="6880"/>
                  <a:pt x="11044" y="6880"/>
                </a:cubicBezTo>
                <a:cubicBezTo>
                  <a:pt x="9907" y="6880"/>
                  <a:pt x="9420" y="7360"/>
                  <a:pt x="9420" y="8000"/>
                </a:cubicBezTo>
                <a:cubicBezTo>
                  <a:pt x="9420" y="8640"/>
                  <a:pt x="10069" y="8960"/>
                  <a:pt x="11693" y="9600"/>
                </a:cubicBezTo>
                <a:cubicBezTo>
                  <a:pt x="13967" y="10400"/>
                  <a:pt x="14941" y="11360"/>
                  <a:pt x="14941" y="13120"/>
                </a:cubicBezTo>
                <a:cubicBezTo>
                  <a:pt x="14941" y="14880"/>
                  <a:pt x="13805" y="16160"/>
                  <a:pt x="11531" y="1664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9" name="Freeform 436"/>
          <p:cNvSpPr/>
          <p:nvPr/>
        </p:nvSpPr>
        <p:spPr xmlns:m="http://schemas.openxmlformats.org/officeDocument/2006/math" xmlns:a14="http://schemas.microsoft.com/office/drawing/2010/main">
          <a:xfrm>
            <a:off x="3075189" y="2485316"/>
            <a:ext cx="492623" cy="5804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0" h="21600" fill="norm" stroke="1" extrusionOk="0">
                <a:moveTo>
                  <a:pt x="20205" y="11767"/>
                </a:moveTo>
                <a:cubicBezTo>
                  <a:pt x="19710" y="11270"/>
                  <a:pt x="18935" y="10717"/>
                  <a:pt x="18625" y="10109"/>
                </a:cubicBezTo>
                <a:cubicBezTo>
                  <a:pt x="18191" y="9198"/>
                  <a:pt x="18687" y="8314"/>
                  <a:pt x="18687" y="7375"/>
                </a:cubicBezTo>
                <a:cubicBezTo>
                  <a:pt x="18656" y="6629"/>
                  <a:pt x="18408" y="5718"/>
                  <a:pt x="18129" y="5027"/>
                </a:cubicBezTo>
                <a:cubicBezTo>
                  <a:pt x="17664" y="3895"/>
                  <a:pt x="16828" y="2955"/>
                  <a:pt x="15774" y="2210"/>
                </a:cubicBezTo>
                <a:cubicBezTo>
                  <a:pt x="14131" y="856"/>
                  <a:pt x="11807" y="0"/>
                  <a:pt x="9235" y="0"/>
                </a:cubicBezTo>
                <a:cubicBezTo>
                  <a:pt x="4122" y="0"/>
                  <a:pt x="0" y="3370"/>
                  <a:pt x="0" y="7541"/>
                </a:cubicBezTo>
                <a:cubicBezTo>
                  <a:pt x="0" y="7817"/>
                  <a:pt x="31" y="8093"/>
                  <a:pt x="62" y="8342"/>
                </a:cubicBezTo>
                <a:cubicBezTo>
                  <a:pt x="93" y="10165"/>
                  <a:pt x="713" y="12319"/>
                  <a:pt x="2541" y="14722"/>
                </a:cubicBezTo>
                <a:cubicBezTo>
                  <a:pt x="2541" y="14722"/>
                  <a:pt x="5082" y="19252"/>
                  <a:pt x="0" y="21572"/>
                </a:cubicBezTo>
                <a:cubicBezTo>
                  <a:pt x="11218" y="21600"/>
                  <a:pt x="11218" y="21600"/>
                  <a:pt x="11218" y="21600"/>
                </a:cubicBezTo>
                <a:cubicBezTo>
                  <a:pt x="11218" y="21600"/>
                  <a:pt x="12055" y="18617"/>
                  <a:pt x="13419" y="18617"/>
                </a:cubicBezTo>
                <a:cubicBezTo>
                  <a:pt x="14565" y="18617"/>
                  <a:pt x="15743" y="18700"/>
                  <a:pt x="16890" y="18645"/>
                </a:cubicBezTo>
                <a:cubicBezTo>
                  <a:pt x="17137" y="18672"/>
                  <a:pt x="17292" y="18645"/>
                  <a:pt x="17447" y="18589"/>
                </a:cubicBezTo>
                <a:cubicBezTo>
                  <a:pt x="17478" y="18589"/>
                  <a:pt x="17478" y="18589"/>
                  <a:pt x="17478" y="18589"/>
                </a:cubicBezTo>
                <a:cubicBezTo>
                  <a:pt x="17478" y="18589"/>
                  <a:pt x="17478" y="18589"/>
                  <a:pt x="17478" y="18589"/>
                </a:cubicBezTo>
                <a:cubicBezTo>
                  <a:pt x="18253" y="18230"/>
                  <a:pt x="17695" y="16601"/>
                  <a:pt x="17695" y="16601"/>
                </a:cubicBezTo>
                <a:cubicBezTo>
                  <a:pt x="18160" y="16435"/>
                  <a:pt x="18439" y="16159"/>
                  <a:pt x="18439" y="15938"/>
                </a:cubicBezTo>
                <a:cubicBezTo>
                  <a:pt x="18439" y="15882"/>
                  <a:pt x="18439" y="15882"/>
                  <a:pt x="18439" y="15882"/>
                </a:cubicBezTo>
                <a:cubicBezTo>
                  <a:pt x="18439" y="15606"/>
                  <a:pt x="18005" y="15385"/>
                  <a:pt x="17385" y="15302"/>
                </a:cubicBezTo>
                <a:cubicBezTo>
                  <a:pt x="17664" y="15302"/>
                  <a:pt x="17664" y="15302"/>
                  <a:pt x="17664" y="15302"/>
                </a:cubicBezTo>
                <a:cubicBezTo>
                  <a:pt x="18129" y="15302"/>
                  <a:pt x="18532" y="15081"/>
                  <a:pt x="18532" y="14805"/>
                </a:cubicBezTo>
                <a:cubicBezTo>
                  <a:pt x="18532" y="14777"/>
                  <a:pt x="18532" y="14777"/>
                  <a:pt x="18532" y="14777"/>
                </a:cubicBezTo>
                <a:cubicBezTo>
                  <a:pt x="18532" y="14695"/>
                  <a:pt x="18501" y="14612"/>
                  <a:pt x="18439" y="14557"/>
                </a:cubicBezTo>
                <a:cubicBezTo>
                  <a:pt x="18532" y="14197"/>
                  <a:pt x="18873" y="12734"/>
                  <a:pt x="18935" y="12734"/>
                </a:cubicBezTo>
                <a:cubicBezTo>
                  <a:pt x="21600" y="12623"/>
                  <a:pt x="20205" y="11767"/>
                  <a:pt x="20205" y="11767"/>
                </a:cubicBezTo>
                <a:close/>
                <a:moveTo>
                  <a:pt x="2417" y="7320"/>
                </a:moveTo>
                <a:cubicBezTo>
                  <a:pt x="2417" y="6353"/>
                  <a:pt x="3285" y="5552"/>
                  <a:pt x="4370" y="5552"/>
                </a:cubicBezTo>
                <a:cubicBezTo>
                  <a:pt x="5454" y="5552"/>
                  <a:pt x="6353" y="6353"/>
                  <a:pt x="6353" y="7320"/>
                </a:cubicBezTo>
                <a:cubicBezTo>
                  <a:pt x="6353" y="8286"/>
                  <a:pt x="5454" y="9087"/>
                  <a:pt x="4370" y="9087"/>
                </a:cubicBezTo>
                <a:cubicBezTo>
                  <a:pt x="3285" y="9087"/>
                  <a:pt x="2417" y="8286"/>
                  <a:pt x="2417" y="7320"/>
                </a:cubicBezTo>
                <a:close/>
                <a:moveTo>
                  <a:pt x="5857" y="14197"/>
                </a:moveTo>
                <a:cubicBezTo>
                  <a:pt x="4370" y="14197"/>
                  <a:pt x="3130" y="13093"/>
                  <a:pt x="3130" y="11767"/>
                </a:cubicBezTo>
                <a:cubicBezTo>
                  <a:pt x="3130" y="10413"/>
                  <a:pt x="4370" y="9308"/>
                  <a:pt x="5857" y="9308"/>
                </a:cubicBezTo>
                <a:cubicBezTo>
                  <a:pt x="7345" y="9308"/>
                  <a:pt x="8553" y="10413"/>
                  <a:pt x="8553" y="11767"/>
                </a:cubicBezTo>
                <a:cubicBezTo>
                  <a:pt x="8553" y="13093"/>
                  <a:pt x="7345" y="14197"/>
                  <a:pt x="5857" y="14197"/>
                </a:cubicBezTo>
                <a:close/>
                <a:moveTo>
                  <a:pt x="10908" y="10248"/>
                </a:moveTo>
                <a:cubicBezTo>
                  <a:pt x="8553" y="10248"/>
                  <a:pt x="6663" y="8535"/>
                  <a:pt x="6663" y="6436"/>
                </a:cubicBezTo>
                <a:cubicBezTo>
                  <a:pt x="6663" y="4337"/>
                  <a:pt x="8553" y="2624"/>
                  <a:pt x="10908" y="2624"/>
                </a:cubicBezTo>
                <a:cubicBezTo>
                  <a:pt x="13264" y="2624"/>
                  <a:pt x="15154" y="4337"/>
                  <a:pt x="15154" y="6436"/>
                </a:cubicBezTo>
                <a:cubicBezTo>
                  <a:pt x="15154" y="8535"/>
                  <a:pt x="13264" y="10248"/>
                  <a:pt x="10908" y="10248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圆角矩形 2"/>
          <p:cNvSpPr/>
          <p:nvPr/>
        </p:nvSpPr>
        <p:spPr xmlns:m="http://schemas.openxmlformats.org/officeDocument/2006/math" xmlns:a14="http://schemas.microsoft.com/office/drawing/2010/main">
          <a:xfrm rot="5400000">
            <a:off x="3427515" y="4143507"/>
            <a:ext cx="2791378" cy="15481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444500" dist="254000" dir="8100000">
              <a:srgbClr val="000000">
                <a:alpha val="4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" name="椭圆 10"/>
          <p:cNvSpPr/>
          <p:nvPr/>
        </p:nvSpPr>
        <p:spPr xmlns:m="http://schemas.openxmlformats.org/officeDocument/2006/math" xmlns:a14="http://schemas.microsoft.com/office/drawing/2010/main">
          <a:xfrm>
            <a:off x="2262597" y="5030635"/>
            <a:ext cx="1199977" cy="1199977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444500" dist="254000" dir="8100000">
              <a:srgbClr val="000000">
                <a:alpha val="5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" name="圆角矩形 11"/>
          <p:cNvSpPr/>
          <p:nvPr/>
        </p:nvSpPr>
        <p:spPr xmlns:m="http://schemas.openxmlformats.org/officeDocument/2006/math" xmlns:a14="http://schemas.microsoft.com/office/drawing/2010/main">
          <a:xfrm rot="5400000">
            <a:off x="7048706" y="3822308"/>
            <a:ext cx="3433776" cy="15481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444500" dist="254000" dir="8100000">
              <a:srgbClr val="000000">
                <a:alpha val="4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" name="椭圆 18"/>
          <p:cNvSpPr/>
          <p:nvPr/>
        </p:nvSpPr>
        <p:spPr xmlns:m="http://schemas.openxmlformats.org/officeDocument/2006/math" xmlns:a14="http://schemas.microsoft.com/office/drawing/2010/main">
          <a:xfrm>
            <a:off x="6211337" y="5030635"/>
            <a:ext cx="1199977" cy="1199977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444500" dist="254000" dir="8100000">
              <a:srgbClr val="000000">
                <a:alpha val="5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6" name="TextBox 123"/>
          <p:cNvSpPr txBox="1"/>
          <p:nvPr/>
        </p:nvSpPr>
        <p:spPr>
          <a:xfrm>
            <a:off x="6434399" y="3304232"/>
            <a:ext cx="714187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4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7" name="TextBox 124"/>
          <p:cNvSpPr txBox="1"/>
          <p:nvPr/>
        </p:nvSpPr>
        <p:spPr>
          <a:xfrm>
            <a:off x="2492009" y="3304232"/>
            <a:ext cx="714187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4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8" name="TextBox 127"/>
          <p:cNvSpPr txBox="1"/>
          <p:nvPr/>
        </p:nvSpPr>
        <p:spPr>
          <a:xfrm>
            <a:off x="4463203" y="3983761"/>
            <a:ext cx="714188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9" name="TextBox 128"/>
          <p:cNvSpPr txBox="1"/>
          <p:nvPr/>
        </p:nvSpPr>
        <p:spPr>
          <a:xfrm>
            <a:off x="8405592" y="3304232"/>
            <a:ext cx="714187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10" name="TextBox 131"/>
          <p:cNvSpPr txBox="1"/>
          <p:nvPr/>
        </p:nvSpPr>
        <p:spPr>
          <a:xfrm>
            <a:off x="2301293" y="1377170"/>
            <a:ext cx="112014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0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1" name="TextBox 132"/>
          <p:cNvSpPr txBox="1"/>
          <p:nvPr/>
        </p:nvSpPr>
        <p:spPr>
          <a:xfrm>
            <a:off x="2290151" y="1732616"/>
            <a:ext cx="4904741" cy="916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120000"/>
              </a:lnSpc>
              <a:defRPr sz="14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aaaaaaaaaaaaaaaaaaaaaaaaaaa</a:t>
            </a:r>
          </a:p>
          <a:p>
            <a:pPr>
              <a:lnSpc>
                <a:spcPct val="120000"/>
              </a:lnSpc>
              <a:defRPr sz="14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aaaaaaaaaaaaaaaaaaaaaaaaaaa</a:t>
            </a:r>
          </a:p>
        </p:txBody>
      </p:sp>
      <p:sp>
        <p:nvSpPr>
          <p:cNvPr id="12" name="直接连接符 25"/>
          <p:cNvSpPr/>
          <p:nvPr/>
        </p:nvSpPr>
        <p:spPr>
          <a:xfrm flipV="1">
            <a:off x="2084078" y="1390490"/>
            <a:ext cx="1" cy="768692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3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14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5" name="直线连接符 34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6" name="同心圆 5"/>
          <p:cNvSpPr/>
          <p:nvPr/>
        </p:nvSpPr>
        <p:spPr xmlns:m="http://schemas.openxmlformats.org/officeDocument/2006/math" xmlns:a14="http://schemas.microsoft.com/office/drawing/2010/main">
          <a:xfrm>
            <a:off x="4245857" y="5039524"/>
            <a:ext cx="1182197" cy="11821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7" name="椭圆 6"/>
          <p:cNvSpPr/>
          <p:nvPr/>
        </p:nvSpPr>
        <p:spPr xmlns:m="http://schemas.openxmlformats.org/officeDocument/2006/math" xmlns:a14="http://schemas.microsoft.com/office/drawing/2010/main">
          <a:xfrm>
            <a:off x="4271658" y="5065325"/>
            <a:ext cx="1130592" cy="1130592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8" name="圆角矩形 8"/>
          <p:cNvSpPr/>
          <p:nvPr/>
        </p:nvSpPr>
        <p:spPr xmlns:m="http://schemas.openxmlformats.org/officeDocument/2006/math" xmlns:a14="http://schemas.microsoft.com/office/drawing/2010/main">
          <a:xfrm rot="5400000">
            <a:off x="2077954" y="2758411"/>
            <a:ext cx="1548110" cy="355483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62000">
                <a:srgbClr val="F2F2F2"/>
              </a:gs>
              <a:gs pos="100000">
                <a:srgbClr val="D9D9D9"/>
              </a:gs>
            </a:gsLst>
            <a:lin ang="81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444500" dist="254000" dir="8100000">
              <a:srgbClr val="000000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9" name="圆角矩形 9"/>
          <p:cNvSpPr/>
          <p:nvPr/>
        </p:nvSpPr>
        <p:spPr xmlns:m="http://schemas.openxmlformats.org/officeDocument/2006/math" xmlns:a14="http://schemas.microsoft.com/office/drawing/2010/main">
          <a:xfrm rot="5400000">
            <a:off x="2092745" y="2893985"/>
            <a:ext cx="1518525" cy="333139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42000">
                <a:srgbClr val="F0F0F0"/>
              </a:gs>
              <a:gs pos="100000">
                <a:srgbClr val="D9D9D9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0" name="同心圆 13"/>
          <p:cNvSpPr/>
          <p:nvPr/>
        </p:nvSpPr>
        <p:spPr xmlns:m="http://schemas.openxmlformats.org/officeDocument/2006/math" xmlns:a14="http://schemas.microsoft.com/office/drawing/2010/main">
          <a:xfrm>
            <a:off x="8194595" y="5039524"/>
            <a:ext cx="1182197" cy="11821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1" name="椭圆 14"/>
          <p:cNvSpPr/>
          <p:nvPr/>
        </p:nvSpPr>
        <p:spPr xmlns:m="http://schemas.openxmlformats.org/officeDocument/2006/math" xmlns:a14="http://schemas.microsoft.com/office/drawing/2010/main">
          <a:xfrm>
            <a:off x="8220396" y="5065325"/>
            <a:ext cx="1130592" cy="1130592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2" name="圆角矩形 16"/>
          <p:cNvSpPr/>
          <p:nvPr/>
        </p:nvSpPr>
        <p:spPr xmlns:m="http://schemas.openxmlformats.org/officeDocument/2006/math" xmlns:a14="http://schemas.microsoft.com/office/drawing/2010/main">
          <a:xfrm rot="5400000">
            <a:off x="6020344" y="2758411"/>
            <a:ext cx="1548110" cy="355483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62000">
                <a:srgbClr val="F2F2F2"/>
              </a:gs>
              <a:gs pos="100000">
                <a:srgbClr val="D9D9D9"/>
              </a:gs>
            </a:gsLst>
            <a:lin ang="81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444500" dist="254000" dir="8100000">
              <a:srgbClr val="000000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3" name="圆角矩形 17"/>
          <p:cNvSpPr/>
          <p:nvPr/>
        </p:nvSpPr>
        <p:spPr xmlns:m="http://schemas.openxmlformats.org/officeDocument/2006/math" xmlns:a14="http://schemas.microsoft.com/office/drawing/2010/main">
          <a:xfrm rot="5400000">
            <a:off x="6035135" y="2893985"/>
            <a:ext cx="1518525" cy="333139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42000">
                <a:srgbClr val="F0F0F0"/>
              </a:gs>
              <a:gs pos="100000">
                <a:srgbClr val="D9D9D9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6"/>
          <p:cNvSpPr/>
          <p:nvPr/>
        </p:nvSpPr>
        <p:spPr xmlns:m="http://schemas.openxmlformats.org/officeDocument/2006/math" xmlns:a14="http://schemas.microsoft.com/office/drawing/2010/main">
          <a:xfrm flipH="1">
            <a:off x="7505389" y="6160382"/>
            <a:ext cx="893636" cy="1922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783" y="0"/>
                </a:moveTo>
                <a:cubicBezTo>
                  <a:pt x="2817" y="0"/>
                  <a:pt x="2817" y="0"/>
                  <a:pt x="2817" y="0"/>
                </a:cubicBezTo>
                <a:cubicBezTo>
                  <a:pt x="939" y="0"/>
                  <a:pt x="0" y="4320"/>
                  <a:pt x="0" y="8640"/>
                </a:cubicBezTo>
                <a:cubicBezTo>
                  <a:pt x="0" y="17280"/>
                  <a:pt x="939" y="21600"/>
                  <a:pt x="2817" y="21600"/>
                </a:cubicBezTo>
                <a:cubicBezTo>
                  <a:pt x="18783" y="21600"/>
                  <a:pt x="18783" y="21600"/>
                  <a:pt x="18783" y="21600"/>
                </a:cubicBezTo>
                <a:cubicBezTo>
                  <a:pt x="20661" y="21600"/>
                  <a:pt x="21600" y="17280"/>
                  <a:pt x="21600" y="8640"/>
                </a:cubicBezTo>
                <a:cubicBezTo>
                  <a:pt x="21600" y="4320"/>
                  <a:pt x="20661" y="0"/>
                  <a:pt x="18783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" name="Freeform 24"/>
          <p:cNvSpPr/>
          <p:nvPr/>
        </p:nvSpPr>
        <p:spPr xmlns:m="http://schemas.openxmlformats.org/officeDocument/2006/math" xmlns:a14="http://schemas.microsoft.com/office/drawing/2010/main">
          <a:xfrm flipH="1">
            <a:off x="7271163" y="5763309"/>
            <a:ext cx="1362085" cy="3970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438"/>
                </a:lnTo>
                <a:cubicBezTo>
                  <a:pt x="21600" y="13021"/>
                  <a:pt x="19988" y="21600"/>
                  <a:pt x="18000" y="21600"/>
                </a:cubicBezTo>
                <a:lnTo>
                  <a:pt x="3600" y="21600"/>
                </a:lnTo>
                <a:cubicBezTo>
                  <a:pt x="1612" y="21600"/>
                  <a:pt x="0" y="13021"/>
                  <a:pt x="0" y="2438"/>
                </a:cubicBez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" name="Freeform 25"/>
          <p:cNvSpPr/>
          <p:nvPr/>
        </p:nvSpPr>
        <p:spPr xmlns:m="http://schemas.openxmlformats.org/officeDocument/2006/math" xmlns:a14="http://schemas.microsoft.com/office/drawing/2010/main">
          <a:xfrm flipH="1">
            <a:off x="7648402" y="6432779"/>
            <a:ext cx="607609" cy="1297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581" y="448"/>
                </a:lnTo>
                <a:cubicBezTo>
                  <a:pt x="20555" y="12520"/>
                  <a:pt x="16118" y="21600"/>
                  <a:pt x="10800" y="21600"/>
                </a:cubicBezTo>
                <a:cubicBezTo>
                  <a:pt x="5482" y="21600"/>
                  <a:pt x="1045" y="12520"/>
                  <a:pt x="19" y="448"/>
                </a:cubicBez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" name="Freeform 5"/>
          <p:cNvSpPr/>
          <p:nvPr/>
        </p:nvSpPr>
        <p:spPr xmlns:m="http://schemas.openxmlformats.org/officeDocument/2006/math" xmlns:a14="http://schemas.microsoft.com/office/drawing/2010/main">
          <a:xfrm>
            <a:off x="7842901" y="4996093"/>
            <a:ext cx="177754" cy="525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850" y="17619"/>
                </a:moveTo>
                <a:lnTo>
                  <a:pt x="8486" y="21600"/>
                </a:lnTo>
                <a:lnTo>
                  <a:pt x="2893" y="21404"/>
                </a:lnTo>
                <a:lnTo>
                  <a:pt x="0" y="17032"/>
                </a:lnTo>
                <a:lnTo>
                  <a:pt x="6750" y="0"/>
                </a:lnTo>
                <a:lnTo>
                  <a:pt x="21600" y="718"/>
                </a:lnTo>
                <a:lnTo>
                  <a:pt x="14850" y="17619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" name="Freeform 6"/>
          <p:cNvSpPr/>
          <p:nvPr/>
        </p:nvSpPr>
        <p:spPr xmlns:m="http://schemas.openxmlformats.org/officeDocument/2006/math" xmlns:a14="http://schemas.microsoft.com/office/drawing/2010/main">
          <a:xfrm>
            <a:off x="7897538" y="4912459"/>
            <a:ext cx="131895" cy="1480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98" h="19750" fill="norm" stroke="1" extrusionOk="0">
                <a:moveTo>
                  <a:pt x="18979" y="12676"/>
                </a:moveTo>
                <a:cubicBezTo>
                  <a:pt x="18304" y="17054"/>
                  <a:pt x="13579" y="20265"/>
                  <a:pt x="8516" y="19681"/>
                </a:cubicBezTo>
                <a:cubicBezTo>
                  <a:pt x="8179" y="19681"/>
                  <a:pt x="8179" y="19681"/>
                  <a:pt x="8179" y="19681"/>
                </a:cubicBezTo>
                <a:cubicBezTo>
                  <a:pt x="3117" y="19097"/>
                  <a:pt x="-596" y="15011"/>
                  <a:pt x="79" y="10633"/>
                </a:cubicBezTo>
                <a:cubicBezTo>
                  <a:pt x="1429" y="3043"/>
                  <a:pt x="1429" y="3043"/>
                  <a:pt x="1429" y="3043"/>
                </a:cubicBezTo>
                <a:cubicBezTo>
                  <a:pt x="2104" y="-1335"/>
                  <a:pt x="6154" y="124"/>
                  <a:pt x="11217" y="708"/>
                </a:cubicBezTo>
                <a:cubicBezTo>
                  <a:pt x="11554" y="708"/>
                  <a:pt x="11554" y="708"/>
                  <a:pt x="11554" y="708"/>
                </a:cubicBezTo>
                <a:cubicBezTo>
                  <a:pt x="16617" y="1292"/>
                  <a:pt x="21004" y="708"/>
                  <a:pt x="20329" y="5087"/>
                </a:cubicBezTo>
                <a:lnTo>
                  <a:pt x="18979" y="12676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" name="Freeform 7"/>
          <p:cNvSpPr/>
          <p:nvPr/>
        </p:nvSpPr>
        <p:spPr xmlns:m="http://schemas.openxmlformats.org/officeDocument/2006/math" xmlns:a14="http://schemas.microsoft.com/office/drawing/2010/main">
          <a:xfrm>
            <a:off x="7877816" y="4961175"/>
            <a:ext cx="152361" cy="147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125" y="21600"/>
                </a:moveTo>
                <a:lnTo>
                  <a:pt x="0" y="18813"/>
                </a:lnTo>
                <a:lnTo>
                  <a:pt x="2475" y="0"/>
                </a:lnTo>
                <a:lnTo>
                  <a:pt x="21600" y="2787"/>
                </a:lnTo>
                <a:lnTo>
                  <a:pt x="19125" y="216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" name="Freeform 8"/>
          <p:cNvSpPr/>
          <p:nvPr/>
        </p:nvSpPr>
        <p:spPr xmlns:m="http://schemas.openxmlformats.org/officeDocument/2006/math" xmlns:a14="http://schemas.microsoft.com/office/drawing/2010/main">
          <a:xfrm>
            <a:off x="7866706" y="5509965"/>
            <a:ext cx="46028" cy="57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162" fill="norm" stroke="1" extrusionOk="0">
                <a:moveTo>
                  <a:pt x="0" y="934"/>
                </a:moveTo>
                <a:cubicBezTo>
                  <a:pt x="0" y="934"/>
                  <a:pt x="3086" y="11425"/>
                  <a:pt x="5143" y="13894"/>
                </a:cubicBezTo>
                <a:cubicBezTo>
                  <a:pt x="6171" y="16979"/>
                  <a:pt x="9257" y="19448"/>
                  <a:pt x="21600" y="3402"/>
                </a:cubicBezTo>
                <a:cubicBezTo>
                  <a:pt x="21600" y="3402"/>
                  <a:pt x="13371" y="-2152"/>
                  <a:pt x="0" y="934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9" name="Freeform 9"/>
          <p:cNvSpPr/>
          <p:nvPr/>
        </p:nvSpPr>
        <p:spPr xmlns:m="http://schemas.openxmlformats.org/officeDocument/2006/math" xmlns:a14="http://schemas.microsoft.com/office/drawing/2010/main">
          <a:xfrm>
            <a:off x="8027004" y="4994505"/>
            <a:ext cx="176168" cy="525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595" y="17554"/>
                </a:moveTo>
                <a:lnTo>
                  <a:pt x="8562" y="21600"/>
                </a:lnTo>
                <a:lnTo>
                  <a:pt x="2919" y="21274"/>
                </a:lnTo>
                <a:lnTo>
                  <a:pt x="0" y="16902"/>
                </a:lnTo>
                <a:lnTo>
                  <a:pt x="6616" y="0"/>
                </a:lnTo>
                <a:lnTo>
                  <a:pt x="21600" y="587"/>
                </a:lnTo>
                <a:lnTo>
                  <a:pt x="14595" y="17554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" name="Freeform 10"/>
          <p:cNvSpPr/>
          <p:nvPr/>
        </p:nvSpPr>
        <p:spPr xmlns:m="http://schemas.openxmlformats.org/officeDocument/2006/math" xmlns:a14="http://schemas.microsoft.com/office/drawing/2010/main">
          <a:xfrm>
            <a:off x="8080054" y="4907697"/>
            <a:ext cx="130215" cy="1480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38" h="19755" fill="norm" stroke="1" extrusionOk="0">
                <a:moveTo>
                  <a:pt x="18979" y="12676"/>
                </a:moveTo>
                <a:cubicBezTo>
                  <a:pt x="18304" y="17346"/>
                  <a:pt x="13579" y="20265"/>
                  <a:pt x="8516" y="19681"/>
                </a:cubicBezTo>
                <a:cubicBezTo>
                  <a:pt x="8179" y="19681"/>
                  <a:pt x="8179" y="19681"/>
                  <a:pt x="8179" y="19681"/>
                </a:cubicBezTo>
                <a:cubicBezTo>
                  <a:pt x="3117" y="19097"/>
                  <a:pt x="-596" y="15011"/>
                  <a:pt x="79" y="10633"/>
                </a:cubicBezTo>
                <a:cubicBezTo>
                  <a:pt x="1429" y="3043"/>
                  <a:pt x="1429" y="3043"/>
                  <a:pt x="1429" y="3043"/>
                </a:cubicBezTo>
                <a:cubicBezTo>
                  <a:pt x="2104" y="-1335"/>
                  <a:pt x="6154" y="124"/>
                  <a:pt x="11217" y="708"/>
                </a:cubicBezTo>
                <a:cubicBezTo>
                  <a:pt x="11554" y="708"/>
                  <a:pt x="11554" y="708"/>
                  <a:pt x="11554" y="708"/>
                </a:cubicBezTo>
                <a:cubicBezTo>
                  <a:pt x="16617" y="1292"/>
                  <a:pt x="21004" y="708"/>
                  <a:pt x="19992" y="5379"/>
                </a:cubicBezTo>
                <a:lnTo>
                  <a:pt x="18979" y="12676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" name="Freeform 11"/>
          <p:cNvSpPr/>
          <p:nvPr/>
        </p:nvSpPr>
        <p:spPr xmlns:m="http://schemas.openxmlformats.org/officeDocument/2006/math" xmlns:a14="http://schemas.microsoft.com/office/drawing/2010/main">
          <a:xfrm>
            <a:off x="8061918" y="4959589"/>
            <a:ext cx="152361" cy="146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125" y="21600"/>
                </a:moveTo>
                <a:lnTo>
                  <a:pt x="0" y="19017"/>
                </a:lnTo>
                <a:lnTo>
                  <a:pt x="2475" y="0"/>
                </a:lnTo>
                <a:lnTo>
                  <a:pt x="21600" y="2583"/>
                </a:lnTo>
                <a:lnTo>
                  <a:pt x="19125" y="216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2" name="Freeform 12"/>
          <p:cNvSpPr/>
          <p:nvPr/>
        </p:nvSpPr>
        <p:spPr xmlns:m="http://schemas.openxmlformats.org/officeDocument/2006/math" xmlns:a14="http://schemas.microsoft.com/office/drawing/2010/main">
          <a:xfrm>
            <a:off x="8050809" y="5506499"/>
            <a:ext cx="46028" cy="563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5977" fill="norm" stroke="1" extrusionOk="0">
                <a:moveTo>
                  <a:pt x="0" y="1183"/>
                </a:moveTo>
                <a:cubicBezTo>
                  <a:pt x="0" y="1183"/>
                  <a:pt x="3086" y="11057"/>
                  <a:pt x="5143" y="14143"/>
                </a:cubicBezTo>
                <a:cubicBezTo>
                  <a:pt x="6171" y="16611"/>
                  <a:pt x="9257" y="19080"/>
                  <a:pt x="21600" y="3651"/>
                </a:cubicBezTo>
                <a:cubicBezTo>
                  <a:pt x="21600" y="3651"/>
                  <a:pt x="13371" y="-2520"/>
                  <a:pt x="0" y="1183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3" name="Freeform 13"/>
          <p:cNvSpPr/>
          <p:nvPr/>
        </p:nvSpPr>
        <p:spPr xmlns:m="http://schemas.openxmlformats.org/officeDocument/2006/math" xmlns:a14="http://schemas.microsoft.com/office/drawing/2010/main">
          <a:xfrm>
            <a:off x="8187300" y="4997679"/>
            <a:ext cx="41265" cy="2646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40" fill="norm" stroke="1" extrusionOk="0">
                <a:moveTo>
                  <a:pt x="4547" y="0"/>
                </a:moveTo>
                <a:cubicBezTo>
                  <a:pt x="4547" y="0"/>
                  <a:pt x="20463" y="1770"/>
                  <a:pt x="21600" y="2833"/>
                </a:cubicBezTo>
                <a:cubicBezTo>
                  <a:pt x="21600" y="3718"/>
                  <a:pt x="7958" y="20361"/>
                  <a:pt x="7958" y="20361"/>
                </a:cubicBezTo>
                <a:cubicBezTo>
                  <a:pt x="7958" y="20361"/>
                  <a:pt x="9095" y="21600"/>
                  <a:pt x="0" y="21423"/>
                </a:cubicBezTo>
                <a:cubicBezTo>
                  <a:pt x="11368" y="7613"/>
                  <a:pt x="11368" y="7613"/>
                  <a:pt x="11368" y="7613"/>
                </a:cubicBezTo>
                <a:cubicBezTo>
                  <a:pt x="5684" y="6020"/>
                  <a:pt x="5684" y="6020"/>
                  <a:pt x="5684" y="6020"/>
                </a:cubicBezTo>
                <a:cubicBezTo>
                  <a:pt x="4547" y="0"/>
                  <a:pt x="4547" y="0"/>
                  <a:pt x="4547" y="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4" name="Freeform 20"/>
          <p:cNvSpPr/>
          <p:nvPr/>
        </p:nvSpPr>
        <p:spPr xmlns:m="http://schemas.openxmlformats.org/officeDocument/2006/math" xmlns:a14="http://schemas.microsoft.com/office/drawing/2010/main">
          <a:xfrm>
            <a:off x="6338235" y="2756712"/>
            <a:ext cx="396471" cy="5009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7927" h="21507" fill="norm" stroke="1" extrusionOk="0">
                <a:moveTo>
                  <a:pt x="14279" y="20945"/>
                </a:moveTo>
                <a:cubicBezTo>
                  <a:pt x="15364" y="20665"/>
                  <a:pt x="16350" y="20291"/>
                  <a:pt x="17139" y="19823"/>
                </a:cubicBezTo>
                <a:cubicBezTo>
                  <a:pt x="19309" y="18327"/>
                  <a:pt x="16547" y="14681"/>
                  <a:pt x="14279" y="12343"/>
                </a:cubicBezTo>
                <a:cubicBezTo>
                  <a:pt x="14279" y="14026"/>
                  <a:pt x="14279" y="14026"/>
                  <a:pt x="14279" y="14026"/>
                </a:cubicBezTo>
                <a:cubicBezTo>
                  <a:pt x="15462" y="15148"/>
                  <a:pt x="16745" y="16551"/>
                  <a:pt x="16646" y="17766"/>
                </a:cubicBezTo>
                <a:cubicBezTo>
                  <a:pt x="16646" y="18795"/>
                  <a:pt x="15462" y="19356"/>
                  <a:pt x="14279" y="19543"/>
                </a:cubicBezTo>
                <a:cubicBezTo>
                  <a:pt x="14279" y="20945"/>
                  <a:pt x="14279" y="20945"/>
                  <a:pt x="14279" y="20945"/>
                </a:cubicBezTo>
                <a:close/>
                <a:moveTo>
                  <a:pt x="14279" y="18982"/>
                </a:moveTo>
                <a:cubicBezTo>
                  <a:pt x="14279" y="14681"/>
                  <a:pt x="14279" y="14681"/>
                  <a:pt x="14279" y="14681"/>
                </a:cubicBezTo>
                <a:cubicBezTo>
                  <a:pt x="14969" y="15616"/>
                  <a:pt x="15660" y="16738"/>
                  <a:pt x="15561" y="17486"/>
                </a:cubicBezTo>
                <a:cubicBezTo>
                  <a:pt x="15462" y="18140"/>
                  <a:pt x="14969" y="18608"/>
                  <a:pt x="14279" y="18982"/>
                </a:cubicBezTo>
                <a:close/>
                <a:moveTo>
                  <a:pt x="12109" y="10473"/>
                </a:moveTo>
                <a:cubicBezTo>
                  <a:pt x="12109" y="10473"/>
                  <a:pt x="11616" y="10192"/>
                  <a:pt x="11616" y="9164"/>
                </a:cubicBezTo>
                <a:cubicBezTo>
                  <a:pt x="11616" y="8416"/>
                  <a:pt x="11616" y="5236"/>
                  <a:pt x="11616" y="4114"/>
                </a:cubicBezTo>
                <a:cubicBezTo>
                  <a:pt x="11912" y="4021"/>
                  <a:pt x="12109" y="3740"/>
                  <a:pt x="12109" y="3460"/>
                </a:cubicBezTo>
                <a:cubicBezTo>
                  <a:pt x="12306" y="3460"/>
                  <a:pt x="12306" y="3460"/>
                  <a:pt x="12306" y="3460"/>
                </a:cubicBezTo>
                <a:cubicBezTo>
                  <a:pt x="12306" y="1309"/>
                  <a:pt x="12306" y="1309"/>
                  <a:pt x="12306" y="1309"/>
                </a:cubicBezTo>
                <a:cubicBezTo>
                  <a:pt x="12109" y="1309"/>
                  <a:pt x="12109" y="1309"/>
                  <a:pt x="12109" y="1309"/>
                </a:cubicBezTo>
                <a:cubicBezTo>
                  <a:pt x="12109" y="1309"/>
                  <a:pt x="12109" y="1216"/>
                  <a:pt x="12109" y="1216"/>
                </a:cubicBezTo>
                <a:cubicBezTo>
                  <a:pt x="12109" y="561"/>
                  <a:pt x="10728" y="0"/>
                  <a:pt x="8953" y="0"/>
                </a:cubicBezTo>
                <a:cubicBezTo>
                  <a:pt x="7079" y="0"/>
                  <a:pt x="5698" y="561"/>
                  <a:pt x="5698" y="1216"/>
                </a:cubicBezTo>
                <a:cubicBezTo>
                  <a:pt x="5698" y="1216"/>
                  <a:pt x="5698" y="1309"/>
                  <a:pt x="5698" y="1309"/>
                </a:cubicBezTo>
                <a:cubicBezTo>
                  <a:pt x="5599" y="1309"/>
                  <a:pt x="5599" y="1309"/>
                  <a:pt x="5599" y="1309"/>
                </a:cubicBezTo>
                <a:cubicBezTo>
                  <a:pt x="5599" y="3460"/>
                  <a:pt x="5599" y="3460"/>
                  <a:pt x="5599" y="3460"/>
                </a:cubicBezTo>
                <a:cubicBezTo>
                  <a:pt x="5698" y="3460"/>
                  <a:pt x="5698" y="3460"/>
                  <a:pt x="5698" y="3460"/>
                </a:cubicBezTo>
                <a:cubicBezTo>
                  <a:pt x="5698" y="3740"/>
                  <a:pt x="5994" y="4021"/>
                  <a:pt x="6586" y="4208"/>
                </a:cubicBezTo>
                <a:cubicBezTo>
                  <a:pt x="6586" y="5236"/>
                  <a:pt x="6586" y="8416"/>
                  <a:pt x="6586" y="9164"/>
                </a:cubicBezTo>
                <a:cubicBezTo>
                  <a:pt x="6586" y="10192"/>
                  <a:pt x="5895" y="10473"/>
                  <a:pt x="5895" y="10473"/>
                </a:cubicBezTo>
                <a:cubicBezTo>
                  <a:pt x="4712" y="11127"/>
                  <a:pt x="-2291" y="17766"/>
                  <a:pt x="767" y="19823"/>
                </a:cubicBezTo>
                <a:cubicBezTo>
                  <a:pt x="3430" y="21600"/>
                  <a:pt x="8065" y="21506"/>
                  <a:pt x="8953" y="21506"/>
                </a:cubicBezTo>
                <a:cubicBezTo>
                  <a:pt x="9643" y="21506"/>
                  <a:pt x="12010" y="21506"/>
                  <a:pt x="14279" y="20945"/>
                </a:cubicBezTo>
                <a:cubicBezTo>
                  <a:pt x="14279" y="19543"/>
                  <a:pt x="14279" y="19543"/>
                  <a:pt x="14279" y="19543"/>
                </a:cubicBezTo>
                <a:cubicBezTo>
                  <a:pt x="13095" y="19823"/>
                  <a:pt x="11912" y="19823"/>
                  <a:pt x="11912" y="19823"/>
                </a:cubicBezTo>
                <a:cubicBezTo>
                  <a:pt x="11912" y="19823"/>
                  <a:pt x="11912" y="19823"/>
                  <a:pt x="11912" y="19823"/>
                </a:cubicBezTo>
                <a:cubicBezTo>
                  <a:pt x="11912" y="19823"/>
                  <a:pt x="13293" y="19636"/>
                  <a:pt x="14279" y="18982"/>
                </a:cubicBezTo>
                <a:cubicBezTo>
                  <a:pt x="14279" y="14681"/>
                  <a:pt x="14279" y="14681"/>
                  <a:pt x="14279" y="14681"/>
                </a:cubicBezTo>
                <a:cubicBezTo>
                  <a:pt x="13391" y="13465"/>
                  <a:pt x="12405" y="12530"/>
                  <a:pt x="12405" y="12530"/>
                </a:cubicBezTo>
                <a:cubicBezTo>
                  <a:pt x="12405" y="12530"/>
                  <a:pt x="13293" y="13184"/>
                  <a:pt x="14279" y="14026"/>
                </a:cubicBezTo>
                <a:cubicBezTo>
                  <a:pt x="14279" y="12343"/>
                  <a:pt x="14279" y="12343"/>
                  <a:pt x="14279" y="12343"/>
                </a:cubicBezTo>
                <a:cubicBezTo>
                  <a:pt x="13391" y="11408"/>
                  <a:pt x="12504" y="10660"/>
                  <a:pt x="12109" y="10473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5" name="Oval 21"/>
          <p:cNvSpPr/>
          <p:nvPr/>
        </p:nvSpPr>
        <p:spPr xmlns:m="http://schemas.openxmlformats.org/officeDocument/2006/math" xmlns:a14="http://schemas.microsoft.com/office/drawing/2010/main">
          <a:xfrm>
            <a:off x="9336351" y="2639267"/>
            <a:ext cx="141253" cy="141253"/>
          </a:xfrm>
          <a:prstGeom prst="ellipse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6" name="Freeform 22"/>
          <p:cNvSpPr/>
          <p:nvPr/>
        </p:nvSpPr>
        <p:spPr xmlns:m="http://schemas.openxmlformats.org/officeDocument/2006/math" xmlns:a14="http://schemas.microsoft.com/office/drawing/2010/main">
          <a:xfrm>
            <a:off x="9387136" y="2744016"/>
            <a:ext cx="215839" cy="4634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82" h="21600" fill="norm" stroke="1" extrusionOk="0">
                <a:moveTo>
                  <a:pt x="0" y="608"/>
                </a:moveTo>
                <a:cubicBezTo>
                  <a:pt x="0" y="710"/>
                  <a:pt x="14400" y="18659"/>
                  <a:pt x="14400" y="18659"/>
                </a:cubicBezTo>
                <a:cubicBezTo>
                  <a:pt x="14400" y="18659"/>
                  <a:pt x="20329" y="21600"/>
                  <a:pt x="20965" y="21600"/>
                </a:cubicBezTo>
                <a:cubicBezTo>
                  <a:pt x="21600" y="21600"/>
                  <a:pt x="4871" y="0"/>
                  <a:pt x="4871" y="0"/>
                </a:cubicBezTo>
                <a:lnTo>
                  <a:pt x="0" y="608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/>
            </a:pPr>
          </a:p>
        </p:txBody>
      </p:sp>
      <p:sp>
        <p:nvSpPr>
          <p:cNvPr id="17" name="Freeform 23"/>
          <p:cNvSpPr/>
          <p:nvPr/>
        </p:nvSpPr>
        <p:spPr xmlns:m="http://schemas.openxmlformats.org/officeDocument/2006/math" xmlns:a14="http://schemas.microsoft.com/office/drawing/2010/main">
          <a:xfrm>
            <a:off x="9191925" y="2744017"/>
            <a:ext cx="238064" cy="4570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56" y="1050"/>
                </a:moveTo>
                <a:lnTo>
                  <a:pt x="5760" y="18600"/>
                </a:lnTo>
                <a:lnTo>
                  <a:pt x="0" y="21600"/>
                </a:lnTo>
                <a:lnTo>
                  <a:pt x="1584" y="17475"/>
                </a:lnTo>
                <a:lnTo>
                  <a:pt x="16848" y="0"/>
                </a:lnTo>
                <a:lnTo>
                  <a:pt x="21600" y="825"/>
                </a:lnTo>
                <a:lnTo>
                  <a:pt x="21456" y="105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8" name="Freeform 24"/>
          <p:cNvSpPr/>
          <p:nvPr/>
        </p:nvSpPr>
        <p:spPr xmlns:m="http://schemas.openxmlformats.org/officeDocument/2006/math" xmlns:a14="http://schemas.microsoft.com/office/drawing/2010/main">
          <a:xfrm>
            <a:off x="9399833" y="2588480"/>
            <a:ext cx="25394" cy="793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8000"/>
                </a:moveTo>
                <a:cubicBezTo>
                  <a:pt x="21600" y="19800"/>
                  <a:pt x="18000" y="21600"/>
                  <a:pt x="10800" y="21600"/>
                </a:cubicBezTo>
                <a:cubicBezTo>
                  <a:pt x="5400" y="21600"/>
                  <a:pt x="0" y="19800"/>
                  <a:pt x="0" y="18000"/>
                </a:cubicBezTo>
                <a:cubicBezTo>
                  <a:pt x="0" y="3600"/>
                  <a:pt x="0" y="3600"/>
                  <a:pt x="0" y="3600"/>
                </a:cubicBezTo>
                <a:cubicBezTo>
                  <a:pt x="0" y="1800"/>
                  <a:pt x="5400" y="0"/>
                  <a:pt x="10800" y="0"/>
                </a:cubicBezTo>
                <a:cubicBezTo>
                  <a:pt x="18000" y="0"/>
                  <a:pt x="21600" y="1800"/>
                  <a:pt x="21600" y="3600"/>
                </a:cubicBezTo>
                <a:lnTo>
                  <a:pt x="21600" y="180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9" name="Freeform 25"/>
          <p:cNvSpPr/>
          <p:nvPr/>
        </p:nvSpPr>
        <p:spPr xmlns:m="http://schemas.openxmlformats.org/officeDocument/2006/math" xmlns:a14="http://schemas.microsoft.com/office/drawing/2010/main">
          <a:xfrm>
            <a:off x="8263480" y="2247259"/>
            <a:ext cx="225368" cy="6094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695" y="21600"/>
                </a:moveTo>
                <a:cubicBezTo>
                  <a:pt x="16777" y="21600"/>
                  <a:pt x="21600" y="16740"/>
                  <a:pt x="21600" y="10800"/>
                </a:cubicBezTo>
                <a:cubicBezTo>
                  <a:pt x="21600" y="4783"/>
                  <a:pt x="16777" y="0"/>
                  <a:pt x="10695" y="0"/>
                </a:cubicBezTo>
                <a:cubicBezTo>
                  <a:pt x="10695" y="1697"/>
                  <a:pt x="10695" y="1697"/>
                  <a:pt x="10695" y="1697"/>
                </a:cubicBezTo>
                <a:cubicBezTo>
                  <a:pt x="15728" y="1697"/>
                  <a:pt x="19713" y="5786"/>
                  <a:pt x="19713" y="10800"/>
                </a:cubicBezTo>
                <a:cubicBezTo>
                  <a:pt x="19713" y="15737"/>
                  <a:pt x="15728" y="19826"/>
                  <a:pt x="10695" y="19826"/>
                </a:cubicBezTo>
                <a:lnTo>
                  <a:pt x="10695" y="21600"/>
                </a:lnTo>
                <a:close/>
                <a:moveTo>
                  <a:pt x="10695" y="0"/>
                </a:moveTo>
                <a:cubicBezTo>
                  <a:pt x="4823" y="0"/>
                  <a:pt x="0" y="4783"/>
                  <a:pt x="0" y="10800"/>
                </a:cubicBezTo>
                <a:cubicBezTo>
                  <a:pt x="0" y="16740"/>
                  <a:pt x="4823" y="21600"/>
                  <a:pt x="10695" y="21600"/>
                </a:cubicBezTo>
                <a:cubicBezTo>
                  <a:pt x="10695" y="21600"/>
                  <a:pt x="10695" y="21600"/>
                  <a:pt x="10695" y="21600"/>
                </a:cubicBezTo>
                <a:cubicBezTo>
                  <a:pt x="10695" y="19826"/>
                  <a:pt x="10695" y="19826"/>
                  <a:pt x="10695" y="19826"/>
                </a:cubicBezTo>
                <a:cubicBezTo>
                  <a:pt x="10695" y="19826"/>
                  <a:pt x="10695" y="19826"/>
                  <a:pt x="10695" y="19826"/>
                </a:cubicBezTo>
                <a:cubicBezTo>
                  <a:pt x="10695" y="19826"/>
                  <a:pt x="10695" y="19826"/>
                  <a:pt x="10695" y="19826"/>
                </a:cubicBezTo>
                <a:cubicBezTo>
                  <a:pt x="5662" y="19826"/>
                  <a:pt x="1678" y="15737"/>
                  <a:pt x="1678" y="10800"/>
                </a:cubicBezTo>
                <a:cubicBezTo>
                  <a:pt x="1678" y="5786"/>
                  <a:pt x="5662" y="1697"/>
                  <a:pt x="10695" y="1697"/>
                </a:cubicBezTo>
                <a:cubicBezTo>
                  <a:pt x="10695" y="1697"/>
                  <a:pt x="10695" y="1697"/>
                  <a:pt x="10695" y="1697"/>
                </a:cubicBezTo>
                <a:cubicBezTo>
                  <a:pt x="10695" y="0"/>
                  <a:pt x="10695" y="0"/>
                  <a:pt x="10695" y="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0" name="Freeform 26"/>
          <p:cNvSpPr/>
          <p:nvPr/>
        </p:nvSpPr>
        <p:spPr xmlns:m="http://schemas.openxmlformats.org/officeDocument/2006/math" xmlns:a14="http://schemas.microsoft.com/office/drawing/2010/main">
          <a:xfrm>
            <a:off x="8069854" y="2439294"/>
            <a:ext cx="611030" cy="2237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905"/>
                </a:moveTo>
                <a:cubicBezTo>
                  <a:pt x="21600" y="4823"/>
                  <a:pt x="16740" y="0"/>
                  <a:pt x="10800" y="0"/>
                </a:cubicBezTo>
                <a:cubicBezTo>
                  <a:pt x="10800" y="1678"/>
                  <a:pt x="10800" y="1678"/>
                  <a:pt x="10800" y="1678"/>
                </a:cubicBezTo>
                <a:cubicBezTo>
                  <a:pt x="15814" y="1678"/>
                  <a:pt x="19826" y="5872"/>
                  <a:pt x="19826" y="10905"/>
                </a:cubicBezTo>
                <a:cubicBezTo>
                  <a:pt x="19826" y="15728"/>
                  <a:pt x="15814" y="19922"/>
                  <a:pt x="10800" y="19922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6740" y="21600"/>
                  <a:pt x="21600" y="16777"/>
                  <a:pt x="21600" y="10905"/>
                </a:cubicBezTo>
                <a:close/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4860" y="0"/>
                  <a:pt x="0" y="4823"/>
                  <a:pt x="0" y="10905"/>
                </a:cubicBezTo>
                <a:cubicBezTo>
                  <a:pt x="0" y="16777"/>
                  <a:pt x="4860" y="21600"/>
                  <a:pt x="10800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19922"/>
                  <a:pt x="10800" y="19922"/>
                  <a:pt x="10800" y="19922"/>
                </a:cubicBezTo>
                <a:cubicBezTo>
                  <a:pt x="10800" y="19922"/>
                  <a:pt x="10800" y="19922"/>
                  <a:pt x="10800" y="19922"/>
                </a:cubicBezTo>
                <a:cubicBezTo>
                  <a:pt x="5786" y="19922"/>
                  <a:pt x="1774" y="15728"/>
                  <a:pt x="1774" y="10905"/>
                </a:cubicBezTo>
                <a:cubicBezTo>
                  <a:pt x="1774" y="10905"/>
                  <a:pt x="1774" y="10905"/>
                  <a:pt x="1774" y="10905"/>
                </a:cubicBezTo>
                <a:cubicBezTo>
                  <a:pt x="1774" y="5872"/>
                  <a:pt x="5786" y="1678"/>
                  <a:pt x="10800" y="1678"/>
                </a:cubicBezTo>
                <a:cubicBezTo>
                  <a:pt x="10800" y="1678"/>
                  <a:pt x="10800" y="1678"/>
                  <a:pt x="10800" y="1678"/>
                </a:cubicBezTo>
                <a:lnTo>
                  <a:pt x="1080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1" name="Freeform 27"/>
          <p:cNvSpPr/>
          <p:nvPr/>
        </p:nvSpPr>
        <p:spPr xmlns:m="http://schemas.openxmlformats.org/officeDocument/2006/math" xmlns:a14="http://schemas.microsoft.com/office/drawing/2010/main">
          <a:xfrm>
            <a:off x="8145419" y="2321191"/>
            <a:ext cx="459925" cy="4592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142" h="19903" fill="norm" stroke="1" extrusionOk="0">
                <a:moveTo>
                  <a:pt x="18556" y="643"/>
                </a:moveTo>
                <a:cubicBezTo>
                  <a:pt x="17104" y="-866"/>
                  <a:pt x="13474" y="360"/>
                  <a:pt x="9571" y="3473"/>
                </a:cubicBezTo>
                <a:cubicBezTo>
                  <a:pt x="9571" y="4510"/>
                  <a:pt x="9571" y="4510"/>
                  <a:pt x="9571" y="4510"/>
                </a:cubicBezTo>
                <a:cubicBezTo>
                  <a:pt x="12838" y="1964"/>
                  <a:pt x="15924" y="926"/>
                  <a:pt x="17104" y="2152"/>
                </a:cubicBezTo>
                <a:cubicBezTo>
                  <a:pt x="18647" y="3756"/>
                  <a:pt x="16468" y="8472"/>
                  <a:pt x="12384" y="12811"/>
                </a:cubicBezTo>
                <a:cubicBezTo>
                  <a:pt x="11477" y="13754"/>
                  <a:pt x="10479" y="14603"/>
                  <a:pt x="9571" y="15358"/>
                </a:cubicBezTo>
                <a:cubicBezTo>
                  <a:pt x="9571" y="16395"/>
                  <a:pt x="9571" y="16395"/>
                  <a:pt x="9571" y="16395"/>
                </a:cubicBezTo>
                <a:cubicBezTo>
                  <a:pt x="10660" y="15546"/>
                  <a:pt x="11840" y="14509"/>
                  <a:pt x="12929" y="13377"/>
                </a:cubicBezTo>
                <a:cubicBezTo>
                  <a:pt x="17830" y="8189"/>
                  <a:pt x="20371" y="2530"/>
                  <a:pt x="18556" y="643"/>
                </a:cubicBezTo>
                <a:close/>
                <a:moveTo>
                  <a:pt x="9571" y="3473"/>
                </a:moveTo>
                <a:cubicBezTo>
                  <a:pt x="8482" y="4322"/>
                  <a:pt x="7393" y="5359"/>
                  <a:pt x="6304" y="6491"/>
                </a:cubicBezTo>
                <a:cubicBezTo>
                  <a:pt x="1312" y="11679"/>
                  <a:pt x="-1229" y="17338"/>
                  <a:pt x="586" y="19319"/>
                </a:cubicBezTo>
                <a:cubicBezTo>
                  <a:pt x="2038" y="20734"/>
                  <a:pt x="5668" y="19508"/>
                  <a:pt x="9571" y="16395"/>
                </a:cubicBezTo>
                <a:cubicBezTo>
                  <a:pt x="9571" y="15358"/>
                  <a:pt x="9571" y="15358"/>
                  <a:pt x="9571" y="15358"/>
                </a:cubicBezTo>
                <a:cubicBezTo>
                  <a:pt x="6304" y="17904"/>
                  <a:pt x="3218" y="19036"/>
                  <a:pt x="2038" y="17716"/>
                </a:cubicBezTo>
                <a:cubicBezTo>
                  <a:pt x="2038" y="17716"/>
                  <a:pt x="2038" y="17716"/>
                  <a:pt x="2038" y="17716"/>
                </a:cubicBezTo>
                <a:cubicBezTo>
                  <a:pt x="495" y="16206"/>
                  <a:pt x="2674" y="11396"/>
                  <a:pt x="6848" y="7057"/>
                </a:cubicBezTo>
                <a:cubicBezTo>
                  <a:pt x="7756" y="6114"/>
                  <a:pt x="8663" y="5265"/>
                  <a:pt x="9571" y="4510"/>
                </a:cubicBezTo>
                <a:lnTo>
                  <a:pt x="9571" y="3473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2" name="Freeform 28"/>
          <p:cNvSpPr/>
          <p:nvPr/>
        </p:nvSpPr>
        <p:spPr xmlns:m="http://schemas.openxmlformats.org/officeDocument/2006/math" xmlns:a14="http://schemas.microsoft.com/office/drawing/2010/main">
          <a:xfrm>
            <a:off x="8145419" y="2321191"/>
            <a:ext cx="459925" cy="4592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142" h="19903" fill="norm" stroke="1" extrusionOk="0">
                <a:moveTo>
                  <a:pt x="18556" y="19319"/>
                </a:moveTo>
                <a:cubicBezTo>
                  <a:pt x="20371" y="17338"/>
                  <a:pt x="17830" y="11679"/>
                  <a:pt x="12929" y="6491"/>
                </a:cubicBezTo>
                <a:cubicBezTo>
                  <a:pt x="11840" y="5359"/>
                  <a:pt x="10660" y="4322"/>
                  <a:pt x="9571" y="3473"/>
                </a:cubicBezTo>
                <a:cubicBezTo>
                  <a:pt x="9571" y="4510"/>
                  <a:pt x="9571" y="4510"/>
                  <a:pt x="9571" y="4510"/>
                </a:cubicBezTo>
                <a:cubicBezTo>
                  <a:pt x="10479" y="5265"/>
                  <a:pt x="11477" y="6114"/>
                  <a:pt x="12384" y="7057"/>
                </a:cubicBezTo>
                <a:cubicBezTo>
                  <a:pt x="16468" y="11396"/>
                  <a:pt x="18647" y="16206"/>
                  <a:pt x="17104" y="17716"/>
                </a:cubicBezTo>
                <a:cubicBezTo>
                  <a:pt x="15924" y="19036"/>
                  <a:pt x="12838" y="17904"/>
                  <a:pt x="9571" y="15358"/>
                </a:cubicBezTo>
                <a:cubicBezTo>
                  <a:pt x="9571" y="16395"/>
                  <a:pt x="9571" y="16395"/>
                  <a:pt x="9571" y="16395"/>
                </a:cubicBezTo>
                <a:cubicBezTo>
                  <a:pt x="13474" y="19508"/>
                  <a:pt x="17104" y="20734"/>
                  <a:pt x="18556" y="19319"/>
                </a:cubicBezTo>
                <a:close/>
                <a:moveTo>
                  <a:pt x="9571" y="3473"/>
                </a:moveTo>
                <a:cubicBezTo>
                  <a:pt x="5668" y="360"/>
                  <a:pt x="2038" y="-866"/>
                  <a:pt x="586" y="643"/>
                </a:cubicBezTo>
                <a:cubicBezTo>
                  <a:pt x="-1229" y="2530"/>
                  <a:pt x="1312" y="8189"/>
                  <a:pt x="6304" y="13377"/>
                </a:cubicBezTo>
                <a:cubicBezTo>
                  <a:pt x="7393" y="14509"/>
                  <a:pt x="8482" y="15546"/>
                  <a:pt x="9571" y="16395"/>
                </a:cubicBezTo>
                <a:cubicBezTo>
                  <a:pt x="9571" y="15358"/>
                  <a:pt x="9571" y="15358"/>
                  <a:pt x="9571" y="15358"/>
                </a:cubicBezTo>
                <a:cubicBezTo>
                  <a:pt x="8663" y="14603"/>
                  <a:pt x="7756" y="13754"/>
                  <a:pt x="6848" y="12811"/>
                </a:cubicBezTo>
                <a:cubicBezTo>
                  <a:pt x="2674" y="8472"/>
                  <a:pt x="495" y="3756"/>
                  <a:pt x="2038" y="2152"/>
                </a:cubicBezTo>
                <a:cubicBezTo>
                  <a:pt x="2038" y="2152"/>
                  <a:pt x="2038" y="2152"/>
                  <a:pt x="2038" y="2152"/>
                </a:cubicBezTo>
                <a:cubicBezTo>
                  <a:pt x="3218" y="926"/>
                  <a:pt x="6304" y="1964"/>
                  <a:pt x="9571" y="4510"/>
                </a:cubicBezTo>
                <a:lnTo>
                  <a:pt x="9571" y="3473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3" name="Oval 29"/>
          <p:cNvSpPr/>
          <p:nvPr/>
        </p:nvSpPr>
        <p:spPr xmlns:m="http://schemas.openxmlformats.org/officeDocument/2006/math" xmlns:a14="http://schemas.microsoft.com/office/drawing/2010/main">
          <a:xfrm>
            <a:off x="8330138" y="2504366"/>
            <a:ext cx="93641" cy="93641"/>
          </a:xfrm>
          <a:prstGeom prst="ellipse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4" name="Freeform 30"/>
          <p:cNvSpPr/>
          <p:nvPr/>
        </p:nvSpPr>
        <p:spPr xmlns:m="http://schemas.openxmlformats.org/officeDocument/2006/math" xmlns:a14="http://schemas.microsoft.com/office/drawing/2010/main">
          <a:xfrm>
            <a:off x="9049087" y="2074266"/>
            <a:ext cx="257109" cy="487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933" y="21600"/>
                </a:moveTo>
                <a:lnTo>
                  <a:pt x="21600" y="21600"/>
                </a:lnTo>
                <a:lnTo>
                  <a:pt x="8933" y="8936"/>
                </a:lnTo>
                <a:lnTo>
                  <a:pt x="8933" y="13579"/>
                </a:lnTo>
                <a:lnTo>
                  <a:pt x="14667" y="18786"/>
                </a:lnTo>
                <a:lnTo>
                  <a:pt x="8933" y="18786"/>
                </a:lnTo>
                <a:lnTo>
                  <a:pt x="8933" y="21600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8933" y="21600"/>
                </a:lnTo>
                <a:lnTo>
                  <a:pt x="8933" y="18786"/>
                </a:lnTo>
                <a:lnTo>
                  <a:pt x="3200" y="18786"/>
                </a:lnTo>
                <a:lnTo>
                  <a:pt x="3200" y="8443"/>
                </a:lnTo>
                <a:lnTo>
                  <a:pt x="8933" y="13579"/>
                </a:lnTo>
                <a:lnTo>
                  <a:pt x="8933" y="8936"/>
                </a:lnTo>
                <a:lnTo>
                  <a:pt x="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5" name="Rectangle 31"/>
          <p:cNvSpPr/>
          <p:nvPr/>
        </p:nvSpPr>
        <p:spPr xmlns:m="http://schemas.openxmlformats.org/officeDocument/2006/math" xmlns:a14="http://schemas.microsoft.com/office/drawing/2010/main">
          <a:xfrm>
            <a:off x="8920533" y="2072678"/>
            <a:ext cx="65071" cy="474540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6" name="Freeform 32"/>
          <p:cNvSpPr/>
          <p:nvPr/>
        </p:nvSpPr>
        <p:spPr xmlns:m="http://schemas.openxmlformats.org/officeDocument/2006/math" xmlns:a14="http://schemas.microsoft.com/office/drawing/2010/main">
          <a:xfrm>
            <a:off x="6849868" y="4470781"/>
            <a:ext cx="514801" cy="4018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792" h="21115" fill="norm" stroke="1" extrusionOk="0">
                <a:moveTo>
                  <a:pt x="19759" y="11468"/>
                </a:moveTo>
                <a:cubicBezTo>
                  <a:pt x="20178" y="6439"/>
                  <a:pt x="16411" y="3125"/>
                  <a:pt x="16411" y="3125"/>
                </a:cubicBezTo>
                <a:cubicBezTo>
                  <a:pt x="16159" y="3011"/>
                  <a:pt x="15908" y="2782"/>
                  <a:pt x="15657" y="2668"/>
                </a:cubicBezTo>
                <a:cubicBezTo>
                  <a:pt x="15657" y="7468"/>
                  <a:pt x="15657" y="7468"/>
                  <a:pt x="15657" y="7468"/>
                </a:cubicBezTo>
                <a:cubicBezTo>
                  <a:pt x="15992" y="7468"/>
                  <a:pt x="16327" y="7582"/>
                  <a:pt x="16662" y="7811"/>
                </a:cubicBezTo>
                <a:cubicBezTo>
                  <a:pt x="17834" y="8611"/>
                  <a:pt x="18252" y="10439"/>
                  <a:pt x="17666" y="12039"/>
                </a:cubicBezTo>
                <a:cubicBezTo>
                  <a:pt x="17331" y="13182"/>
                  <a:pt x="16494" y="13868"/>
                  <a:pt x="15657" y="13868"/>
                </a:cubicBezTo>
                <a:cubicBezTo>
                  <a:pt x="15657" y="16268"/>
                  <a:pt x="15657" y="16268"/>
                  <a:pt x="15657" y="16268"/>
                </a:cubicBezTo>
                <a:cubicBezTo>
                  <a:pt x="17834" y="16039"/>
                  <a:pt x="19425" y="14896"/>
                  <a:pt x="19759" y="11468"/>
                </a:cubicBezTo>
                <a:close/>
                <a:moveTo>
                  <a:pt x="15657" y="2668"/>
                </a:moveTo>
                <a:cubicBezTo>
                  <a:pt x="11638" y="153"/>
                  <a:pt x="8541" y="-418"/>
                  <a:pt x="6197" y="268"/>
                </a:cubicBezTo>
                <a:cubicBezTo>
                  <a:pt x="6197" y="1182"/>
                  <a:pt x="6197" y="1182"/>
                  <a:pt x="6197" y="1182"/>
                </a:cubicBezTo>
                <a:cubicBezTo>
                  <a:pt x="6364" y="1182"/>
                  <a:pt x="6531" y="1182"/>
                  <a:pt x="6699" y="1296"/>
                </a:cubicBezTo>
                <a:cubicBezTo>
                  <a:pt x="6699" y="1296"/>
                  <a:pt x="6699" y="1296"/>
                  <a:pt x="6699" y="1296"/>
                </a:cubicBezTo>
                <a:cubicBezTo>
                  <a:pt x="7285" y="1753"/>
                  <a:pt x="7536" y="2668"/>
                  <a:pt x="7201" y="3468"/>
                </a:cubicBezTo>
                <a:cubicBezTo>
                  <a:pt x="7034" y="4039"/>
                  <a:pt x="6615" y="4382"/>
                  <a:pt x="6197" y="4382"/>
                </a:cubicBezTo>
                <a:cubicBezTo>
                  <a:pt x="6197" y="16268"/>
                  <a:pt x="6197" y="16268"/>
                  <a:pt x="6197" y="16268"/>
                </a:cubicBezTo>
                <a:cubicBezTo>
                  <a:pt x="6364" y="16839"/>
                  <a:pt x="6364" y="17525"/>
                  <a:pt x="6197" y="18096"/>
                </a:cubicBezTo>
                <a:cubicBezTo>
                  <a:pt x="6197" y="20725"/>
                  <a:pt x="6197" y="20725"/>
                  <a:pt x="6197" y="20725"/>
                </a:cubicBezTo>
                <a:cubicBezTo>
                  <a:pt x="8373" y="19468"/>
                  <a:pt x="10131" y="15925"/>
                  <a:pt x="12476" y="16153"/>
                </a:cubicBezTo>
                <a:cubicBezTo>
                  <a:pt x="13564" y="16382"/>
                  <a:pt x="14652" y="16382"/>
                  <a:pt x="15657" y="16268"/>
                </a:cubicBezTo>
                <a:cubicBezTo>
                  <a:pt x="15657" y="13868"/>
                  <a:pt x="15657" y="13868"/>
                  <a:pt x="15657" y="13868"/>
                </a:cubicBezTo>
                <a:cubicBezTo>
                  <a:pt x="15238" y="13868"/>
                  <a:pt x="14904" y="13753"/>
                  <a:pt x="14569" y="13525"/>
                </a:cubicBezTo>
                <a:cubicBezTo>
                  <a:pt x="14569" y="13525"/>
                  <a:pt x="14569" y="13525"/>
                  <a:pt x="14569" y="13525"/>
                </a:cubicBezTo>
                <a:cubicBezTo>
                  <a:pt x="13397" y="12725"/>
                  <a:pt x="12978" y="10782"/>
                  <a:pt x="13564" y="9182"/>
                </a:cubicBezTo>
                <a:cubicBezTo>
                  <a:pt x="13983" y="8039"/>
                  <a:pt x="14736" y="7468"/>
                  <a:pt x="15657" y="7468"/>
                </a:cubicBezTo>
                <a:lnTo>
                  <a:pt x="15657" y="2668"/>
                </a:lnTo>
                <a:close/>
                <a:moveTo>
                  <a:pt x="6197" y="268"/>
                </a:moveTo>
                <a:cubicBezTo>
                  <a:pt x="5778" y="268"/>
                  <a:pt x="5443" y="496"/>
                  <a:pt x="5108" y="611"/>
                </a:cubicBezTo>
                <a:cubicBezTo>
                  <a:pt x="5108" y="2325"/>
                  <a:pt x="5108" y="2325"/>
                  <a:pt x="5108" y="2325"/>
                </a:cubicBezTo>
                <a:cubicBezTo>
                  <a:pt x="5108" y="2211"/>
                  <a:pt x="5108" y="2096"/>
                  <a:pt x="5108" y="2096"/>
                </a:cubicBezTo>
                <a:cubicBezTo>
                  <a:pt x="5359" y="1525"/>
                  <a:pt x="5778" y="1182"/>
                  <a:pt x="6197" y="1182"/>
                </a:cubicBezTo>
                <a:cubicBezTo>
                  <a:pt x="6197" y="268"/>
                  <a:pt x="6197" y="268"/>
                  <a:pt x="6197" y="268"/>
                </a:cubicBezTo>
                <a:close/>
                <a:moveTo>
                  <a:pt x="5108" y="21068"/>
                </a:moveTo>
                <a:cubicBezTo>
                  <a:pt x="5443" y="21068"/>
                  <a:pt x="5862" y="20953"/>
                  <a:pt x="6197" y="20725"/>
                </a:cubicBezTo>
                <a:cubicBezTo>
                  <a:pt x="6197" y="18096"/>
                  <a:pt x="6197" y="18096"/>
                  <a:pt x="6197" y="18096"/>
                </a:cubicBezTo>
                <a:cubicBezTo>
                  <a:pt x="6113" y="18211"/>
                  <a:pt x="6113" y="18325"/>
                  <a:pt x="6113" y="18439"/>
                </a:cubicBezTo>
                <a:cubicBezTo>
                  <a:pt x="5862" y="19011"/>
                  <a:pt x="5527" y="19468"/>
                  <a:pt x="5108" y="19696"/>
                </a:cubicBezTo>
                <a:cubicBezTo>
                  <a:pt x="5108" y="21068"/>
                  <a:pt x="5108" y="21068"/>
                  <a:pt x="5108" y="21068"/>
                </a:cubicBezTo>
                <a:close/>
                <a:moveTo>
                  <a:pt x="6197" y="4382"/>
                </a:moveTo>
                <a:cubicBezTo>
                  <a:pt x="6197" y="16268"/>
                  <a:pt x="6197" y="16268"/>
                  <a:pt x="6197" y="16268"/>
                </a:cubicBezTo>
                <a:cubicBezTo>
                  <a:pt x="6029" y="15696"/>
                  <a:pt x="5694" y="15125"/>
                  <a:pt x="5276" y="14896"/>
                </a:cubicBezTo>
                <a:cubicBezTo>
                  <a:pt x="5192" y="14782"/>
                  <a:pt x="5108" y="14782"/>
                  <a:pt x="5108" y="14782"/>
                </a:cubicBezTo>
                <a:cubicBezTo>
                  <a:pt x="5108" y="6896"/>
                  <a:pt x="5108" y="6896"/>
                  <a:pt x="5108" y="6896"/>
                </a:cubicBezTo>
                <a:cubicBezTo>
                  <a:pt x="5192" y="6553"/>
                  <a:pt x="5192" y="6096"/>
                  <a:pt x="5108" y="5753"/>
                </a:cubicBezTo>
                <a:cubicBezTo>
                  <a:pt x="5108" y="3353"/>
                  <a:pt x="5108" y="3353"/>
                  <a:pt x="5108" y="3353"/>
                </a:cubicBezTo>
                <a:cubicBezTo>
                  <a:pt x="5192" y="3696"/>
                  <a:pt x="5359" y="4039"/>
                  <a:pt x="5611" y="4268"/>
                </a:cubicBezTo>
                <a:cubicBezTo>
                  <a:pt x="5778" y="4382"/>
                  <a:pt x="6029" y="4382"/>
                  <a:pt x="6197" y="4382"/>
                </a:cubicBezTo>
                <a:close/>
                <a:moveTo>
                  <a:pt x="5108" y="611"/>
                </a:moveTo>
                <a:cubicBezTo>
                  <a:pt x="4522" y="839"/>
                  <a:pt x="4020" y="1182"/>
                  <a:pt x="3601" y="1639"/>
                </a:cubicBezTo>
                <a:cubicBezTo>
                  <a:pt x="3601" y="4153"/>
                  <a:pt x="3601" y="4153"/>
                  <a:pt x="3601" y="4153"/>
                </a:cubicBezTo>
                <a:cubicBezTo>
                  <a:pt x="3769" y="4153"/>
                  <a:pt x="4020" y="4268"/>
                  <a:pt x="4271" y="4382"/>
                </a:cubicBezTo>
                <a:cubicBezTo>
                  <a:pt x="4690" y="4725"/>
                  <a:pt x="4941" y="5182"/>
                  <a:pt x="5108" y="5753"/>
                </a:cubicBezTo>
                <a:cubicBezTo>
                  <a:pt x="5108" y="3353"/>
                  <a:pt x="5108" y="3353"/>
                  <a:pt x="5108" y="3353"/>
                </a:cubicBezTo>
                <a:cubicBezTo>
                  <a:pt x="5025" y="3011"/>
                  <a:pt x="5025" y="2668"/>
                  <a:pt x="5108" y="2325"/>
                </a:cubicBezTo>
                <a:cubicBezTo>
                  <a:pt x="5108" y="611"/>
                  <a:pt x="5108" y="611"/>
                  <a:pt x="5108" y="611"/>
                </a:cubicBezTo>
                <a:close/>
                <a:moveTo>
                  <a:pt x="3601" y="20953"/>
                </a:moveTo>
                <a:cubicBezTo>
                  <a:pt x="4104" y="21068"/>
                  <a:pt x="4606" y="21182"/>
                  <a:pt x="5108" y="21068"/>
                </a:cubicBezTo>
                <a:cubicBezTo>
                  <a:pt x="5108" y="19696"/>
                  <a:pt x="5108" y="19696"/>
                  <a:pt x="5108" y="19696"/>
                </a:cubicBezTo>
                <a:cubicBezTo>
                  <a:pt x="4606" y="19925"/>
                  <a:pt x="4020" y="19925"/>
                  <a:pt x="3601" y="19696"/>
                </a:cubicBezTo>
                <a:cubicBezTo>
                  <a:pt x="3601" y="20953"/>
                  <a:pt x="3601" y="20953"/>
                  <a:pt x="3601" y="20953"/>
                </a:cubicBezTo>
                <a:close/>
                <a:moveTo>
                  <a:pt x="5108" y="6896"/>
                </a:moveTo>
                <a:cubicBezTo>
                  <a:pt x="5108" y="14782"/>
                  <a:pt x="5108" y="14782"/>
                  <a:pt x="5108" y="14782"/>
                </a:cubicBezTo>
                <a:cubicBezTo>
                  <a:pt x="4606" y="14553"/>
                  <a:pt x="4020" y="14553"/>
                  <a:pt x="3601" y="14896"/>
                </a:cubicBezTo>
                <a:cubicBezTo>
                  <a:pt x="3601" y="13868"/>
                  <a:pt x="3601" y="13868"/>
                  <a:pt x="3601" y="13868"/>
                </a:cubicBezTo>
                <a:cubicBezTo>
                  <a:pt x="3936" y="13639"/>
                  <a:pt x="4187" y="13296"/>
                  <a:pt x="4438" y="12839"/>
                </a:cubicBezTo>
                <a:cubicBezTo>
                  <a:pt x="4857" y="11582"/>
                  <a:pt x="4522" y="10096"/>
                  <a:pt x="3601" y="9525"/>
                </a:cubicBezTo>
                <a:cubicBezTo>
                  <a:pt x="3601" y="9525"/>
                  <a:pt x="3601" y="9525"/>
                  <a:pt x="3601" y="9525"/>
                </a:cubicBezTo>
                <a:cubicBezTo>
                  <a:pt x="3601" y="8496"/>
                  <a:pt x="3601" y="8496"/>
                  <a:pt x="3601" y="8496"/>
                </a:cubicBezTo>
                <a:cubicBezTo>
                  <a:pt x="4104" y="8496"/>
                  <a:pt x="4690" y="8039"/>
                  <a:pt x="4941" y="7353"/>
                </a:cubicBezTo>
                <a:cubicBezTo>
                  <a:pt x="5025" y="7125"/>
                  <a:pt x="5025" y="7011"/>
                  <a:pt x="5108" y="6896"/>
                </a:cubicBezTo>
                <a:close/>
                <a:moveTo>
                  <a:pt x="3601" y="1639"/>
                </a:moveTo>
                <a:cubicBezTo>
                  <a:pt x="-1422" y="5982"/>
                  <a:pt x="-585" y="17753"/>
                  <a:pt x="2429" y="20153"/>
                </a:cubicBezTo>
                <a:cubicBezTo>
                  <a:pt x="2848" y="20496"/>
                  <a:pt x="3183" y="20725"/>
                  <a:pt x="3601" y="20953"/>
                </a:cubicBezTo>
                <a:cubicBezTo>
                  <a:pt x="3601" y="19696"/>
                  <a:pt x="3601" y="19696"/>
                  <a:pt x="3601" y="19696"/>
                </a:cubicBezTo>
                <a:cubicBezTo>
                  <a:pt x="3518" y="19582"/>
                  <a:pt x="3518" y="19582"/>
                  <a:pt x="3518" y="19582"/>
                </a:cubicBezTo>
                <a:cubicBezTo>
                  <a:pt x="3518" y="19582"/>
                  <a:pt x="3518" y="19582"/>
                  <a:pt x="3518" y="19582"/>
                </a:cubicBezTo>
                <a:cubicBezTo>
                  <a:pt x="2597" y="19011"/>
                  <a:pt x="2178" y="17411"/>
                  <a:pt x="2680" y="16039"/>
                </a:cubicBezTo>
                <a:cubicBezTo>
                  <a:pt x="2848" y="15468"/>
                  <a:pt x="3183" y="15125"/>
                  <a:pt x="3601" y="14896"/>
                </a:cubicBezTo>
                <a:cubicBezTo>
                  <a:pt x="3601" y="13868"/>
                  <a:pt x="3601" y="13868"/>
                  <a:pt x="3601" y="13868"/>
                </a:cubicBezTo>
                <a:cubicBezTo>
                  <a:pt x="3099" y="14211"/>
                  <a:pt x="2513" y="14211"/>
                  <a:pt x="2011" y="13868"/>
                </a:cubicBezTo>
                <a:cubicBezTo>
                  <a:pt x="2011" y="13868"/>
                  <a:pt x="2011" y="13868"/>
                  <a:pt x="2011" y="13868"/>
                </a:cubicBezTo>
                <a:cubicBezTo>
                  <a:pt x="1173" y="13296"/>
                  <a:pt x="755" y="11811"/>
                  <a:pt x="1257" y="10668"/>
                </a:cubicBezTo>
                <a:cubicBezTo>
                  <a:pt x="1676" y="9411"/>
                  <a:pt x="2680" y="8953"/>
                  <a:pt x="3601" y="9525"/>
                </a:cubicBezTo>
                <a:cubicBezTo>
                  <a:pt x="3601" y="8496"/>
                  <a:pt x="3601" y="8496"/>
                  <a:pt x="3601" y="8496"/>
                </a:cubicBezTo>
                <a:cubicBezTo>
                  <a:pt x="3350" y="8496"/>
                  <a:pt x="3099" y="8382"/>
                  <a:pt x="2848" y="8268"/>
                </a:cubicBezTo>
                <a:cubicBezTo>
                  <a:pt x="2094" y="7696"/>
                  <a:pt x="1759" y="6439"/>
                  <a:pt x="2178" y="5411"/>
                </a:cubicBezTo>
                <a:cubicBezTo>
                  <a:pt x="2178" y="5411"/>
                  <a:pt x="2178" y="5411"/>
                  <a:pt x="2178" y="5411"/>
                </a:cubicBezTo>
                <a:cubicBezTo>
                  <a:pt x="2429" y="4611"/>
                  <a:pt x="3015" y="4153"/>
                  <a:pt x="3601" y="4153"/>
                </a:cubicBezTo>
                <a:lnTo>
                  <a:pt x="3601" y="1639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7" name="Freeform 41"/>
          <p:cNvSpPr/>
          <p:nvPr/>
        </p:nvSpPr>
        <p:spPr xmlns:m="http://schemas.openxmlformats.org/officeDocument/2006/math" xmlns:a14="http://schemas.microsoft.com/office/drawing/2010/main">
          <a:xfrm>
            <a:off x="8830376" y="4213659"/>
            <a:ext cx="391551" cy="390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737" h="21600" fill="norm" stroke="1" extrusionOk="0">
                <a:moveTo>
                  <a:pt x="11889" y="241"/>
                </a:moveTo>
                <a:cubicBezTo>
                  <a:pt x="11227" y="121"/>
                  <a:pt x="10566" y="0"/>
                  <a:pt x="9905" y="0"/>
                </a:cubicBezTo>
                <a:cubicBezTo>
                  <a:pt x="9905" y="2051"/>
                  <a:pt x="9905" y="2051"/>
                  <a:pt x="9905" y="2051"/>
                </a:cubicBezTo>
                <a:cubicBezTo>
                  <a:pt x="10456" y="2051"/>
                  <a:pt x="11007" y="2051"/>
                  <a:pt x="11558" y="2172"/>
                </a:cubicBezTo>
                <a:cubicBezTo>
                  <a:pt x="15856" y="3258"/>
                  <a:pt x="18611" y="7844"/>
                  <a:pt x="17729" y="12670"/>
                </a:cubicBezTo>
                <a:cubicBezTo>
                  <a:pt x="16958" y="16773"/>
                  <a:pt x="13542" y="19669"/>
                  <a:pt x="9905" y="19669"/>
                </a:cubicBezTo>
                <a:cubicBezTo>
                  <a:pt x="9905" y="21600"/>
                  <a:pt x="9905" y="21600"/>
                  <a:pt x="9905" y="21600"/>
                </a:cubicBezTo>
                <a:cubicBezTo>
                  <a:pt x="14423" y="21600"/>
                  <a:pt x="18611" y="18101"/>
                  <a:pt x="19493" y="13032"/>
                </a:cubicBezTo>
                <a:cubicBezTo>
                  <a:pt x="20705" y="7240"/>
                  <a:pt x="17289" y="1448"/>
                  <a:pt x="11889" y="241"/>
                </a:cubicBezTo>
                <a:close/>
                <a:moveTo>
                  <a:pt x="9905" y="0"/>
                </a:moveTo>
                <a:cubicBezTo>
                  <a:pt x="5276" y="0"/>
                  <a:pt x="1199" y="3499"/>
                  <a:pt x="207" y="8568"/>
                </a:cubicBezTo>
                <a:cubicBezTo>
                  <a:pt x="-895" y="14480"/>
                  <a:pt x="2521" y="20152"/>
                  <a:pt x="7811" y="21359"/>
                </a:cubicBezTo>
                <a:cubicBezTo>
                  <a:pt x="8472" y="21600"/>
                  <a:pt x="9244" y="21600"/>
                  <a:pt x="9905" y="21600"/>
                </a:cubicBezTo>
                <a:cubicBezTo>
                  <a:pt x="9905" y="19669"/>
                  <a:pt x="9905" y="19669"/>
                  <a:pt x="9905" y="19669"/>
                </a:cubicBezTo>
                <a:cubicBezTo>
                  <a:pt x="9354" y="19669"/>
                  <a:pt x="8803" y="19549"/>
                  <a:pt x="8252" y="19428"/>
                </a:cubicBezTo>
                <a:cubicBezTo>
                  <a:pt x="8252" y="19428"/>
                  <a:pt x="8252" y="19428"/>
                  <a:pt x="8252" y="19428"/>
                </a:cubicBezTo>
                <a:cubicBezTo>
                  <a:pt x="3844" y="18463"/>
                  <a:pt x="1089" y="13756"/>
                  <a:pt x="1970" y="9050"/>
                </a:cubicBezTo>
                <a:cubicBezTo>
                  <a:pt x="2742" y="4827"/>
                  <a:pt x="6158" y="2051"/>
                  <a:pt x="9905" y="2051"/>
                </a:cubicBezTo>
                <a:lnTo>
                  <a:pt x="9905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8" name="Freeform 42"/>
          <p:cNvSpPr/>
          <p:nvPr/>
        </p:nvSpPr>
        <p:spPr xmlns:m="http://schemas.openxmlformats.org/officeDocument/2006/math" xmlns:a14="http://schemas.microsoft.com/office/drawing/2010/main">
          <a:xfrm>
            <a:off x="8923708" y="4573927"/>
            <a:ext cx="92052" cy="1983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290" y="21600"/>
                </a:moveTo>
                <a:lnTo>
                  <a:pt x="0" y="20390"/>
                </a:lnTo>
                <a:lnTo>
                  <a:pt x="9310" y="0"/>
                </a:lnTo>
                <a:lnTo>
                  <a:pt x="21600" y="1210"/>
                </a:lnTo>
                <a:lnTo>
                  <a:pt x="12290" y="216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9" name="Freeform 43"/>
          <p:cNvSpPr/>
          <p:nvPr/>
        </p:nvSpPr>
        <p:spPr xmlns:m="http://schemas.openxmlformats.org/officeDocument/2006/math" xmlns:a14="http://schemas.microsoft.com/office/drawing/2010/main">
          <a:xfrm>
            <a:off x="8890613" y="4637766"/>
            <a:ext cx="120151" cy="2610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942" h="21025" fill="norm" stroke="1" extrusionOk="0">
                <a:moveTo>
                  <a:pt x="13571" y="18331"/>
                </a:moveTo>
                <a:cubicBezTo>
                  <a:pt x="12851" y="20087"/>
                  <a:pt x="9251" y="21316"/>
                  <a:pt x="5651" y="20965"/>
                </a:cubicBezTo>
                <a:cubicBezTo>
                  <a:pt x="1691" y="20438"/>
                  <a:pt x="-829" y="18682"/>
                  <a:pt x="251" y="16926"/>
                </a:cubicBezTo>
                <a:cubicBezTo>
                  <a:pt x="6371" y="2701"/>
                  <a:pt x="6371" y="2701"/>
                  <a:pt x="6371" y="2701"/>
                </a:cubicBezTo>
                <a:cubicBezTo>
                  <a:pt x="7091" y="770"/>
                  <a:pt x="10691" y="-284"/>
                  <a:pt x="14291" y="67"/>
                </a:cubicBezTo>
                <a:cubicBezTo>
                  <a:pt x="18251" y="418"/>
                  <a:pt x="20771" y="2175"/>
                  <a:pt x="19691" y="4106"/>
                </a:cubicBezTo>
                <a:lnTo>
                  <a:pt x="13571" y="18331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0" name="Freeform 44"/>
          <p:cNvSpPr/>
          <p:nvPr/>
        </p:nvSpPr>
        <p:spPr xmlns:m="http://schemas.openxmlformats.org/officeDocument/2006/math" xmlns:a14="http://schemas.microsoft.com/office/drawing/2010/main">
          <a:xfrm>
            <a:off x="7696889" y="1683137"/>
            <a:ext cx="523740" cy="426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200" fill="norm" stroke="1" extrusionOk="0">
                <a:moveTo>
                  <a:pt x="10530" y="19200"/>
                </a:moveTo>
                <a:cubicBezTo>
                  <a:pt x="10530" y="19200"/>
                  <a:pt x="6840" y="15175"/>
                  <a:pt x="0" y="19102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1920"/>
                  <a:pt x="7020" y="-2400"/>
                  <a:pt x="10800" y="1920"/>
                </a:cubicBezTo>
                <a:cubicBezTo>
                  <a:pt x="21600" y="1920"/>
                  <a:pt x="21600" y="1920"/>
                  <a:pt x="21600" y="1920"/>
                </a:cubicBezTo>
                <a:cubicBezTo>
                  <a:pt x="21600" y="19102"/>
                  <a:pt x="21600" y="19102"/>
                  <a:pt x="21600" y="19102"/>
                </a:cubicBezTo>
                <a:lnTo>
                  <a:pt x="10530" y="192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1" name="Freeform 45"/>
          <p:cNvSpPr/>
          <p:nvPr/>
        </p:nvSpPr>
        <p:spPr xmlns:m="http://schemas.openxmlformats.org/officeDocument/2006/math" xmlns:a14="http://schemas.microsoft.com/office/drawing/2010/main">
          <a:xfrm>
            <a:off x="7541355" y="4289838"/>
            <a:ext cx="638010" cy="528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45" y="17137"/>
                </a:moveTo>
                <a:cubicBezTo>
                  <a:pt x="14670" y="17137"/>
                  <a:pt x="14670" y="17137"/>
                  <a:pt x="14670" y="17137"/>
                </a:cubicBezTo>
                <a:cubicBezTo>
                  <a:pt x="14670" y="18298"/>
                  <a:pt x="14670" y="18298"/>
                  <a:pt x="14670" y="18298"/>
                </a:cubicBezTo>
                <a:cubicBezTo>
                  <a:pt x="16145" y="18298"/>
                  <a:pt x="16145" y="18298"/>
                  <a:pt x="16145" y="18298"/>
                </a:cubicBezTo>
                <a:cubicBezTo>
                  <a:pt x="16292" y="18298"/>
                  <a:pt x="16440" y="18476"/>
                  <a:pt x="16440" y="18655"/>
                </a:cubicBezTo>
                <a:cubicBezTo>
                  <a:pt x="16440" y="18922"/>
                  <a:pt x="16292" y="19101"/>
                  <a:pt x="16145" y="19101"/>
                </a:cubicBezTo>
                <a:cubicBezTo>
                  <a:pt x="16145" y="19101"/>
                  <a:pt x="16145" y="19101"/>
                  <a:pt x="16145" y="19101"/>
                </a:cubicBezTo>
                <a:cubicBezTo>
                  <a:pt x="14670" y="19101"/>
                  <a:pt x="14670" y="19101"/>
                  <a:pt x="14670" y="19101"/>
                </a:cubicBezTo>
                <a:cubicBezTo>
                  <a:pt x="14670" y="21600"/>
                  <a:pt x="14670" y="21600"/>
                  <a:pt x="14670" y="21600"/>
                </a:cubicBezTo>
                <a:cubicBezTo>
                  <a:pt x="16145" y="21600"/>
                  <a:pt x="16145" y="21600"/>
                  <a:pt x="16145" y="21600"/>
                </a:cubicBezTo>
                <a:cubicBezTo>
                  <a:pt x="17103" y="21600"/>
                  <a:pt x="17840" y="20707"/>
                  <a:pt x="17840" y="19547"/>
                </a:cubicBezTo>
                <a:cubicBezTo>
                  <a:pt x="17840" y="19279"/>
                  <a:pt x="17840" y="19279"/>
                  <a:pt x="17840" y="19279"/>
                </a:cubicBezTo>
                <a:cubicBezTo>
                  <a:pt x="17840" y="18119"/>
                  <a:pt x="17103" y="17137"/>
                  <a:pt x="16145" y="17137"/>
                </a:cubicBezTo>
                <a:close/>
                <a:moveTo>
                  <a:pt x="14670" y="15174"/>
                </a:moveTo>
                <a:cubicBezTo>
                  <a:pt x="19831" y="15174"/>
                  <a:pt x="19831" y="15174"/>
                  <a:pt x="19831" y="15174"/>
                </a:cubicBezTo>
                <a:cubicBezTo>
                  <a:pt x="20789" y="15174"/>
                  <a:pt x="21600" y="14281"/>
                  <a:pt x="21600" y="13121"/>
                </a:cubicBezTo>
                <a:cubicBezTo>
                  <a:pt x="21600" y="2142"/>
                  <a:pt x="21600" y="2142"/>
                  <a:pt x="21600" y="2142"/>
                </a:cubicBezTo>
                <a:cubicBezTo>
                  <a:pt x="21600" y="982"/>
                  <a:pt x="20789" y="0"/>
                  <a:pt x="19831" y="0"/>
                </a:cubicBezTo>
                <a:cubicBezTo>
                  <a:pt x="14670" y="0"/>
                  <a:pt x="14670" y="0"/>
                  <a:pt x="14670" y="0"/>
                </a:cubicBezTo>
                <a:cubicBezTo>
                  <a:pt x="14670" y="1428"/>
                  <a:pt x="14670" y="1428"/>
                  <a:pt x="14670" y="1428"/>
                </a:cubicBezTo>
                <a:cubicBezTo>
                  <a:pt x="18872" y="1428"/>
                  <a:pt x="18872" y="1428"/>
                  <a:pt x="18872" y="1428"/>
                </a:cubicBezTo>
                <a:cubicBezTo>
                  <a:pt x="19683" y="1428"/>
                  <a:pt x="20273" y="2142"/>
                  <a:pt x="20273" y="3124"/>
                </a:cubicBezTo>
                <a:cubicBezTo>
                  <a:pt x="20273" y="12050"/>
                  <a:pt x="20273" y="12050"/>
                  <a:pt x="20273" y="12050"/>
                </a:cubicBezTo>
                <a:cubicBezTo>
                  <a:pt x="20273" y="13031"/>
                  <a:pt x="19683" y="13745"/>
                  <a:pt x="18872" y="13745"/>
                </a:cubicBezTo>
                <a:cubicBezTo>
                  <a:pt x="14670" y="13745"/>
                  <a:pt x="14670" y="13745"/>
                  <a:pt x="14670" y="13745"/>
                </a:cubicBezTo>
                <a:lnTo>
                  <a:pt x="14670" y="15174"/>
                </a:lnTo>
                <a:close/>
                <a:moveTo>
                  <a:pt x="14670" y="17137"/>
                </a:moveTo>
                <a:cubicBezTo>
                  <a:pt x="12901" y="17137"/>
                  <a:pt x="12901" y="17137"/>
                  <a:pt x="12901" y="17137"/>
                </a:cubicBezTo>
                <a:cubicBezTo>
                  <a:pt x="12901" y="15174"/>
                  <a:pt x="12901" y="15174"/>
                  <a:pt x="12901" y="15174"/>
                </a:cubicBezTo>
                <a:cubicBezTo>
                  <a:pt x="14670" y="15174"/>
                  <a:pt x="14670" y="15174"/>
                  <a:pt x="14670" y="15174"/>
                </a:cubicBezTo>
                <a:cubicBezTo>
                  <a:pt x="14670" y="13745"/>
                  <a:pt x="14670" y="13745"/>
                  <a:pt x="14670" y="13745"/>
                </a:cubicBezTo>
                <a:cubicBezTo>
                  <a:pt x="10763" y="13745"/>
                  <a:pt x="10763" y="13745"/>
                  <a:pt x="10763" y="13745"/>
                </a:cubicBezTo>
                <a:cubicBezTo>
                  <a:pt x="10763" y="21600"/>
                  <a:pt x="10763" y="21600"/>
                  <a:pt x="10763" y="21600"/>
                </a:cubicBezTo>
                <a:cubicBezTo>
                  <a:pt x="14670" y="21600"/>
                  <a:pt x="14670" y="21600"/>
                  <a:pt x="14670" y="21600"/>
                </a:cubicBezTo>
                <a:cubicBezTo>
                  <a:pt x="14670" y="19101"/>
                  <a:pt x="14670" y="19101"/>
                  <a:pt x="14670" y="19101"/>
                </a:cubicBezTo>
                <a:cubicBezTo>
                  <a:pt x="13196" y="19101"/>
                  <a:pt x="13196" y="19101"/>
                  <a:pt x="13196" y="19101"/>
                </a:cubicBezTo>
                <a:cubicBezTo>
                  <a:pt x="13048" y="19101"/>
                  <a:pt x="12901" y="18922"/>
                  <a:pt x="12901" y="18655"/>
                </a:cubicBezTo>
                <a:cubicBezTo>
                  <a:pt x="12901" y="18476"/>
                  <a:pt x="13048" y="18298"/>
                  <a:pt x="13196" y="18298"/>
                </a:cubicBezTo>
                <a:cubicBezTo>
                  <a:pt x="14670" y="18298"/>
                  <a:pt x="14670" y="18298"/>
                  <a:pt x="14670" y="18298"/>
                </a:cubicBezTo>
                <a:cubicBezTo>
                  <a:pt x="14670" y="17137"/>
                  <a:pt x="14670" y="17137"/>
                  <a:pt x="14670" y="17137"/>
                </a:cubicBezTo>
                <a:close/>
                <a:moveTo>
                  <a:pt x="14670" y="0"/>
                </a:moveTo>
                <a:cubicBezTo>
                  <a:pt x="10763" y="0"/>
                  <a:pt x="10763" y="0"/>
                  <a:pt x="10763" y="0"/>
                </a:cubicBezTo>
                <a:cubicBezTo>
                  <a:pt x="10763" y="1428"/>
                  <a:pt x="10763" y="1428"/>
                  <a:pt x="10763" y="1428"/>
                </a:cubicBezTo>
                <a:cubicBezTo>
                  <a:pt x="14670" y="1428"/>
                  <a:pt x="14670" y="1428"/>
                  <a:pt x="14670" y="1428"/>
                </a:cubicBezTo>
                <a:lnTo>
                  <a:pt x="14670" y="0"/>
                </a:lnTo>
                <a:close/>
                <a:moveTo>
                  <a:pt x="10763" y="0"/>
                </a:moveTo>
                <a:cubicBezTo>
                  <a:pt x="1696" y="0"/>
                  <a:pt x="1696" y="0"/>
                  <a:pt x="1696" y="0"/>
                </a:cubicBezTo>
                <a:cubicBezTo>
                  <a:pt x="737" y="0"/>
                  <a:pt x="0" y="982"/>
                  <a:pt x="0" y="2142"/>
                </a:cubicBezTo>
                <a:cubicBezTo>
                  <a:pt x="0" y="13121"/>
                  <a:pt x="0" y="13121"/>
                  <a:pt x="0" y="13121"/>
                </a:cubicBezTo>
                <a:cubicBezTo>
                  <a:pt x="0" y="14281"/>
                  <a:pt x="737" y="15174"/>
                  <a:pt x="1696" y="15174"/>
                </a:cubicBezTo>
                <a:cubicBezTo>
                  <a:pt x="8625" y="15174"/>
                  <a:pt x="8625" y="15174"/>
                  <a:pt x="8625" y="15174"/>
                </a:cubicBezTo>
                <a:cubicBezTo>
                  <a:pt x="8625" y="17137"/>
                  <a:pt x="8625" y="17137"/>
                  <a:pt x="8625" y="17137"/>
                </a:cubicBezTo>
                <a:cubicBezTo>
                  <a:pt x="5529" y="17137"/>
                  <a:pt x="5529" y="17137"/>
                  <a:pt x="5529" y="17137"/>
                </a:cubicBezTo>
                <a:cubicBezTo>
                  <a:pt x="4571" y="17137"/>
                  <a:pt x="3833" y="18119"/>
                  <a:pt x="3833" y="19279"/>
                </a:cubicBezTo>
                <a:cubicBezTo>
                  <a:pt x="3833" y="19547"/>
                  <a:pt x="3833" y="19547"/>
                  <a:pt x="3833" y="19547"/>
                </a:cubicBezTo>
                <a:cubicBezTo>
                  <a:pt x="3833" y="20707"/>
                  <a:pt x="4571" y="21600"/>
                  <a:pt x="5529" y="21600"/>
                </a:cubicBezTo>
                <a:cubicBezTo>
                  <a:pt x="10763" y="21600"/>
                  <a:pt x="10763" y="21600"/>
                  <a:pt x="10763" y="21600"/>
                </a:cubicBezTo>
                <a:cubicBezTo>
                  <a:pt x="10763" y="13745"/>
                  <a:pt x="10763" y="13745"/>
                  <a:pt x="10763" y="13745"/>
                </a:cubicBezTo>
                <a:cubicBezTo>
                  <a:pt x="2728" y="13745"/>
                  <a:pt x="2728" y="13745"/>
                  <a:pt x="2728" y="13745"/>
                </a:cubicBezTo>
                <a:cubicBezTo>
                  <a:pt x="2728" y="13745"/>
                  <a:pt x="2728" y="13745"/>
                  <a:pt x="2728" y="13745"/>
                </a:cubicBezTo>
                <a:cubicBezTo>
                  <a:pt x="1917" y="13745"/>
                  <a:pt x="1253" y="13031"/>
                  <a:pt x="1253" y="12050"/>
                </a:cubicBezTo>
                <a:cubicBezTo>
                  <a:pt x="1253" y="3124"/>
                  <a:pt x="1253" y="3124"/>
                  <a:pt x="1253" y="3124"/>
                </a:cubicBezTo>
                <a:cubicBezTo>
                  <a:pt x="1253" y="2142"/>
                  <a:pt x="1917" y="1428"/>
                  <a:pt x="2728" y="1428"/>
                </a:cubicBezTo>
                <a:cubicBezTo>
                  <a:pt x="10763" y="1428"/>
                  <a:pt x="10763" y="1428"/>
                  <a:pt x="10763" y="1428"/>
                </a:cubicBezTo>
                <a:lnTo>
                  <a:pt x="10763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2" name="Freeform 46"/>
          <p:cNvSpPr/>
          <p:nvPr/>
        </p:nvSpPr>
        <p:spPr xmlns:m="http://schemas.openxmlformats.org/officeDocument/2006/math" xmlns:a14="http://schemas.microsoft.com/office/drawing/2010/main">
          <a:xfrm>
            <a:off x="8669773" y="3237600"/>
            <a:ext cx="818938" cy="955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613" y="5227"/>
                </a:moveTo>
                <a:cubicBezTo>
                  <a:pt x="21600" y="2121"/>
                  <a:pt x="21600" y="2121"/>
                  <a:pt x="21600" y="2121"/>
                </a:cubicBezTo>
                <a:cubicBezTo>
                  <a:pt x="18613" y="49"/>
                  <a:pt x="18613" y="49"/>
                  <a:pt x="18613" y="49"/>
                </a:cubicBezTo>
                <a:cubicBezTo>
                  <a:pt x="18613" y="1578"/>
                  <a:pt x="18613" y="1578"/>
                  <a:pt x="18613" y="1578"/>
                </a:cubicBezTo>
                <a:cubicBezTo>
                  <a:pt x="18785" y="1578"/>
                  <a:pt x="18957" y="1627"/>
                  <a:pt x="19072" y="1726"/>
                </a:cubicBezTo>
                <a:cubicBezTo>
                  <a:pt x="19417" y="1973"/>
                  <a:pt x="19474" y="2416"/>
                  <a:pt x="19187" y="2663"/>
                </a:cubicBezTo>
                <a:cubicBezTo>
                  <a:pt x="19187" y="2663"/>
                  <a:pt x="19187" y="2663"/>
                  <a:pt x="19187" y="2663"/>
                </a:cubicBezTo>
                <a:cubicBezTo>
                  <a:pt x="19072" y="2811"/>
                  <a:pt x="18843" y="2910"/>
                  <a:pt x="18613" y="2910"/>
                </a:cubicBezTo>
                <a:lnTo>
                  <a:pt x="18613" y="5227"/>
                </a:lnTo>
                <a:close/>
                <a:moveTo>
                  <a:pt x="15626" y="3107"/>
                </a:moveTo>
                <a:cubicBezTo>
                  <a:pt x="17694" y="4537"/>
                  <a:pt x="17694" y="4537"/>
                  <a:pt x="17694" y="4537"/>
                </a:cubicBezTo>
                <a:cubicBezTo>
                  <a:pt x="17464" y="4833"/>
                  <a:pt x="17464" y="4833"/>
                  <a:pt x="17464" y="4833"/>
                </a:cubicBezTo>
                <a:cubicBezTo>
                  <a:pt x="15338" y="3353"/>
                  <a:pt x="15338" y="3353"/>
                  <a:pt x="15338" y="3353"/>
                </a:cubicBezTo>
                <a:cubicBezTo>
                  <a:pt x="14706" y="3995"/>
                  <a:pt x="14706" y="3995"/>
                  <a:pt x="14706" y="3995"/>
                </a:cubicBezTo>
                <a:cubicBezTo>
                  <a:pt x="15855" y="4784"/>
                  <a:pt x="15855" y="4784"/>
                  <a:pt x="15855" y="4784"/>
                </a:cubicBezTo>
                <a:cubicBezTo>
                  <a:pt x="15568" y="5079"/>
                  <a:pt x="15568" y="5079"/>
                  <a:pt x="15568" y="5079"/>
                </a:cubicBezTo>
                <a:cubicBezTo>
                  <a:pt x="14477" y="4290"/>
                  <a:pt x="14477" y="4290"/>
                  <a:pt x="14477" y="4290"/>
                </a:cubicBezTo>
                <a:cubicBezTo>
                  <a:pt x="13845" y="4932"/>
                  <a:pt x="13845" y="4932"/>
                  <a:pt x="13845" y="4932"/>
                </a:cubicBezTo>
                <a:cubicBezTo>
                  <a:pt x="14936" y="5721"/>
                  <a:pt x="14936" y="5721"/>
                  <a:pt x="14936" y="5721"/>
                </a:cubicBezTo>
                <a:cubicBezTo>
                  <a:pt x="14706" y="6016"/>
                  <a:pt x="14706" y="6016"/>
                  <a:pt x="14706" y="6016"/>
                </a:cubicBezTo>
                <a:cubicBezTo>
                  <a:pt x="13557" y="5227"/>
                  <a:pt x="13557" y="5227"/>
                  <a:pt x="13557" y="5227"/>
                </a:cubicBezTo>
                <a:cubicBezTo>
                  <a:pt x="12983" y="5868"/>
                  <a:pt x="12983" y="5868"/>
                  <a:pt x="12983" y="5868"/>
                </a:cubicBezTo>
                <a:cubicBezTo>
                  <a:pt x="14074" y="6658"/>
                  <a:pt x="14074" y="6658"/>
                  <a:pt x="14074" y="6658"/>
                </a:cubicBezTo>
                <a:cubicBezTo>
                  <a:pt x="13787" y="6904"/>
                  <a:pt x="13787" y="6904"/>
                  <a:pt x="13787" y="6904"/>
                </a:cubicBezTo>
                <a:cubicBezTo>
                  <a:pt x="12696" y="6164"/>
                  <a:pt x="12696" y="6164"/>
                  <a:pt x="12696" y="6164"/>
                </a:cubicBezTo>
                <a:cubicBezTo>
                  <a:pt x="12064" y="6805"/>
                  <a:pt x="12064" y="6805"/>
                  <a:pt x="12064" y="6805"/>
                </a:cubicBezTo>
                <a:cubicBezTo>
                  <a:pt x="14189" y="8236"/>
                  <a:pt x="14189" y="8236"/>
                  <a:pt x="14189" y="8236"/>
                </a:cubicBezTo>
                <a:cubicBezTo>
                  <a:pt x="13902" y="8532"/>
                  <a:pt x="13902" y="8532"/>
                  <a:pt x="13902" y="8532"/>
                </a:cubicBezTo>
                <a:cubicBezTo>
                  <a:pt x="11834" y="7052"/>
                  <a:pt x="11834" y="7052"/>
                  <a:pt x="11834" y="7052"/>
                </a:cubicBezTo>
                <a:cubicBezTo>
                  <a:pt x="11202" y="7693"/>
                  <a:pt x="11202" y="7693"/>
                  <a:pt x="11202" y="7693"/>
                </a:cubicBezTo>
                <a:cubicBezTo>
                  <a:pt x="12294" y="8482"/>
                  <a:pt x="12294" y="8482"/>
                  <a:pt x="12294" y="8482"/>
                </a:cubicBezTo>
                <a:cubicBezTo>
                  <a:pt x="12064" y="8778"/>
                  <a:pt x="12064" y="8778"/>
                  <a:pt x="12064" y="8778"/>
                </a:cubicBezTo>
                <a:cubicBezTo>
                  <a:pt x="10915" y="7989"/>
                  <a:pt x="10915" y="7989"/>
                  <a:pt x="10915" y="7989"/>
                </a:cubicBezTo>
                <a:cubicBezTo>
                  <a:pt x="10340" y="8630"/>
                  <a:pt x="10340" y="8630"/>
                  <a:pt x="10340" y="8630"/>
                </a:cubicBezTo>
                <a:cubicBezTo>
                  <a:pt x="11432" y="9419"/>
                  <a:pt x="11432" y="9419"/>
                  <a:pt x="11432" y="9419"/>
                </a:cubicBezTo>
                <a:cubicBezTo>
                  <a:pt x="11145" y="9715"/>
                  <a:pt x="11145" y="9715"/>
                  <a:pt x="11145" y="9715"/>
                </a:cubicBezTo>
                <a:cubicBezTo>
                  <a:pt x="10053" y="8926"/>
                  <a:pt x="10053" y="8926"/>
                  <a:pt x="10053" y="8926"/>
                </a:cubicBezTo>
                <a:cubicBezTo>
                  <a:pt x="9421" y="9567"/>
                  <a:pt x="9421" y="9567"/>
                  <a:pt x="9421" y="9567"/>
                </a:cubicBezTo>
                <a:cubicBezTo>
                  <a:pt x="10570" y="10356"/>
                  <a:pt x="10570" y="10356"/>
                  <a:pt x="10570" y="10356"/>
                </a:cubicBezTo>
                <a:cubicBezTo>
                  <a:pt x="10283" y="10603"/>
                  <a:pt x="10283" y="10603"/>
                  <a:pt x="10283" y="10603"/>
                </a:cubicBezTo>
                <a:cubicBezTo>
                  <a:pt x="9191" y="9863"/>
                  <a:pt x="9191" y="9863"/>
                  <a:pt x="9191" y="9863"/>
                </a:cubicBezTo>
                <a:cubicBezTo>
                  <a:pt x="8560" y="10504"/>
                  <a:pt x="8560" y="10504"/>
                  <a:pt x="8560" y="10504"/>
                </a:cubicBezTo>
                <a:cubicBezTo>
                  <a:pt x="10628" y="11984"/>
                  <a:pt x="10628" y="11984"/>
                  <a:pt x="10628" y="11984"/>
                </a:cubicBezTo>
                <a:cubicBezTo>
                  <a:pt x="10398" y="12230"/>
                  <a:pt x="10398" y="12230"/>
                  <a:pt x="10398" y="12230"/>
                </a:cubicBezTo>
                <a:cubicBezTo>
                  <a:pt x="8272" y="10751"/>
                  <a:pt x="8272" y="10751"/>
                  <a:pt x="8272" y="10751"/>
                </a:cubicBezTo>
                <a:cubicBezTo>
                  <a:pt x="7698" y="11441"/>
                  <a:pt x="7698" y="11441"/>
                  <a:pt x="7698" y="11441"/>
                </a:cubicBezTo>
                <a:cubicBezTo>
                  <a:pt x="8789" y="12181"/>
                  <a:pt x="8789" y="12181"/>
                  <a:pt x="8789" y="12181"/>
                </a:cubicBezTo>
                <a:cubicBezTo>
                  <a:pt x="8502" y="12477"/>
                  <a:pt x="8502" y="12477"/>
                  <a:pt x="8502" y="12477"/>
                </a:cubicBezTo>
                <a:cubicBezTo>
                  <a:pt x="7411" y="11688"/>
                  <a:pt x="7411" y="11688"/>
                  <a:pt x="7411" y="11688"/>
                </a:cubicBezTo>
                <a:cubicBezTo>
                  <a:pt x="6779" y="12329"/>
                  <a:pt x="6779" y="12329"/>
                  <a:pt x="6779" y="12329"/>
                </a:cubicBezTo>
                <a:cubicBezTo>
                  <a:pt x="7870" y="13118"/>
                  <a:pt x="7870" y="13118"/>
                  <a:pt x="7870" y="13118"/>
                </a:cubicBezTo>
                <a:cubicBezTo>
                  <a:pt x="7640" y="13414"/>
                  <a:pt x="7640" y="13414"/>
                  <a:pt x="7640" y="13414"/>
                </a:cubicBezTo>
                <a:cubicBezTo>
                  <a:pt x="6549" y="12625"/>
                  <a:pt x="6549" y="12625"/>
                  <a:pt x="6549" y="12625"/>
                </a:cubicBezTo>
                <a:cubicBezTo>
                  <a:pt x="5917" y="13266"/>
                  <a:pt x="5917" y="13266"/>
                  <a:pt x="5917" y="13266"/>
                </a:cubicBezTo>
                <a:cubicBezTo>
                  <a:pt x="7009" y="14055"/>
                  <a:pt x="7009" y="14055"/>
                  <a:pt x="7009" y="14055"/>
                </a:cubicBezTo>
                <a:cubicBezTo>
                  <a:pt x="6721" y="14301"/>
                  <a:pt x="6721" y="14301"/>
                  <a:pt x="6721" y="14301"/>
                </a:cubicBezTo>
                <a:cubicBezTo>
                  <a:pt x="5630" y="13562"/>
                  <a:pt x="5630" y="13562"/>
                  <a:pt x="5630" y="13562"/>
                </a:cubicBezTo>
                <a:cubicBezTo>
                  <a:pt x="5055" y="14203"/>
                  <a:pt x="5055" y="14203"/>
                  <a:pt x="5055" y="14203"/>
                </a:cubicBezTo>
                <a:cubicBezTo>
                  <a:pt x="7123" y="15682"/>
                  <a:pt x="7123" y="15682"/>
                  <a:pt x="7123" y="15682"/>
                </a:cubicBezTo>
                <a:cubicBezTo>
                  <a:pt x="6836" y="15929"/>
                  <a:pt x="6836" y="15929"/>
                  <a:pt x="6836" y="15929"/>
                </a:cubicBezTo>
                <a:cubicBezTo>
                  <a:pt x="4768" y="14499"/>
                  <a:pt x="4768" y="14499"/>
                  <a:pt x="4768" y="14499"/>
                </a:cubicBezTo>
                <a:cubicBezTo>
                  <a:pt x="4136" y="15140"/>
                  <a:pt x="4136" y="15140"/>
                  <a:pt x="4136" y="15140"/>
                </a:cubicBezTo>
                <a:cubicBezTo>
                  <a:pt x="5228" y="15879"/>
                  <a:pt x="5228" y="15879"/>
                  <a:pt x="5228" y="15879"/>
                </a:cubicBezTo>
                <a:cubicBezTo>
                  <a:pt x="4998" y="16175"/>
                  <a:pt x="4998" y="16175"/>
                  <a:pt x="4998" y="16175"/>
                </a:cubicBezTo>
                <a:cubicBezTo>
                  <a:pt x="3906" y="15386"/>
                  <a:pt x="3906" y="15386"/>
                  <a:pt x="3906" y="15386"/>
                </a:cubicBezTo>
                <a:cubicBezTo>
                  <a:pt x="3274" y="16027"/>
                  <a:pt x="3274" y="16027"/>
                  <a:pt x="3274" y="16027"/>
                </a:cubicBezTo>
                <a:cubicBezTo>
                  <a:pt x="4366" y="16816"/>
                  <a:pt x="4366" y="16816"/>
                  <a:pt x="4366" y="16816"/>
                </a:cubicBezTo>
                <a:cubicBezTo>
                  <a:pt x="4079" y="17112"/>
                  <a:pt x="4079" y="17112"/>
                  <a:pt x="4079" y="17112"/>
                </a:cubicBezTo>
                <a:cubicBezTo>
                  <a:pt x="2987" y="16323"/>
                  <a:pt x="2987" y="16323"/>
                  <a:pt x="2987" y="16323"/>
                </a:cubicBezTo>
                <a:cubicBezTo>
                  <a:pt x="2413" y="16964"/>
                  <a:pt x="2413" y="16964"/>
                  <a:pt x="2413" y="16964"/>
                </a:cubicBezTo>
                <a:cubicBezTo>
                  <a:pt x="3504" y="17753"/>
                  <a:pt x="3504" y="17753"/>
                  <a:pt x="3504" y="17753"/>
                </a:cubicBezTo>
                <a:cubicBezTo>
                  <a:pt x="3217" y="18049"/>
                  <a:pt x="3217" y="18049"/>
                  <a:pt x="3217" y="18049"/>
                </a:cubicBezTo>
                <a:cubicBezTo>
                  <a:pt x="2126" y="17260"/>
                  <a:pt x="2126" y="17260"/>
                  <a:pt x="2126" y="17260"/>
                </a:cubicBezTo>
                <a:cubicBezTo>
                  <a:pt x="1494" y="17901"/>
                  <a:pt x="1494" y="17901"/>
                  <a:pt x="1494" y="17901"/>
                </a:cubicBezTo>
                <a:cubicBezTo>
                  <a:pt x="3619" y="19381"/>
                  <a:pt x="3619" y="19381"/>
                  <a:pt x="3619" y="19381"/>
                </a:cubicBezTo>
                <a:cubicBezTo>
                  <a:pt x="3332" y="19627"/>
                  <a:pt x="3332" y="19627"/>
                  <a:pt x="3332" y="19627"/>
                </a:cubicBezTo>
                <a:cubicBezTo>
                  <a:pt x="1264" y="18197"/>
                  <a:pt x="1264" y="18197"/>
                  <a:pt x="1264" y="18197"/>
                </a:cubicBezTo>
                <a:cubicBezTo>
                  <a:pt x="0" y="19479"/>
                  <a:pt x="0" y="19479"/>
                  <a:pt x="0" y="19479"/>
                </a:cubicBezTo>
                <a:cubicBezTo>
                  <a:pt x="3045" y="21600"/>
                  <a:pt x="3045" y="21600"/>
                  <a:pt x="3045" y="21600"/>
                </a:cubicBezTo>
                <a:cubicBezTo>
                  <a:pt x="18613" y="5227"/>
                  <a:pt x="18613" y="5227"/>
                  <a:pt x="18613" y="5227"/>
                </a:cubicBezTo>
                <a:cubicBezTo>
                  <a:pt x="18613" y="2910"/>
                  <a:pt x="18613" y="2910"/>
                  <a:pt x="18613" y="2910"/>
                </a:cubicBezTo>
                <a:cubicBezTo>
                  <a:pt x="18440" y="2910"/>
                  <a:pt x="18268" y="2860"/>
                  <a:pt x="18153" y="2762"/>
                </a:cubicBezTo>
                <a:cubicBezTo>
                  <a:pt x="17809" y="2515"/>
                  <a:pt x="17751" y="2121"/>
                  <a:pt x="18038" y="1825"/>
                </a:cubicBezTo>
                <a:cubicBezTo>
                  <a:pt x="18153" y="1677"/>
                  <a:pt x="18383" y="1578"/>
                  <a:pt x="18613" y="1578"/>
                </a:cubicBezTo>
                <a:cubicBezTo>
                  <a:pt x="18613" y="49"/>
                  <a:pt x="18613" y="49"/>
                  <a:pt x="18613" y="49"/>
                </a:cubicBezTo>
                <a:cubicBezTo>
                  <a:pt x="18555" y="0"/>
                  <a:pt x="18555" y="0"/>
                  <a:pt x="18555" y="0"/>
                </a:cubicBezTo>
                <a:lnTo>
                  <a:pt x="15626" y="3107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3" name="Freeform 47"/>
          <p:cNvSpPr/>
          <p:nvPr/>
        </p:nvSpPr>
        <p:spPr xmlns:m="http://schemas.openxmlformats.org/officeDocument/2006/math" xmlns:a14="http://schemas.microsoft.com/office/drawing/2010/main">
          <a:xfrm>
            <a:off x="9290325" y="3518252"/>
            <a:ext cx="345141" cy="6938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64" h="21559" fill="norm" stroke="1" extrusionOk="0">
                <a:moveTo>
                  <a:pt x="16133" y="9709"/>
                </a:moveTo>
                <a:cubicBezTo>
                  <a:pt x="16533" y="9642"/>
                  <a:pt x="16933" y="9506"/>
                  <a:pt x="17067" y="9303"/>
                </a:cubicBezTo>
                <a:cubicBezTo>
                  <a:pt x="20000" y="5376"/>
                  <a:pt x="20000" y="5376"/>
                  <a:pt x="20000" y="5376"/>
                </a:cubicBezTo>
                <a:cubicBezTo>
                  <a:pt x="20267" y="5105"/>
                  <a:pt x="20000" y="4767"/>
                  <a:pt x="19600" y="4631"/>
                </a:cubicBezTo>
                <a:cubicBezTo>
                  <a:pt x="20800" y="3074"/>
                  <a:pt x="20800" y="3074"/>
                  <a:pt x="20800" y="3074"/>
                </a:cubicBezTo>
                <a:cubicBezTo>
                  <a:pt x="21600" y="1923"/>
                  <a:pt x="20533" y="568"/>
                  <a:pt x="18267" y="162"/>
                </a:cubicBezTo>
                <a:cubicBezTo>
                  <a:pt x="17600" y="27"/>
                  <a:pt x="16800" y="-41"/>
                  <a:pt x="16133" y="27"/>
                </a:cubicBezTo>
                <a:cubicBezTo>
                  <a:pt x="16133" y="3886"/>
                  <a:pt x="16133" y="3886"/>
                  <a:pt x="16133" y="3886"/>
                </a:cubicBezTo>
                <a:cubicBezTo>
                  <a:pt x="16800" y="4089"/>
                  <a:pt x="16800" y="4089"/>
                  <a:pt x="16800" y="4089"/>
                </a:cubicBezTo>
                <a:cubicBezTo>
                  <a:pt x="16133" y="3954"/>
                  <a:pt x="16133" y="3954"/>
                  <a:pt x="16133" y="3954"/>
                </a:cubicBezTo>
                <a:cubicBezTo>
                  <a:pt x="16133" y="5714"/>
                  <a:pt x="16133" y="5714"/>
                  <a:pt x="16133" y="5714"/>
                </a:cubicBezTo>
                <a:cubicBezTo>
                  <a:pt x="16667" y="5037"/>
                  <a:pt x="16667" y="5037"/>
                  <a:pt x="16667" y="5037"/>
                </a:cubicBezTo>
                <a:cubicBezTo>
                  <a:pt x="16800" y="4834"/>
                  <a:pt x="16800" y="4563"/>
                  <a:pt x="16400" y="4428"/>
                </a:cubicBezTo>
                <a:cubicBezTo>
                  <a:pt x="18533" y="4834"/>
                  <a:pt x="18533" y="4834"/>
                  <a:pt x="18533" y="4834"/>
                </a:cubicBezTo>
                <a:cubicBezTo>
                  <a:pt x="19067" y="4902"/>
                  <a:pt x="19467" y="5241"/>
                  <a:pt x="19200" y="5579"/>
                </a:cubicBezTo>
                <a:cubicBezTo>
                  <a:pt x="16667" y="8897"/>
                  <a:pt x="16667" y="8897"/>
                  <a:pt x="16667" y="8897"/>
                </a:cubicBezTo>
                <a:cubicBezTo>
                  <a:pt x="16533" y="9032"/>
                  <a:pt x="16400" y="9100"/>
                  <a:pt x="16133" y="9168"/>
                </a:cubicBezTo>
                <a:lnTo>
                  <a:pt x="16133" y="9709"/>
                </a:lnTo>
                <a:close/>
                <a:moveTo>
                  <a:pt x="8800" y="19189"/>
                </a:moveTo>
                <a:cubicBezTo>
                  <a:pt x="16133" y="9709"/>
                  <a:pt x="16133" y="9709"/>
                  <a:pt x="16133" y="9709"/>
                </a:cubicBezTo>
                <a:cubicBezTo>
                  <a:pt x="16133" y="9709"/>
                  <a:pt x="16133" y="9709"/>
                  <a:pt x="16133" y="9709"/>
                </a:cubicBezTo>
                <a:cubicBezTo>
                  <a:pt x="16133" y="9168"/>
                  <a:pt x="16133" y="9168"/>
                  <a:pt x="16133" y="9168"/>
                </a:cubicBezTo>
                <a:cubicBezTo>
                  <a:pt x="15867" y="9235"/>
                  <a:pt x="15600" y="9235"/>
                  <a:pt x="15200" y="9235"/>
                </a:cubicBezTo>
                <a:cubicBezTo>
                  <a:pt x="13067" y="8762"/>
                  <a:pt x="13067" y="8762"/>
                  <a:pt x="13067" y="8762"/>
                </a:cubicBezTo>
                <a:cubicBezTo>
                  <a:pt x="13067" y="8762"/>
                  <a:pt x="13067" y="8762"/>
                  <a:pt x="13067" y="8762"/>
                </a:cubicBezTo>
                <a:cubicBezTo>
                  <a:pt x="13600" y="8762"/>
                  <a:pt x="14000" y="8626"/>
                  <a:pt x="14133" y="8423"/>
                </a:cubicBezTo>
                <a:cubicBezTo>
                  <a:pt x="16133" y="5714"/>
                  <a:pt x="16133" y="5714"/>
                  <a:pt x="16133" y="5714"/>
                </a:cubicBezTo>
                <a:cubicBezTo>
                  <a:pt x="16133" y="3954"/>
                  <a:pt x="16133" y="3954"/>
                  <a:pt x="16133" y="3954"/>
                </a:cubicBezTo>
                <a:cubicBezTo>
                  <a:pt x="11333" y="3006"/>
                  <a:pt x="11333" y="3006"/>
                  <a:pt x="11333" y="3006"/>
                </a:cubicBezTo>
                <a:cubicBezTo>
                  <a:pt x="10667" y="2938"/>
                  <a:pt x="10133" y="3141"/>
                  <a:pt x="9867" y="3412"/>
                </a:cubicBezTo>
                <a:cubicBezTo>
                  <a:pt x="6933" y="7272"/>
                  <a:pt x="6933" y="7272"/>
                  <a:pt x="6933" y="7272"/>
                </a:cubicBezTo>
                <a:cubicBezTo>
                  <a:pt x="6800" y="7543"/>
                  <a:pt x="6933" y="7746"/>
                  <a:pt x="7200" y="7949"/>
                </a:cubicBezTo>
                <a:cubicBezTo>
                  <a:pt x="4667" y="11335"/>
                  <a:pt x="4667" y="11335"/>
                  <a:pt x="4667" y="11335"/>
                </a:cubicBezTo>
                <a:cubicBezTo>
                  <a:pt x="4667" y="17293"/>
                  <a:pt x="4667" y="17293"/>
                  <a:pt x="4667" y="17293"/>
                </a:cubicBezTo>
                <a:cubicBezTo>
                  <a:pt x="4800" y="17293"/>
                  <a:pt x="4933" y="17361"/>
                  <a:pt x="5200" y="17361"/>
                </a:cubicBezTo>
                <a:cubicBezTo>
                  <a:pt x="5733" y="17496"/>
                  <a:pt x="6133" y="17835"/>
                  <a:pt x="6000" y="18106"/>
                </a:cubicBezTo>
                <a:cubicBezTo>
                  <a:pt x="6400" y="17835"/>
                  <a:pt x="7067" y="17767"/>
                  <a:pt x="7733" y="17835"/>
                </a:cubicBezTo>
                <a:cubicBezTo>
                  <a:pt x="8400" y="18038"/>
                  <a:pt x="8800" y="18444"/>
                  <a:pt x="8533" y="18783"/>
                </a:cubicBezTo>
                <a:cubicBezTo>
                  <a:pt x="8400" y="18986"/>
                  <a:pt x="8400" y="18986"/>
                  <a:pt x="8400" y="18986"/>
                </a:cubicBezTo>
                <a:cubicBezTo>
                  <a:pt x="4667" y="20272"/>
                  <a:pt x="4667" y="20272"/>
                  <a:pt x="4667" y="20272"/>
                </a:cubicBezTo>
                <a:cubicBezTo>
                  <a:pt x="4667" y="20679"/>
                  <a:pt x="4667" y="20679"/>
                  <a:pt x="4667" y="20679"/>
                </a:cubicBezTo>
                <a:cubicBezTo>
                  <a:pt x="8800" y="19189"/>
                  <a:pt x="8800" y="19189"/>
                  <a:pt x="8800" y="19189"/>
                </a:cubicBezTo>
                <a:close/>
                <a:moveTo>
                  <a:pt x="16133" y="27"/>
                </a:moveTo>
                <a:cubicBezTo>
                  <a:pt x="16133" y="3886"/>
                  <a:pt x="16133" y="3886"/>
                  <a:pt x="16133" y="3886"/>
                </a:cubicBezTo>
                <a:cubicBezTo>
                  <a:pt x="11733" y="2397"/>
                  <a:pt x="11733" y="2397"/>
                  <a:pt x="11733" y="2397"/>
                </a:cubicBezTo>
                <a:cubicBezTo>
                  <a:pt x="12533" y="1449"/>
                  <a:pt x="12533" y="1449"/>
                  <a:pt x="12533" y="1449"/>
                </a:cubicBezTo>
                <a:cubicBezTo>
                  <a:pt x="13067" y="636"/>
                  <a:pt x="14533" y="94"/>
                  <a:pt x="16133" y="27"/>
                </a:cubicBezTo>
                <a:close/>
                <a:moveTo>
                  <a:pt x="4667" y="11335"/>
                </a:moveTo>
                <a:cubicBezTo>
                  <a:pt x="0" y="17429"/>
                  <a:pt x="0" y="17429"/>
                  <a:pt x="0" y="17429"/>
                </a:cubicBezTo>
                <a:cubicBezTo>
                  <a:pt x="2000" y="21559"/>
                  <a:pt x="2000" y="21559"/>
                  <a:pt x="2000" y="21559"/>
                </a:cubicBezTo>
                <a:cubicBezTo>
                  <a:pt x="4667" y="20679"/>
                  <a:pt x="4667" y="20679"/>
                  <a:pt x="4667" y="20679"/>
                </a:cubicBezTo>
                <a:cubicBezTo>
                  <a:pt x="4667" y="20272"/>
                  <a:pt x="4667" y="20272"/>
                  <a:pt x="4667" y="20272"/>
                </a:cubicBezTo>
                <a:cubicBezTo>
                  <a:pt x="4400" y="20340"/>
                  <a:pt x="4400" y="20340"/>
                  <a:pt x="4400" y="20340"/>
                </a:cubicBezTo>
                <a:cubicBezTo>
                  <a:pt x="1733" y="19866"/>
                  <a:pt x="1733" y="19866"/>
                  <a:pt x="1733" y="19866"/>
                </a:cubicBezTo>
                <a:cubicBezTo>
                  <a:pt x="667" y="17496"/>
                  <a:pt x="667" y="17496"/>
                  <a:pt x="667" y="17496"/>
                </a:cubicBezTo>
                <a:cubicBezTo>
                  <a:pt x="667" y="17496"/>
                  <a:pt x="667" y="17496"/>
                  <a:pt x="667" y="17496"/>
                </a:cubicBezTo>
                <a:cubicBezTo>
                  <a:pt x="800" y="17293"/>
                  <a:pt x="800" y="17293"/>
                  <a:pt x="800" y="17293"/>
                </a:cubicBezTo>
                <a:cubicBezTo>
                  <a:pt x="1067" y="16887"/>
                  <a:pt x="1867" y="16751"/>
                  <a:pt x="2533" y="16887"/>
                </a:cubicBezTo>
                <a:cubicBezTo>
                  <a:pt x="3200" y="16955"/>
                  <a:pt x="3600" y="17293"/>
                  <a:pt x="3467" y="17632"/>
                </a:cubicBezTo>
                <a:cubicBezTo>
                  <a:pt x="3733" y="17429"/>
                  <a:pt x="4133" y="17293"/>
                  <a:pt x="4667" y="17293"/>
                </a:cubicBezTo>
                <a:lnTo>
                  <a:pt x="4667" y="11335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/>
            </a:pPr>
          </a:p>
        </p:txBody>
      </p:sp>
      <p:sp>
        <p:nvSpPr>
          <p:cNvPr id="34" name="Freeform 48"/>
          <p:cNvSpPr/>
          <p:nvPr/>
        </p:nvSpPr>
        <p:spPr xmlns:m="http://schemas.openxmlformats.org/officeDocument/2006/math" xmlns:a14="http://schemas.microsoft.com/office/drawing/2010/main">
          <a:xfrm>
            <a:off x="8055571" y="3605805"/>
            <a:ext cx="579288" cy="5792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2842"/>
                  <a:pt x="10800" y="2842"/>
                  <a:pt x="10800" y="2842"/>
                </a:cubicBezTo>
                <a:cubicBezTo>
                  <a:pt x="11450" y="2842"/>
                  <a:pt x="11937" y="2436"/>
                  <a:pt x="12180" y="1949"/>
                </a:cubicBezTo>
                <a:cubicBezTo>
                  <a:pt x="15997" y="2517"/>
                  <a:pt x="19083" y="5603"/>
                  <a:pt x="19651" y="9501"/>
                </a:cubicBezTo>
                <a:cubicBezTo>
                  <a:pt x="19164" y="9663"/>
                  <a:pt x="18758" y="10150"/>
                  <a:pt x="18758" y="10800"/>
                </a:cubicBezTo>
                <a:cubicBezTo>
                  <a:pt x="18758" y="11368"/>
                  <a:pt x="19164" y="11937"/>
                  <a:pt x="19651" y="12099"/>
                </a:cubicBezTo>
                <a:cubicBezTo>
                  <a:pt x="19083" y="15997"/>
                  <a:pt x="15997" y="19083"/>
                  <a:pt x="12180" y="19651"/>
                </a:cubicBezTo>
                <a:cubicBezTo>
                  <a:pt x="12180" y="19651"/>
                  <a:pt x="12180" y="19651"/>
                  <a:pt x="12180" y="19651"/>
                </a:cubicBezTo>
                <a:cubicBezTo>
                  <a:pt x="11937" y="19164"/>
                  <a:pt x="11450" y="18758"/>
                  <a:pt x="10800" y="18758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6809" y="21600"/>
                  <a:pt x="21600" y="16728"/>
                  <a:pt x="21600" y="10800"/>
                </a:cubicBezTo>
                <a:cubicBezTo>
                  <a:pt x="21600" y="4791"/>
                  <a:pt x="16809" y="0"/>
                  <a:pt x="10800" y="0"/>
                </a:cubicBezTo>
                <a:close/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4872" y="0"/>
                  <a:pt x="0" y="4791"/>
                  <a:pt x="0" y="10800"/>
                </a:cubicBezTo>
                <a:cubicBezTo>
                  <a:pt x="0" y="16728"/>
                  <a:pt x="4872" y="21600"/>
                  <a:pt x="10800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18758"/>
                  <a:pt x="10800" y="18758"/>
                  <a:pt x="10800" y="18758"/>
                </a:cubicBezTo>
                <a:cubicBezTo>
                  <a:pt x="10800" y="18758"/>
                  <a:pt x="10800" y="18758"/>
                  <a:pt x="10800" y="18758"/>
                </a:cubicBezTo>
                <a:cubicBezTo>
                  <a:pt x="10232" y="18758"/>
                  <a:pt x="9744" y="19164"/>
                  <a:pt x="9501" y="19651"/>
                </a:cubicBezTo>
                <a:cubicBezTo>
                  <a:pt x="5603" y="19083"/>
                  <a:pt x="2517" y="15997"/>
                  <a:pt x="1949" y="12099"/>
                </a:cubicBezTo>
                <a:cubicBezTo>
                  <a:pt x="2517" y="11937"/>
                  <a:pt x="2842" y="11368"/>
                  <a:pt x="2842" y="10800"/>
                </a:cubicBezTo>
                <a:cubicBezTo>
                  <a:pt x="2842" y="10150"/>
                  <a:pt x="2517" y="9663"/>
                  <a:pt x="1949" y="9501"/>
                </a:cubicBezTo>
                <a:cubicBezTo>
                  <a:pt x="2517" y="5603"/>
                  <a:pt x="5603" y="2517"/>
                  <a:pt x="9501" y="1949"/>
                </a:cubicBezTo>
                <a:cubicBezTo>
                  <a:pt x="9744" y="2436"/>
                  <a:pt x="10232" y="2842"/>
                  <a:pt x="10800" y="2842"/>
                </a:cubicBezTo>
                <a:cubicBezTo>
                  <a:pt x="10800" y="2842"/>
                  <a:pt x="10800" y="2842"/>
                  <a:pt x="10800" y="2842"/>
                </a:cubicBezTo>
                <a:lnTo>
                  <a:pt x="1080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5" name="Freeform 49"/>
          <p:cNvSpPr/>
          <p:nvPr/>
        </p:nvSpPr>
        <p:spPr xmlns:m="http://schemas.openxmlformats.org/officeDocument/2006/math" xmlns:a14="http://schemas.microsoft.com/office/drawing/2010/main">
          <a:xfrm>
            <a:off x="8161908" y="3789907"/>
            <a:ext cx="288850" cy="1523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138" y="0"/>
                </a:moveTo>
                <a:cubicBezTo>
                  <a:pt x="15104" y="9257"/>
                  <a:pt x="15104" y="9257"/>
                  <a:pt x="15104" y="9257"/>
                </a:cubicBezTo>
                <a:cubicBezTo>
                  <a:pt x="14779" y="8949"/>
                  <a:pt x="14292" y="8640"/>
                  <a:pt x="13642" y="8640"/>
                </a:cubicBezTo>
                <a:cubicBezTo>
                  <a:pt x="12180" y="8640"/>
                  <a:pt x="10881" y="10491"/>
                  <a:pt x="10556" y="12960"/>
                </a:cubicBezTo>
                <a:cubicBezTo>
                  <a:pt x="0" y="12960"/>
                  <a:pt x="0" y="12960"/>
                  <a:pt x="0" y="12960"/>
                </a:cubicBezTo>
                <a:cubicBezTo>
                  <a:pt x="0" y="17280"/>
                  <a:pt x="0" y="17280"/>
                  <a:pt x="0" y="17280"/>
                </a:cubicBezTo>
                <a:cubicBezTo>
                  <a:pt x="10556" y="17280"/>
                  <a:pt x="10556" y="17280"/>
                  <a:pt x="10556" y="17280"/>
                </a:cubicBezTo>
                <a:cubicBezTo>
                  <a:pt x="10881" y="19749"/>
                  <a:pt x="12180" y="21600"/>
                  <a:pt x="13642" y="21600"/>
                </a:cubicBezTo>
                <a:cubicBezTo>
                  <a:pt x="15591" y="21600"/>
                  <a:pt x="17053" y="18514"/>
                  <a:pt x="17053" y="15120"/>
                </a:cubicBezTo>
                <a:cubicBezTo>
                  <a:pt x="17053" y="14194"/>
                  <a:pt x="16890" y="13269"/>
                  <a:pt x="16728" y="12343"/>
                </a:cubicBezTo>
                <a:cubicBezTo>
                  <a:pt x="21600" y="2777"/>
                  <a:pt x="21600" y="2777"/>
                  <a:pt x="21600" y="2777"/>
                </a:cubicBezTo>
                <a:lnTo>
                  <a:pt x="20138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6" name="Freeform 52"/>
          <p:cNvSpPr/>
          <p:nvPr/>
        </p:nvSpPr>
        <p:spPr xmlns:m="http://schemas.openxmlformats.org/officeDocument/2006/math" xmlns:a14="http://schemas.microsoft.com/office/drawing/2010/main">
          <a:xfrm>
            <a:off x="6900660" y="1782241"/>
            <a:ext cx="666089" cy="5373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81" h="21016" fill="norm" stroke="1" extrusionOk="0">
                <a:moveTo>
                  <a:pt x="21181" y="7342"/>
                </a:moveTo>
                <a:cubicBezTo>
                  <a:pt x="20696" y="6403"/>
                  <a:pt x="20696" y="6403"/>
                  <a:pt x="20696" y="6403"/>
                </a:cubicBezTo>
                <a:cubicBezTo>
                  <a:pt x="5050" y="19295"/>
                  <a:pt x="5050" y="19295"/>
                  <a:pt x="5050" y="19295"/>
                </a:cubicBezTo>
                <a:cubicBezTo>
                  <a:pt x="3943" y="20234"/>
                  <a:pt x="2350" y="19722"/>
                  <a:pt x="1519" y="18270"/>
                </a:cubicBezTo>
                <a:cubicBezTo>
                  <a:pt x="689" y="16734"/>
                  <a:pt x="896" y="14770"/>
                  <a:pt x="2004" y="13831"/>
                </a:cubicBezTo>
                <a:cubicBezTo>
                  <a:pt x="17719" y="939"/>
                  <a:pt x="17719" y="939"/>
                  <a:pt x="17719" y="939"/>
                </a:cubicBezTo>
                <a:cubicBezTo>
                  <a:pt x="17166" y="0"/>
                  <a:pt x="17166" y="0"/>
                  <a:pt x="17166" y="0"/>
                </a:cubicBezTo>
                <a:cubicBezTo>
                  <a:pt x="1381" y="13062"/>
                  <a:pt x="1381" y="13062"/>
                  <a:pt x="1381" y="13062"/>
                </a:cubicBezTo>
                <a:cubicBezTo>
                  <a:pt x="-142" y="14258"/>
                  <a:pt x="-419" y="16904"/>
                  <a:pt x="619" y="18953"/>
                </a:cubicBezTo>
                <a:cubicBezTo>
                  <a:pt x="1727" y="21002"/>
                  <a:pt x="3873" y="21600"/>
                  <a:pt x="5327" y="20405"/>
                </a:cubicBezTo>
                <a:lnTo>
                  <a:pt x="21181" y="7342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7" name="Freeform 53"/>
          <p:cNvSpPr/>
          <p:nvPr/>
        </p:nvSpPr>
        <p:spPr xmlns:m="http://schemas.openxmlformats.org/officeDocument/2006/math" xmlns:a14="http://schemas.microsoft.com/office/drawing/2010/main">
          <a:xfrm>
            <a:off x="7406137" y="1755478"/>
            <a:ext cx="181560" cy="2509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41" h="21085" fill="norm" stroke="1" extrusionOk="0">
                <a:moveTo>
                  <a:pt x="19763" y="20766"/>
                </a:moveTo>
                <a:cubicBezTo>
                  <a:pt x="18758" y="21315"/>
                  <a:pt x="17251" y="21132"/>
                  <a:pt x="16749" y="20400"/>
                </a:cubicBezTo>
                <a:cubicBezTo>
                  <a:pt x="423" y="2644"/>
                  <a:pt x="423" y="2644"/>
                  <a:pt x="423" y="2644"/>
                </a:cubicBezTo>
                <a:cubicBezTo>
                  <a:pt x="-330" y="1912"/>
                  <a:pt x="-79" y="813"/>
                  <a:pt x="1177" y="264"/>
                </a:cubicBezTo>
                <a:cubicBezTo>
                  <a:pt x="2182" y="-285"/>
                  <a:pt x="3689" y="81"/>
                  <a:pt x="4442" y="813"/>
                </a:cubicBezTo>
                <a:cubicBezTo>
                  <a:pt x="20517" y="18386"/>
                  <a:pt x="20517" y="18386"/>
                  <a:pt x="20517" y="18386"/>
                </a:cubicBezTo>
                <a:cubicBezTo>
                  <a:pt x="21270" y="19301"/>
                  <a:pt x="21019" y="20217"/>
                  <a:pt x="19763" y="20766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8" name="Freeform 54"/>
          <p:cNvSpPr/>
          <p:nvPr/>
        </p:nvSpPr>
        <p:spPr xmlns:m="http://schemas.openxmlformats.org/officeDocument/2006/math" xmlns:a14="http://schemas.microsoft.com/office/drawing/2010/main">
          <a:xfrm>
            <a:off x="6976351" y="1928254"/>
            <a:ext cx="514217" cy="3280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062" fill="norm" stroke="1" extrusionOk="0">
                <a:moveTo>
                  <a:pt x="21600" y="1823"/>
                </a:moveTo>
                <a:cubicBezTo>
                  <a:pt x="20776" y="0"/>
                  <a:pt x="20776" y="0"/>
                  <a:pt x="20776" y="0"/>
                </a:cubicBezTo>
                <a:cubicBezTo>
                  <a:pt x="2288" y="18935"/>
                  <a:pt x="2288" y="18935"/>
                  <a:pt x="2288" y="18935"/>
                </a:cubicBezTo>
                <a:cubicBezTo>
                  <a:pt x="1556" y="19636"/>
                  <a:pt x="732" y="19636"/>
                  <a:pt x="0" y="19075"/>
                </a:cubicBezTo>
                <a:cubicBezTo>
                  <a:pt x="0" y="19216"/>
                  <a:pt x="0" y="19216"/>
                  <a:pt x="92" y="19356"/>
                </a:cubicBezTo>
                <a:cubicBezTo>
                  <a:pt x="824" y="21039"/>
                  <a:pt x="2288" y="21600"/>
                  <a:pt x="3295" y="20478"/>
                </a:cubicBezTo>
                <a:lnTo>
                  <a:pt x="21600" y="1823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9" name="Freeform 55"/>
          <p:cNvSpPr/>
          <p:nvPr/>
        </p:nvSpPr>
        <p:spPr xmlns:m="http://schemas.openxmlformats.org/officeDocument/2006/math" xmlns:a14="http://schemas.microsoft.com/office/drawing/2010/main">
          <a:xfrm>
            <a:off x="6557361" y="2226848"/>
            <a:ext cx="296786" cy="5171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59" fill="norm" stroke="1" extrusionOk="0">
                <a:moveTo>
                  <a:pt x="9371" y="18205"/>
                </a:moveTo>
                <a:cubicBezTo>
                  <a:pt x="9053" y="18205"/>
                  <a:pt x="8894" y="18205"/>
                  <a:pt x="8576" y="18205"/>
                </a:cubicBezTo>
                <a:cubicBezTo>
                  <a:pt x="8576" y="21459"/>
                  <a:pt x="8576" y="21459"/>
                  <a:pt x="8576" y="21459"/>
                </a:cubicBezTo>
                <a:cubicBezTo>
                  <a:pt x="9847" y="21459"/>
                  <a:pt x="11118" y="21007"/>
                  <a:pt x="11435" y="20284"/>
                </a:cubicBezTo>
                <a:cubicBezTo>
                  <a:pt x="11753" y="19380"/>
                  <a:pt x="10959" y="18477"/>
                  <a:pt x="9371" y="18205"/>
                </a:cubicBezTo>
                <a:close/>
                <a:moveTo>
                  <a:pt x="8576" y="16759"/>
                </a:moveTo>
                <a:cubicBezTo>
                  <a:pt x="8576" y="7270"/>
                  <a:pt x="8576" y="7270"/>
                  <a:pt x="8576" y="7270"/>
                </a:cubicBezTo>
                <a:cubicBezTo>
                  <a:pt x="9847" y="6728"/>
                  <a:pt x="11276" y="6547"/>
                  <a:pt x="12865" y="6547"/>
                </a:cubicBezTo>
                <a:cubicBezTo>
                  <a:pt x="15406" y="1034"/>
                  <a:pt x="15406" y="1034"/>
                  <a:pt x="15406" y="1034"/>
                </a:cubicBezTo>
                <a:cubicBezTo>
                  <a:pt x="15724" y="311"/>
                  <a:pt x="16994" y="-141"/>
                  <a:pt x="18106" y="40"/>
                </a:cubicBezTo>
                <a:cubicBezTo>
                  <a:pt x="19376" y="221"/>
                  <a:pt x="20012" y="944"/>
                  <a:pt x="19694" y="1667"/>
                </a:cubicBezTo>
                <a:cubicBezTo>
                  <a:pt x="17312" y="7180"/>
                  <a:pt x="17312" y="7180"/>
                  <a:pt x="17312" y="7180"/>
                </a:cubicBezTo>
                <a:cubicBezTo>
                  <a:pt x="19853" y="7993"/>
                  <a:pt x="21600" y="9710"/>
                  <a:pt x="20647" y="11969"/>
                </a:cubicBezTo>
                <a:cubicBezTo>
                  <a:pt x="20647" y="11969"/>
                  <a:pt x="19853" y="13777"/>
                  <a:pt x="19376" y="14681"/>
                </a:cubicBezTo>
                <a:cubicBezTo>
                  <a:pt x="19376" y="14681"/>
                  <a:pt x="19376" y="14681"/>
                  <a:pt x="19376" y="14681"/>
                </a:cubicBezTo>
                <a:cubicBezTo>
                  <a:pt x="18741" y="15946"/>
                  <a:pt x="21600" y="16759"/>
                  <a:pt x="21600" y="16759"/>
                </a:cubicBezTo>
                <a:cubicBezTo>
                  <a:pt x="20806" y="18567"/>
                  <a:pt x="20806" y="18567"/>
                  <a:pt x="20806" y="18567"/>
                </a:cubicBezTo>
                <a:lnTo>
                  <a:pt x="8576" y="16759"/>
                </a:lnTo>
                <a:close/>
                <a:moveTo>
                  <a:pt x="8576" y="18205"/>
                </a:moveTo>
                <a:cubicBezTo>
                  <a:pt x="7306" y="18205"/>
                  <a:pt x="6035" y="18657"/>
                  <a:pt x="5718" y="19380"/>
                </a:cubicBezTo>
                <a:cubicBezTo>
                  <a:pt x="5400" y="20284"/>
                  <a:pt x="6353" y="21188"/>
                  <a:pt x="7941" y="21459"/>
                </a:cubicBezTo>
                <a:cubicBezTo>
                  <a:pt x="8100" y="21459"/>
                  <a:pt x="8418" y="21459"/>
                  <a:pt x="8576" y="21459"/>
                </a:cubicBezTo>
                <a:cubicBezTo>
                  <a:pt x="8576" y="18205"/>
                  <a:pt x="8576" y="18205"/>
                  <a:pt x="8576" y="18205"/>
                </a:cubicBezTo>
                <a:close/>
                <a:moveTo>
                  <a:pt x="8576" y="7270"/>
                </a:moveTo>
                <a:cubicBezTo>
                  <a:pt x="8576" y="16759"/>
                  <a:pt x="8576" y="16759"/>
                  <a:pt x="8576" y="16759"/>
                </a:cubicBezTo>
                <a:cubicBezTo>
                  <a:pt x="0" y="15494"/>
                  <a:pt x="0" y="15494"/>
                  <a:pt x="0" y="15494"/>
                </a:cubicBezTo>
                <a:cubicBezTo>
                  <a:pt x="794" y="13596"/>
                  <a:pt x="794" y="13596"/>
                  <a:pt x="794" y="13596"/>
                </a:cubicBezTo>
                <a:cubicBezTo>
                  <a:pt x="794" y="13596"/>
                  <a:pt x="3971" y="13777"/>
                  <a:pt x="4606" y="12512"/>
                </a:cubicBezTo>
                <a:cubicBezTo>
                  <a:pt x="5082" y="11427"/>
                  <a:pt x="5876" y="9710"/>
                  <a:pt x="5876" y="9710"/>
                </a:cubicBezTo>
                <a:cubicBezTo>
                  <a:pt x="6353" y="8626"/>
                  <a:pt x="7306" y="7812"/>
                  <a:pt x="8576" y="727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0" name="Freeform 56"/>
          <p:cNvSpPr/>
          <p:nvPr/>
        </p:nvSpPr>
        <p:spPr xmlns:m="http://schemas.openxmlformats.org/officeDocument/2006/math" xmlns:a14="http://schemas.microsoft.com/office/drawing/2010/main">
          <a:xfrm>
            <a:off x="6287556" y="3313781"/>
            <a:ext cx="555481" cy="604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79" y="12321"/>
                </a:moveTo>
                <a:cubicBezTo>
                  <a:pt x="16518" y="11619"/>
                  <a:pt x="16772" y="10839"/>
                  <a:pt x="16772" y="9981"/>
                </a:cubicBezTo>
                <a:cubicBezTo>
                  <a:pt x="16772" y="9123"/>
                  <a:pt x="16518" y="8344"/>
                  <a:pt x="16179" y="7642"/>
                </a:cubicBezTo>
                <a:cubicBezTo>
                  <a:pt x="16179" y="12321"/>
                  <a:pt x="16179" y="12321"/>
                  <a:pt x="16179" y="12321"/>
                </a:cubicBezTo>
                <a:close/>
                <a:moveTo>
                  <a:pt x="16179" y="15674"/>
                </a:moveTo>
                <a:cubicBezTo>
                  <a:pt x="16179" y="14426"/>
                  <a:pt x="16179" y="14426"/>
                  <a:pt x="16179" y="14426"/>
                </a:cubicBezTo>
                <a:cubicBezTo>
                  <a:pt x="16348" y="14426"/>
                  <a:pt x="16433" y="14426"/>
                  <a:pt x="16602" y="14582"/>
                </a:cubicBezTo>
                <a:cubicBezTo>
                  <a:pt x="16602" y="14582"/>
                  <a:pt x="16602" y="14582"/>
                  <a:pt x="16602" y="14582"/>
                </a:cubicBezTo>
                <a:cubicBezTo>
                  <a:pt x="18466" y="16297"/>
                  <a:pt x="18466" y="16297"/>
                  <a:pt x="18466" y="16297"/>
                </a:cubicBezTo>
                <a:cubicBezTo>
                  <a:pt x="18635" y="16453"/>
                  <a:pt x="18635" y="16843"/>
                  <a:pt x="18466" y="16999"/>
                </a:cubicBezTo>
                <a:cubicBezTo>
                  <a:pt x="18212" y="17233"/>
                  <a:pt x="17873" y="17233"/>
                  <a:pt x="17704" y="16999"/>
                </a:cubicBezTo>
                <a:cubicBezTo>
                  <a:pt x="16179" y="15674"/>
                  <a:pt x="16179" y="15674"/>
                  <a:pt x="16179" y="15674"/>
                </a:cubicBezTo>
                <a:close/>
                <a:moveTo>
                  <a:pt x="16179" y="5536"/>
                </a:moveTo>
                <a:cubicBezTo>
                  <a:pt x="16179" y="4289"/>
                  <a:pt x="16179" y="4289"/>
                  <a:pt x="16179" y="4289"/>
                </a:cubicBezTo>
                <a:cubicBezTo>
                  <a:pt x="17704" y="2963"/>
                  <a:pt x="17704" y="2963"/>
                  <a:pt x="17704" y="2963"/>
                </a:cubicBezTo>
                <a:cubicBezTo>
                  <a:pt x="17873" y="2729"/>
                  <a:pt x="18212" y="2729"/>
                  <a:pt x="18466" y="2963"/>
                </a:cubicBezTo>
                <a:cubicBezTo>
                  <a:pt x="18635" y="3119"/>
                  <a:pt x="18635" y="3431"/>
                  <a:pt x="18466" y="3665"/>
                </a:cubicBezTo>
                <a:cubicBezTo>
                  <a:pt x="16602" y="5381"/>
                  <a:pt x="16602" y="5381"/>
                  <a:pt x="16602" y="5381"/>
                </a:cubicBezTo>
                <a:cubicBezTo>
                  <a:pt x="16602" y="5381"/>
                  <a:pt x="16602" y="5381"/>
                  <a:pt x="16602" y="5381"/>
                </a:cubicBezTo>
                <a:cubicBezTo>
                  <a:pt x="16433" y="5536"/>
                  <a:pt x="16348" y="5536"/>
                  <a:pt x="16179" y="5536"/>
                </a:cubicBezTo>
                <a:close/>
                <a:moveTo>
                  <a:pt x="21092" y="9435"/>
                </a:moveTo>
                <a:cubicBezTo>
                  <a:pt x="21092" y="9435"/>
                  <a:pt x="21092" y="9435"/>
                  <a:pt x="21092" y="9435"/>
                </a:cubicBezTo>
                <a:cubicBezTo>
                  <a:pt x="18381" y="9435"/>
                  <a:pt x="18381" y="9435"/>
                  <a:pt x="18381" y="9435"/>
                </a:cubicBezTo>
                <a:cubicBezTo>
                  <a:pt x="18127" y="9435"/>
                  <a:pt x="17873" y="9669"/>
                  <a:pt x="17873" y="9981"/>
                </a:cubicBezTo>
                <a:cubicBezTo>
                  <a:pt x="17873" y="10293"/>
                  <a:pt x="18127" y="10449"/>
                  <a:pt x="18381" y="10449"/>
                </a:cubicBezTo>
                <a:cubicBezTo>
                  <a:pt x="21092" y="10449"/>
                  <a:pt x="21092" y="10449"/>
                  <a:pt x="21092" y="10449"/>
                </a:cubicBezTo>
                <a:cubicBezTo>
                  <a:pt x="21346" y="10449"/>
                  <a:pt x="21600" y="10293"/>
                  <a:pt x="21600" y="9981"/>
                </a:cubicBezTo>
                <a:cubicBezTo>
                  <a:pt x="21600" y="9669"/>
                  <a:pt x="21346" y="9435"/>
                  <a:pt x="21092" y="9435"/>
                </a:cubicBezTo>
                <a:close/>
                <a:moveTo>
                  <a:pt x="10758" y="21600"/>
                </a:moveTo>
                <a:cubicBezTo>
                  <a:pt x="11181" y="21600"/>
                  <a:pt x="11181" y="21600"/>
                  <a:pt x="11181" y="21600"/>
                </a:cubicBezTo>
                <a:cubicBezTo>
                  <a:pt x="12791" y="21600"/>
                  <a:pt x="14146" y="20430"/>
                  <a:pt x="14146" y="18871"/>
                </a:cubicBezTo>
                <a:cubicBezTo>
                  <a:pt x="14146" y="14504"/>
                  <a:pt x="14146" y="14504"/>
                  <a:pt x="14146" y="14504"/>
                </a:cubicBezTo>
                <a:cubicBezTo>
                  <a:pt x="14993" y="13958"/>
                  <a:pt x="15755" y="13178"/>
                  <a:pt x="16179" y="12321"/>
                </a:cubicBezTo>
                <a:cubicBezTo>
                  <a:pt x="16179" y="7642"/>
                  <a:pt x="16179" y="7642"/>
                  <a:pt x="16179" y="7642"/>
                </a:cubicBezTo>
                <a:cubicBezTo>
                  <a:pt x="15247" y="5770"/>
                  <a:pt x="13214" y="4445"/>
                  <a:pt x="10758" y="4445"/>
                </a:cubicBezTo>
                <a:cubicBezTo>
                  <a:pt x="10758" y="5614"/>
                  <a:pt x="10758" y="5614"/>
                  <a:pt x="10758" y="5614"/>
                </a:cubicBezTo>
                <a:cubicBezTo>
                  <a:pt x="12113" y="5614"/>
                  <a:pt x="13299" y="6082"/>
                  <a:pt x="14146" y="6862"/>
                </a:cubicBezTo>
                <a:cubicBezTo>
                  <a:pt x="14993" y="7642"/>
                  <a:pt x="15501" y="8734"/>
                  <a:pt x="15501" y="9981"/>
                </a:cubicBezTo>
                <a:cubicBezTo>
                  <a:pt x="15501" y="11541"/>
                  <a:pt x="14569" y="12944"/>
                  <a:pt x="13214" y="13724"/>
                </a:cubicBezTo>
                <a:cubicBezTo>
                  <a:pt x="13214" y="13724"/>
                  <a:pt x="13214" y="13724"/>
                  <a:pt x="13214" y="13724"/>
                </a:cubicBezTo>
                <a:cubicBezTo>
                  <a:pt x="13045" y="13802"/>
                  <a:pt x="12960" y="14036"/>
                  <a:pt x="12960" y="14192"/>
                </a:cubicBezTo>
                <a:cubicBezTo>
                  <a:pt x="12960" y="16687"/>
                  <a:pt x="12960" y="16687"/>
                  <a:pt x="12960" y="16687"/>
                </a:cubicBezTo>
                <a:cubicBezTo>
                  <a:pt x="10758" y="16687"/>
                  <a:pt x="10758" y="16687"/>
                  <a:pt x="10758" y="16687"/>
                </a:cubicBezTo>
                <a:cubicBezTo>
                  <a:pt x="10758" y="21600"/>
                  <a:pt x="10758" y="21600"/>
                  <a:pt x="10758" y="21600"/>
                </a:cubicBezTo>
                <a:close/>
                <a:moveTo>
                  <a:pt x="16179" y="4289"/>
                </a:moveTo>
                <a:cubicBezTo>
                  <a:pt x="16179" y="5536"/>
                  <a:pt x="16179" y="5536"/>
                  <a:pt x="16179" y="5536"/>
                </a:cubicBezTo>
                <a:cubicBezTo>
                  <a:pt x="16009" y="5536"/>
                  <a:pt x="15925" y="5536"/>
                  <a:pt x="15755" y="5381"/>
                </a:cubicBezTo>
                <a:cubicBezTo>
                  <a:pt x="15586" y="5225"/>
                  <a:pt x="15586" y="4913"/>
                  <a:pt x="15755" y="4679"/>
                </a:cubicBezTo>
                <a:cubicBezTo>
                  <a:pt x="16179" y="4289"/>
                  <a:pt x="16179" y="4289"/>
                  <a:pt x="16179" y="4289"/>
                </a:cubicBezTo>
                <a:close/>
                <a:moveTo>
                  <a:pt x="16179" y="14426"/>
                </a:moveTo>
                <a:cubicBezTo>
                  <a:pt x="16179" y="15674"/>
                  <a:pt x="16179" y="15674"/>
                  <a:pt x="16179" y="15674"/>
                </a:cubicBezTo>
                <a:cubicBezTo>
                  <a:pt x="15755" y="15284"/>
                  <a:pt x="15755" y="15284"/>
                  <a:pt x="15755" y="15284"/>
                </a:cubicBezTo>
                <a:cubicBezTo>
                  <a:pt x="15586" y="15050"/>
                  <a:pt x="15586" y="14738"/>
                  <a:pt x="15755" y="14582"/>
                </a:cubicBezTo>
                <a:cubicBezTo>
                  <a:pt x="15925" y="14426"/>
                  <a:pt x="16009" y="14426"/>
                  <a:pt x="16179" y="14426"/>
                </a:cubicBezTo>
                <a:close/>
                <a:moveTo>
                  <a:pt x="10758" y="3509"/>
                </a:moveTo>
                <a:cubicBezTo>
                  <a:pt x="10758" y="0"/>
                  <a:pt x="10758" y="0"/>
                  <a:pt x="10758" y="0"/>
                </a:cubicBezTo>
                <a:cubicBezTo>
                  <a:pt x="10758" y="0"/>
                  <a:pt x="10842" y="0"/>
                  <a:pt x="10842" y="0"/>
                </a:cubicBezTo>
                <a:cubicBezTo>
                  <a:pt x="11096" y="0"/>
                  <a:pt x="11351" y="234"/>
                  <a:pt x="11351" y="546"/>
                </a:cubicBezTo>
                <a:cubicBezTo>
                  <a:pt x="11351" y="2963"/>
                  <a:pt x="11351" y="2963"/>
                  <a:pt x="11351" y="2963"/>
                </a:cubicBezTo>
                <a:cubicBezTo>
                  <a:pt x="11351" y="3275"/>
                  <a:pt x="11096" y="3509"/>
                  <a:pt x="10842" y="3509"/>
                </a:cubicBezTo>
                <a:cubicBezTo>
                  <a:pt x="10842" y="3509"/>
                  <a:pt x="10842" y="3509"/>
                  <a:pt x="10842" y="3509"/>
                </a:cubicBezTo>
                <a:cubicBezTo>
                  <a:pt x="10842" y="3509"/>
                  <a:pt x="10758" y="3509"/>
                  <a:pt x="10758" y="3509"/>
                </a:cubicBezTo>
                <a:close/>
                <a:moveTo>
                  <a:pt x="10758" y="4445"/>
                </a:moveTo>
                <a:cubicBezTo>
                  <a:pt x="8386" y="4445"/>
                  <a:pt x="6353" y="5770"/>
                  <a:pt x="5421" y="7564"/>
                </a:cubicBezTo>
                <a:cubicBezTo>
                  <a:pt x="5421" y="12399"/>
                  <a:pt x="5421" y="12399"/>
                  <a:pt x="5421" y="12399"/>
                </a:cubicBezTo>
                <a:cubicBezTo>
                  <a:pt x="5929" y="13256"/>
                  <a:pt x="6607" y="14036"/>
                  <a:pt x="7539" y="14582"/>
                </a:cubicBezTo>
                <a:cubicBezTo>
                  <a:pt x="7539" y="18871"/>
                  <a:pt x="7539" y="18871"/>
                  <a:pt x="7539" y="18871"/>
                </a:cubicBezTo>
                <a:cubicBezTo>
                  <a:pt x="7539" y="20430"/>
                  <a:pt x="8809" y="21600"/>
                  <a:pt x="10504" y="21600"/>
                </a:cubicBezTo>
                <a:cubicBezTo>
                  <a:pt x="10758" y="21600"/>
                  <a:pt x="10758" y="21600"/>
                  <a:pt x="10758" y="21600"/>
                </a:cubicBezTo>
                <a:cubicBezTo>
                  <a:pt x="10758" y="16687"/>
                  <a:pt x="10758" y="16687"/>
                  <a:pt x="10758" y="16687"/>
                </a:cubicBezTo>
                <a:cubicBezTo>
                  <a:pt x="8725" y="16687"/>
                  <a:pt x="8725" y="16687"/>
                  <a:pt x="8725" y="16687"/>
                </a:cubicBezTo>
                <a:cubicBezTo>
                  <a:pt x="8725" y="14270"/>
                  <a:pt x="8725" y="14270"/>
                  <a:pt x="8725" y="14270"/>
                </a:cubicBezTo>
                <a:cubicBezTo>
                  <a:pt x="8725" y="14036"/>
                  <a:pt x="8640" y="13880"/>
                  <a:pt x="8471" y="13724"/>
                </a:cubicBezTo>
                <a:cubicBezTo>
                  <a:pt x="7031" y="13022"/>
                  <a:pt x="6014" y="11619"/>
                  <a:pt x="6014" y="9981"/>
                </a:cubicBezTo>
                <a:cubicBezTo>
                  <a:pt x="6014" y="8734"/>
                  <a:pt x="6607" y="7642"/>
                  <a:pt x="7454" y="6862"/>
                </a:cubicBezTo>
                <a:cubicBezTo>
                  <a:pt x="8301" y="6082"/>
                  <a:pt x="9487" y="5614"/>
                  <a:pt x="10758" y="5614"/>
                </a:cubicBezTo>
                <a:cubicBezTo>
                  <a:pt x="10758" y="5614"/>
                  <a:pt x="10758" y="5614"/>
                  <a:pt x="10758" y="5614"/>
                </a:cubicBezTo>
                <a:cubicBezTo>
                  <a:pt x="10758" y="4445"/>
                  <a:pt x="10758" y="4445"/>
                  <a:pt x="10758" y="4445"/>
                </a:cubicBezTo>
                <a:cubicBezTo>
                  <a:pt x="10758" y="4445"/>
                  <a:pt x="10758" y="4445"/>
                  <a:pt x="10758" y="4445"/>
                </a:cubicBezTo>
                <a:close/>
                <a:moveTo>
                  <a:pt x="10758" y="0"/>
                </a:moveTo>
                <a:cubicBezTo>
                  <a:pt x="10758" y="3509"/>
                  <a:pt x="10758" y="3509"/>
                  <a:pt x="10758" y="3509"/>
                </a:cubicBezTo>
                <a:cubicBezTo>
                  <a:pt x="10504" y="3509"/>
                  <a:pt x="10249" y="3275"/>
                  <a:pt x="10249" y="2963"/>
                </a:cubicBezTo>
                <a:cubicBezTo>
                  <a:pt x="10249" y="546"/>
                  <a:pt x="10249" y="546"/>
                  <a:pt x="10249" y="546"/>
                </a:cubicBezTo>
                <a:cubicBezTo>
                  <a:pt x="10249" y="312"/>
                  <a:pt x="10504" y="78"/>
                  <a:pt x="10758" y="0"/>
                </a:cubicBezTo>
                <a:close/>
                <a:moveTo>
                  <a:pt x="5421" y="15674"/>
                </a:moveTo>
                <a:cubicBezTo>
                  <a:pt x="5421" y="14426"/>
                  <a:pt x="5421" y="14426"/>
                  <a:pt x="5421" y="14426"/>
                </a:cubicBezTo>
                <a:cubicBezTo>
                  <a:pt x="5591" y="14426"/>
                  <a:pt x="5760" y="14426"/>
                  <a:pt x="5845" y="14582"/>
                </a:cubicBezTo>
                <a:cubicBezTo>
                  <a:pt x="6099" y="14738"/>
                  <a:pt x="6099" y="15050"/>
                  <a:pt x="5845" y="15284"/>
                </a:cubicBezTo>
                <a:cubicBezTo>
                  <a:pt x="5421" y="15674"/>
                  <a:pt x="5421" y="15674"/>
                  <a:pt x="5421" y="15674"/>
                </a:cubicBezTo>
                <a:close/>
                <a:moveTo>
                  <a:pt x="5421" y="5536"/>
                </a:moveTo>
                <a:cubicBezTo>
                  <a:pt x="5421" y="4289"/>
                  <a:pt x="5421" y="4289"/>
                  <a:pt x="5421" y="4289"/>
                </a:cubicBezTo>
                <a:cubicBezTo>
                  <a:pt x="5845" y="4679"/>
                  <a:pt x="5845" y="4679"/>
                  <a:pt x="5845" y="4679"/>
                </a:cubicBezTo>
                <a:cubicBezTo>
                  <a:pt x="6099" y="4913"/>
                  <a:pt x="6099" y="5225"/>
                  <a:pt x="5845" y="5381"/>
                </a:cubicBezTo>
                <a:cubicBezTo>
                  <a:pt x="5760" y="5536"/>
                  <a:pt x="5591" y="5536"/>
                  <a:pt x="5421" y="5536"/>
                </a:cubicBezTo>
                <a:close/>
                <a:moveTo>
                  <a:pt x="5421" y="7564"/>
                </a:moveTo>
                <a:cubicBezTo>
                  <a:pt x="4998" y="8266"/>
                  <a:pt x="4828" y="9123"/>
                  <a:pt x="4828" y="9981"/>
                </a:cubicBezTo>
                <a:cubicBezTo>
                  <a:pt x="4828" y="10839"/>
                  <a:pt x="4998" y="11619"/>
                  <a:pt x="5421" y="12399"/>
                </a:cubicBezTo>
                <a:cubicBezTo>
                  <a:pt x="5421" y="7564"/>
                  <a:pt x="5421" y="7564"/>
                  <a:pt x="5421" y="7564"/>
                </a:cubicBezTo>
                <a:close/>
                <a:moveTo>
                  <a:pt x="5421" y="4289"/>
                </a:moveTo>
                <a:cubicBezTo>
                  <a:pt x="5421" y="5536"/>
                  <a:pt x="5421" y="5536"/>
                  <a:pt x="5421" y="5536"/>
                </a:cubicBezTo>
                <a:cubicBezTo>
                  <a:pt x="5252" y="5536"/>
                  <a:pt x="5167" y="5458"/>
                  <a:pt x="5082" y="5381"/>
                </a:cubicBezTo>
                <a:cubicBezTo>
                  <a:pt x="5082" y="5381"/>
                  <a:pt x="5082" y="5381"/>
                  <a:pt x="5082" y="5381"/>
                </a:cubicBezTo>
                <a:cubicBezTo>
                  <a:pt x="3219" y="3665"/>
                  <a:pt x="3219" y="3665"/>
                  <a:pt x="3219" y="3665"/>
                </a:cubicBezTo>
                <a:cubicBezTo>
                  <a:pt x="2965" y="3431"/>
                  <a:pt x="2965" y="3119"/>
                  <a:pt x="3219" y="2963"/>
                </a:cubicBezTo>
                <a:cubicBezTo>
                  <a:pt x="3388" y="2729"/>
                  <a:pt x="3727" y="2729"/>
                  <a:pt x="3981" y="2963"/>
                </a:cubicBezTo>
                <a:cubicBezTo>
                  <a:pt x="5421" y="4289"/>
                  <a:pt x="5421" y="4289"/>
                  <a:pt x="5421" y="4289"/>
                </a:cubicBezTo>
                <a:close/>
                <a:moveTo>
                  <a:pt x="5421" y="14426"/>
                </a:moveTo>
                <a:cubicBezTo>
                  <a:pt x="5421" y="15674"/>
                  <a:pt x="5421" y="15674"/>
                  <a:pt x="5421" y="15674"/>
                </a:cubicBezTo>
                <a:cubicBezTo>
                  <a:pt x="3981" y="16999"/>
                  <a:pt x="3981" y="16999"/>
                  <a:pt x="3981" y="16999"/>
                </a:cubicBezTo>
                <a:cubicBezTo>
                  <a:pt x="3727" y="17233"/>
                  <a:pt x="3388" y="17233"/>
                  <a:pt x="3219" y="16999"/>
                </a:cubicBezTo>
                <a:cubicBezTo>
                  <a:pt x="2965" y="16843"/>
                  <a:pt x="2965" y="16453"/>
                  <a:pt x="3219" y="16297"/>
                </a:cubicBezTo>
                <a:cubicBezTo>
                  <a:pt x="5082" y="14582"/>
                  <a:pt x="5082" y="14582"/>
                  <a:pt x="5082" y="14582"/>
                </a:cubicBezTo>
                <a:cubicBezTo>
                  <a:pt x="5082" y="14582"/>
                  <a:pt x="5082" y="14582"/>
                  <a:pt x="5082" y="14582"/>
                </a:cubicBezTo>
                <a:cubicBezTo>
                  <a:pt x="5167" y="14426"/>
                  <a:pt x="5252" y="14426"/>
                  <a:pt x="5421" y="14426"/>
                </a:cubicBezTo>
                <a:close/>
                <a:moveTo>
                  <a:pt x="3812" y="9981"/>
                </a:moveTo>
                <a:cubicBezTo>
                  <a:pt x="3812" y="9981"/>
                  <a:pt x="3812" y="9981"/>
                  <a:pt x="3812" y="9981"/>
                </a:cubicBezTo>
                <a:cubicBezTo>
                  <a:pt x="3812" y="9669"/>
                  <a:pt x="3558" y="9435"/>
                  <a:pt x="3219" y="9435"/>
                </a:cubicBezTo>
                <a:cubicBezTo>
                  <a:pt x="593" y="9435"/>
                  <a:pt x="593" y="9435"/>
                  <a:pt x="593" y="9435"/>
                </a:cubicBezTo>
                <a:cubicBezTo>
                  <a:pt x="254" y="9435"/>
                  <a:pt x="0" y="9669"/>
                  <a:pt x="0" y="9981"/>
                </a:cubicBezTo>
                <a:cubicBezTo>
                  <a:pt x="0" y="10293"/>
                  <a:pt x="254" y="10449"/>
                  <a:pt x="593" y="10449"/>
                </a:cubicBezTo>
                <a:cubicBezTo>
                  <a:pt x="3219" y="10449"/>
                  <a:pt x="3219" y="10449"/>
                  <a:pt x="3219" y="10449"/>
                </a:cubicBezTo>
                <a:cubicBezTo>
                  <a:pt x="3558" y="10449"/>
                  <a:pt x="3812" y="10293"/>
                  <a:pt x="3812" y="9981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1" name="Freeform 57"/>
          <p:cNvSpPr/>
          <p:nvPr/>
        </p:nvSpPr>
        <p:spPr xmlns:m="http://schemas.openxmlformats.org/officeDocument/2006/math" xmlns:a14="http://schemas.microsoft.com/office/drawing/2010/main">
          <a:xfrm>
            <a:off x="8343473" y="1750500"/>
            <a:ext cx="521513" cy="510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14" h="21258" fill="norm" stroke="1" extrusionOk="0">
                <a:moveTo>
                  <a:pt x="20336" y="7714"/>
                </a:moveTo>
                <a:cubicBezTo>
                  <a:pt x="20425" y="7896"/>
                  <a:pt x="20425" y="8168"/>
                  <a:pt x="20247" y="8350"/>
                </a:cubicBezTo>
                <a:cubicBezTo>
                  <a:pt x="20070" y="8803"/>
                  <a:pt x="19536" y="8985"/>
                  <a:pt x="19092" y="8713"/>
                </a:cubicBezTo>
                <a:cubicBezTo>
                  <a:pt x="18647" y="8531"/>
                  <a:pt x="18558" y="7987"/>
                  <a:pt x="18736" y="7533"/>
                </a:cubicBezTo>
                <a:cubicBezTo>
                  <a:pt x="18914" y="7351"/>
                  <a:pt x="19092" y="7170"/>
                  <a:pt x="19270" y="7079"/>
                </a:cubicBezTo>
                <a:cubicBezTo>
                  <a:pt x="18025" y="6444"/>
                  <a:pt x="18025" y="6444"/>
                  <a:pt x="18025" y="6444"/>
                </a:cubicBezTo>
                <a:cubicBezTo>
                  <a:pt x="18114" y="6625"/>
                  <a:pt x="18114" y="6897"/>
                  <a:pt x="17936" y="7079"/>
                </a:cubicBezTo>
                <a:cubicBezTo>
                  <a:pt x="17758" y="7533"/>
                  <a:pt x="17225" y="7624"/>
                  <a:pt x="16781" y="7442"/>
                </a:cubicBezTo>
                <a:cubicBezTo>
                  <a:pt x="16425" y="7170"/>
                  <a:pt x="16247" y="6625"/>
                  <a:pt x="16425" y="6262"/>
                </a:cubicBezTo>
                <a:cubicBezTo>
                  <a:pt x="16603" y="5990"/>
                  <a:pt x="16781" y="5899"/>
                  <a:pt x="16958" y="5808"/>
                </a:cubicBezTo>
                <a:cubicBezTo>
                  <a:pt x="15714" y="5082"/>
                  <a:pt x="15714" y="5082"/>
                  <a:pt x="15714" y="5082"/>
                </a:cubicBezTo>
                <a:cubicBezTo>
                  <a:pt x="15803" y="5355"/>
                  <a:pt x="15803" y="5536"/>
                  <a:pt x="15625" y="5808"/>
                </a:cubicBezTo>
                <a:cubicBezTo>
                  <a:pt x="15447" y="6171"/>
                  <a:pt x="14914" y="6353"/>
                  <a:pt x="14470" y="6081"/>
                </a:cubicBezTo>
                <a:cubicBezTo>
                  <a:pt x="14025" y="5899"/>
                  <a:pt x="13936" y="5355"/>
                  <a:pt x="14114" y="4901"/>
                </a:cubicBezTo>
                <a:cubicBezTo>
                  <a:pt x="14292" y="4719"/>
                  <a:pt x="14470" y="4538"/>
                  <a:pt x="14647" y="4538"/>
                </a:cubicBezTo>
                <a:cubicBezTo>
                  <a:pt x="13403" y="3812"/>
                  <a:pt x="13403" y="3812"/>
                  <a:pt x="13403" y="3812"/>
                </a:cubicBezTo>
                <a:cubicBezTo>
                  <a:pt x="13492" y="3993"/>
                  <a:pt x="13492" y="4266"/>
                  <a:pt x="13314" y="4447"/>
                </a:cubicBezTo>
                <a:cubicBezTo>
                  <a:pt x="13136" y="4901"/>
                  <a:pt x="12603" y="5082"/>
                  <a:pt x="12158" y="4810"/>
                </a:cubicBezTo>
                <a:cubicBezTo>
                  <a:pt x="11803" y="4538"/>
                  <a:pt x="11625" y="4084"/>
                  <a:pt x="11803" y="3630"/>
                </a:cubicBezTo>
                <a:cubicBezTo>
                  <a:pt x="11981" y="3358"/>
                  <a:pt x="12158" y="3267"/>
                  <a:pt x="12336" y="3176"/>
                </a:cubicBezTo>
                <a:cubicBezTo>
                  <a:pt x="11092" y="2541"/>
                  <a:pt x="11092" y="2541"/>
                  <a:pt x="11092" y="2541"/>
                </a:cubicBezTo>
                <a:cubicBezTo>
                  <a:pt x="11181" y="2723"/>
                  <a:pt x="11181" y="2995"/>
                  <a:pt x="11092" y="3176"/>
                </a:cubicBezTo>
                <a:cubicBezTo>
                  <a:pt x="10825" y="3630"/>
                  <a:pt x="10292" y="3721"/>
                  <a:pt x="9847" y="3539"/>
                </a:cubicBezTo>
                <a:cubicBezTo>
                  <a:pt x="9492" y="3267"/>
                  <a:pt x="9314" y="2723"/>
                  <a:pt x="9492" y="2269"/>
                </a:cubicBezTo>
                <a:cubicBezTo>
                  <a:pt x="9670" y="2087"/>
                  <a:pt x="9847" y="1997"/>
                  <a:pt x="10025" y="1906"/>
                </a:cubicBezTo>
                <a:cubicBezTo>
                  <a:pt x="8781" y="1180"/>
                  <a:pt x="8781" y="1180"/>
                  <a:pt x="8781" y="1180"/>
                </a:cubicBezTo>
                <a:cubicBezTo>
                  <a:pt x="8870" y="1452"/>
                  <a:pt x="8870" y="1634"/>
                  <a:pt x="8781" y="1906"/>
                </a:cubicBezTo>
                <a:cubicBezTo>
                  <a:pt x="8692" y="1906"/>
                  <a:pt x="8692" y="1997"/>
                  <a:pt x="8692" y="1997"/>
                </a:cubicBezTo>
                <a:cubicBezTo>
                  <a:pt x="8692" y="6262"/>
                  <a:pt x="8692" y="6262"/>
                  <a:pt x="8692" y="6262"/>
                </a:cubicBezTo>
                <a:cubicBezTo>
                  <a:pt x="18203" y="11617"/>
                  <a:pt x="18203" y="11617"/>
                  <a:pt x="18203" y="11617"/>
                </a:cubicBezTo>
                <a:cubicBezTo>
                  <a:pt x="18292" y="11708"/>
                  <a:pt x="18292" y="11798"/>
                  <a:pt x="18292" y="11889"/>
                </a:cubicBezTo>
                <a:cubicBezTo>
                  <a:pt x="18203" y="11980"/>
                  <a:pt x="18114" y="12071"/>
                  <a:pt x="18025" y="11980"/>
                </a:cubicBezTo>
                <a:cubicBezTo>
                  <a:pt x="18025" y="11980"/>
                  <a:pt x="18025" y="11980"/>
                  <a:pt x="18025" y="11980"/>
                </a:cubicBezTo>
                <a:cubicBezTo>
                  <a:pt x="8692" y="6716"/>
                  <a:pt x="8692" y="6716"/>
                  <a:pt x="8692" y="6716"/>
                </a:cubicBezTo>
                <a:cubicBezTo>
                  <a:pt x="8692" y="8713"/>
                  <a:pt x="8692" y="8713"/>
                  <a:pt x="8692" y="8713"/>
                </a:cubicBezTo>
                <a:cubicBezTo>
                  <a:pt x="17136" y="13523"/>
                  <a:pt x="17136" y="13523"/>
                  <a:pt x="17136" y="13523"/>
                </a:cubicBezTo>
                <a:cubicBezTo>
                  <a:pt x="17225" y="13613"/>
                  <a:pt x="17314" y="13704"/>
                  <a:pt x="17225" y="13795"/>
                </a:cubicBezTo>
                <a:cubicBezTo>
                  <a:pt x="17225" y="13886"/>
                  <a:pt x="17047" y="13976"/>
                  <a:pt x="16958" y="13886"/>
                </a:cubicBezTo>
                <a:cubicBezTo>
                  <a:pt x="16958" y="13886"/>
                  <a:pt x="16958" y="13886"/>
                  <a:pt x="16958" y="13886"/>
                </a:cubicBezTo>
                <a:cubicBezTo>
                  <a:pt x="8692" y="9166"/>
                  <a:pt x="8692" y="9166"/>
                  <a:pt x="8692" y="9166"/>
                </a:cubicBezTo>
                <a:cubicBezTo>
                  <a:pt x="8692" y="11254"/>
                  <a:pt x="8692" y="11254"/>
                  <a:pt x="8692" y="11254"/>
                </a:cubicBezTo>
                <a:cubicBezTo>
                  <a:pt x="16158" y="15429"/>
                  <a:pt x="16158" y="15429"/>
                  <a:pt x="16158" y="15429"/>
                </a:cubicBezTo>
                <a:cubicBezTo>
                  <a:pt x="16247" y="15519"/>
                  <a:pt x="16247" y="15610"/>
                  <a:pt x="16247" y="15701"/>
                </a:cubicBezTo>
                <a:cubicBezTo>
                  <a:pt x="16158" y="15792"/>
                  <a:pt x="16070" y="15882"/>
                  <a:pt x="15892" y="15792"/>
                </a:cubicBezTo>
                <a:cubicBezTo>
                  <a:pt x="15892" y="15792"/>
                  <a:pt x="15892" y="15792"/>
                  <a:pt x="15892" y="15792"/>
                </a:cubicBezTo>
                <a:cubicBezTo>
                  <a:pt x="8692" y="11708"/>
                  <a:pt x="8692" y="11708"/>
                  <a:pt x="8692" y="11708"/>
                </a:cubicBezTo>
                <a:cubicBezTo>
                  <a:pt x="8692" y="13704"/>
                  <a:pt x="8692" y="13704"/>
                  <a:pt x="8692" y="13704"/>
                </a:cubicBezTo>
                <a:cubicBezTo>
                  <a:pt x="15092" y="17334"/>
                  <a:pt x="15092" y="17334"/>
                  <a:pt x="15092" y="17334"/>
                </a:cubicBezTo>
                <a:cubicBezTo>
                  <a:pt x="15181" y="17425"/>
                  <a:pt x="15181" y="17516"/>
                  <a:pt x="15181" y="17607"/>
                </a:cubicBezTo>
                <a:cubicBezTo>
                  <a:pt x="15092" y="17788"/>
                  <a:pt x="15003" y="17788"/>
                  <a:pt x="14914" y="17697"/>
                </a:cubicBezTo>
                <a:cubicBezTo>
                  <a:pt x="14914" y="17697"/>
                  <a:pt x="14914" y="17697"/>
                  <a:pt x="14914" y="17697"/>
                </a:cubicBezTo>
                <a:cubicBezTo>
                  <a:pt x="8692" y="14158"/>
                  <a:pt x="8692" y="14158"/>
                  <a:pt x="8692" y="14158"/>
                </a:cubicBezTo>
                <a:cubicBezTo>
                  <a:pt x="8692" y="19059"/>
                  <a:pt x="8692" y="19059"/>
                  <a:pt x="8692" y="19059"/>
                </a:cubicBezTo>
                <a:cubicBezTo>
                  <a:pt x="11981" y="20965"/>
                  <a:pt x="11981" y="20965"/>
                  <a:pt x="11981" y="20965"/>
                </a:cubicBezTo>
                <a:cubicBezTo>
                  <a:pt x="13047" y="21600"/>
                  <a:pt x="14292" y="21146"/>
                  <a:pt x="14914" y="20148"/>
                </a:cubicBezTo>
                <a:cubicBezTo>
                  <a:pt x="21314" y="8259"/>
                  <a:pt x="21314" y="8259"/>
                  <a:pt x="21314" y="8259"/>
                </a:cubicBezTo>
                <a:lnTo>
                  <a:pt x="20336" y="7714"/>
                </a:lnTo>
                <a:close/>
                <a:moveTo>
                  <a:pt x="8692" y="1997"/>
                </a:moveTo>
                <a:cubicBezTo>
                  <a:pt x="8425" y="2360"/>
                  <a:pt x="7981" y="2450"/>
                  <a:pt x="7536" y="2178"/>
                </a:cubicBezTo>
                <a:cubicBezTo>
                  <a:pt x="7181" y="1997"/>
                  <a:pt x="7003" y="1452"/>
                  <a:pt x="7270" y="998"/>
                </a:cubicBezTo>
                <a:cubicBezTo>
                  <a:pt x="7358" y="817"/>
                  <a:pt x="7536" y="635"/>
                  <a:pt x="7714" y="545"/>
                </a:cubicBezTo>
                <a:cubicBezTo>
                  <a:pt x="6647" y="0"/>
                  <a:pt x="6647" y="0"/>
                  <a:pt x="6647" y="0"/>
                </a:cubicBezTo>
                <a:cubicBezTo>
                  <a:pt x="247" y="11798"/>
                  <a:pt x="247" y="11798"/>
                  <a:pt x="247" y="11798"/>
                </a:cubicBezTo>
                <a:cubicBezTo>
                  <a:pt x="-286" y="12887"/>
                  <a:pt x="70" y="14249"/>
                  <a:pt x="1047" y="14793"/>
                </a:cubicBezTo>
                <a:cubicBezTo>
                  <a:pt x="8692" y="19059"/>
                  <a:pt x="8692" y="19059"/>
                  <a:pt x="8692" y="19059"/>
                </a:cubicBezTo>
                <a:cubicBezTo>
                  <a:pt x="8692" y="14158"/>
                  <a:pt x="8692" y="14158"/>
                  <a:pt x="8692" y="14158"/>
                </a:cubicBezTo>
                <a:cubicBezTo>
                  <a:pt x="2203" y="10528"/>
                  <a:pt x="2203" y="10528"/>
                  <a:pt x="2203" y="10528"/>
                </a:cubicBezTo>
                <a:cubicBezTo>
                  <a:pt x="2114" y="10528"/>
                  <a:pt x="2114" y="10346"/>
                  <a:pt x="2114" y="10255"/>
                </a:cubicBezTo>
                <a:cubicBezTo>
                  <a:pt x="2203" y="10165"/>
                  <a:pt x="2292" y="10165"/>
                  <a:pt x="2381" y="10165"/>
                </a:cubicBezTo>
                <a:cubicBezTo>
                  <a:pt x="8692" y="13704"/>
                  <a:pt x="8692" y="13704"/>
                  <a:pt x="8692" y="13704"/>
                </a:cubicBezTo>
                <a:cubicBezTo>
                  <a:pt x="8692" y="11708"/>
                  <a:pt x="8692" y="11708"/>
                  <a:pt x="8692" y="11708"/>
                </a:cubicBezTo>
                <a:cubicBezTo>
                  <a:pt x="3270" y="8622"/>
                  <a:pt x="3270" y="8622"/>
                  <a:pt x="3270" y="8622"/>
                </a:cubicBezTo>
                <a:cubicBezTo>
                  <a:pt x="3181" y="8622"/>
                  <a:pt x="3092" y="8440"/>
                  <a:pt x="3181" y="8350"/>
                </a:cubicBezTo>
                <a:cubicBezTo>
                  <a:pt x="3270" y="8259"/>
                  <a:pt x="3358" y="8259"/>
                  <a:pt x="3447" y="8259"/>
                </a:cubicBezTo>
                <a:cubicBezTo>
                  <a:pt x="8692" y="11254"/>
                  <a:pt x="8692" y="11254"/>
                  <a:pt x="8692" y="11254"/>
                </a:cubicBezTo>
                <a:cubicBezTo>
                  <a:pt x="8692" y="9166"/>
                  <a:pt x="8692" y="9166"/>
                  <a:pt x="8692" y="9166"/>
                </a:cubicBezTo>
                <a:cubicBezTo>
                  <a:pt x="4247" y="6716"/>
                  <a:pt x="4247" y="6716"/>
                  <a:pt x="4247" y="6716"/>
                </a:cubicBezTo>
                <a:cubicBezTo>
                  <a:pt x="4158" y="6716"/>
                  <a:pt x="4158" y="6534"/>
                  <a:pt x="4247" y="6444"/>
                </a:cubicBezTo>
                <a:cubicBezTo>
                  <a:pt x="4247" y="6353"/>
                  <a:pt x="4425" y="6353"/>
                  <a:pt x="4514" y="6353"/>
                </a:cubicBezTo>
                <a:cubicBezTo>
                  <a:pt x="8692" y="8713"/>
                  <a:pt x="8692" y="8713"/>
                  <a:pt x="8692" y="8713"/>
                </a:cubicBezTo>
                <a:cubicBezTo>
                  <a:pt x="8692" y="6716"/>
                  <a:pt x="8692" y="6716"/>
                  <a:pt x="8692" y="6716"/>
                </a:cubicBezTo>
                <a:cubicBezTo>
                  <a:pt x="5314" y="4810"/>
                  <a:pt x="5314" y="4810"/>
                  <a:pt x="5314" y="4810"/>
                </a:cubicBezTo>
                <a:cubicBezTo>
                  <a:pt x="5225" y="4810"/>
                  <a:pt x="5225" y="4629"/>
                  <a:pt x="5225" y="4538"/>
                </a:cubicBezTo>
                <a:cubicBezTo>
                  <a:pt x="5314" y="4447"/>
                  <a:pt x="5403" y="4447"/>
                  <a:pt x="5492" y="4447"/>
                </a:cubicBezTo>
                <a:cubicBezTo>
                  <a:pt x="8692" y="6262"/>
                  <a:pt x="8692" y="6262"/>
                  <a:pt x="8692" y="6262"/>
                </a:cubicBezTo>
                <a:lnTo>
                  <a:pt x="8692" y="1997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2" name="Freeform 58"/>
          <p:cNvSpPr/>
          <p:nvPr/>
        </p:nvSpPr>
        <p:spPr xmlns:m="http://schemas.openxmlformats.org/officeDocument/2006/math" xmlns:a14="http://schemas.microsoft.com/office/drawing/2010/main">
          <a:xfrm>
            <a:off x="6478425" y="3915560"/>
            <a:ext cx="496494" cy="516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56" h="21419" fill="norm" stroke="1" extrusionOk="0">
                <a:moveTo>
                  <a:pt x="16926" y="17623"/>
                </a:moveTo>
                <a:cubicBezTo>
                  <a:pt x="19397" y="16449"/>
                  <a:pt x="19397" y="16449"/>
                  <a:pt x="19397" y="16449"/>
                </a:cubicBezTo>
                <a:cubicBezTo>
                  <a:pt x="20679" y="15906"/>
                  <a:pt x="21228" y="14370"/>
                  <a:pt x="20587" y="13195"/>
                </a:cubicBezTo>
                <a:cubicBezTo>
                  <a:pt x="16926" y="5423"/>
                  <a:pt x="16926" y="5423"/>
                  <a:pt x="16926" y="5423"/>
                </a:cubicBezTo>
                <a:cubicBezTo>
                  <a:pt x="16926" y="9670"/>
                  <a:pt x="16926" y="9670"/>
                  <a:pt x="16926" y="9670"/>
                </a:cubicBezTo>
                <a:cubicBezTo>
                  <a:pt x="17018" y="9761"/>
                  <a:pt x="17018" y="9761"/>
                  <a:pt x="17018" y="9851"/>
                </a:cubicBezTo>
                <a:cubicBezTo>
                  <a:pt x="17567" y="11026"/>
                  <a:pt x="17567" y="11026"/>
                  <a:pt x="17567" y="11026"/>
                </a:cubicBezTo>
                <a:cubicBezTo>
                  <a:pt x="17567" y="11026"/>
                  <a:pt x="17567" y="11026"/>
                  <a:pt x="17567" y="11026"/>
                </a:cubicBezTo>
                <a:cubicBezTo>
                  <a:pt x="17659" y="11207"/>
                  <a:pt x="17567" y="11387"/>
                  <a:pt x="17384" y="11478"/>
                </a:cubicBezTo>
                <a:cubicBezTo>
                  <a:pt x="16926" y="11749"/>
                  <a:pt x="16926" y="11749"/>
                  <a:pt x="16926" y="11749"/>
                </a:cubicBezTo>
                <a:cubicBezTo>
                  <a:pt x="16926" y="12743"/>
                  <a:pt x="16926" y="12743"/>
                  <a:pt x="16926" y="12743"/>
                </a:cubicBezTo>
                <a:cubicBezTo>
                  <a:pt x="17750" y="12291"/>
                  <a:pt x="17750" y="12291"/>
                  <a:pt x="17750" y="12291"/>
                </a:cubicBezTo>
                <a:cubicBezTo>
                  <a:pt x="18025" y="12201"/>
                  <a:pt x="18208" y="12291"/>
                  <a:pt x="18299" y="12472"/>
                </a:cubicBezTo>
                <a:cubicBezTo>
                  <a:pt x="18848" y="13647"/>
                  <a:pt x="18848" y="13647"/>
                  <a:pt x="18848" y="13647"/>
                </a:cubicBezTo>
                <a:cubicBezTo>
                  <a:pt x="18848" y="13647"/>
                  <a:pt x="18848" y="13647"/>
                  <a:pt x="18848" y="13647"/>
                </a:cubicBezTo>
                <a:cubicBezTo>
                  <a:pt x="18940" y="13828"/>
                  <a:pt x="18848" y="14099"/>
                  <a:pt x="18665" y="14189"/>
                </a:cubicBezTo>
                <a:cubicBezTo>
                  <a:pt x="16926" y="15003"/>
                  <a:pt x="16926" y="15003"/>
                  <a:pt x="16926" y="15003"/>
                </a:cubicBezTo>
                <a:lnTo>
                  <a:pt x="16926" y="17623"/>
                </a:lnTo>
                <a:close/>
                <a:moveTo>
                  <a:pt x="15004" y="18437"/>
                </a:moveTo>
                <a:cubicBezTo>
                  <a:pt x="16926" y="17623"/>
                  <a:pt x="16926" y="17623"/>
                  <a:pt x="16926" y="17623"/>
                </a:cubicBezTo>
                <a:cubicBezTo>
                  <a:pt x="16926" y="15003"/>
                  <a:pt x="16926" y="15003"/>
                  <a:pt x="16926" y="15003"/>
                </a:cubicBezTo>
                <a:cubicBezTo>
                  <a:pt x="16103" y="15364"/>
                  <a:pt x="16103" y="15364"/>
                  <a:pt x="16103" y="15364"/>
                </a:cubicBezTo>
                <a:cubicBezTo>
                  <a:pt x="15920" y="15454"/>
                  <a:pt x="15645" y="15364"/>
                  <a:pt x="15553" y="15183"/>
                </a:cubicBezTo>
                <a:cubicBezTo>
                  <a:pt x="15004" y="14099"/>
                  <a:pt x="15004" y="14099"/>
                  <a:pt x="15004" y="14099"/>
                </a:cubicBezTo>
                <a:cubicBezTo>
                  <a:pt x="15004" y="18437"/>
                  <a:pt x="15004" y="18437"/>
                  <a:pt x="15004" y="18437"/>
                </a:cubicBezTo>
                <a:close/>
                <a:moveTo>
                  <a:pt x="16926" y="5423"/>
                </a:moveTo>
                <a:cubicBezTo>
                  <a:pt x="15004" y="1446"/>
                  <a:pt x="15004" y="1446"/>
                  <a:pt x="15004" y="1446"/>
                </a:cubicBezTo>
                <a:cubicBezTo>
                  <a:pt x="15004" y="7049"/>
                  <a:pt x="15004" y="7049"/>
                  <a:pt x="15004" y="7049"/>
                </a:cubicBezTo>
                <a:cubicBezTo>
                  <a:pt x="15279" y="6959"/>
                  <a:pt x="15279" y="6959"/>
                  <a:pt x="15279" y="6959"/>
                </a:cubicBezTo>
                <a:cubicBezTo>
                  <a:pt x="15462" y="6869"/>
                  <a:pt x="15645" y="6959"/>
                  <a:pt x="15736" y="7140"/>
                </a:cubicBezTo>
                <a:cubicBezTo>
                  <a:pt x="16286" y="8315"/>
                  <a:pt x="16286" y="8315"/>
                  <a:pt x="16286" y="8315"/>
                </a:cubicBezTo>
                <a:cubicBezTo>
                  <a:pt x="16286" y="8315"/>
                  <a:pt x="16286" y="8315"/>
                  <a:pt x="16286" y="8315"/>
                </a:cubicBezTo>
                <a:cubicBezTo>
                  <a:pt x="16377" y="8495"/>
                  <a:pt x="16286" y="8767"/>
                  <a:pt x="16103" y="8857"/>
                </a:cubicBezTo>
                <a:cubicBezTo>
                  <a:pt x="15004" y="9309"/>
                  <a:pt x="15004" y="9309"/>
                  <a:pt x="15004" y="9309"/>
                </a:cubicBezTo>
                <a:cubicBezTo>
                  <a:pt x="15004" y="10303"/>
                  <a:pt x="15004" y="10303"/>
                  <a:pt x="15004" y="10303"/>
                </a:cubicBezTo>
                <a:cubicBezTo>
                  <a:pt x="16560" y="9670"/>
                  <a:pt x="16560" y="9670"/>
                  <a:pt x="16560" y="9670"/>
                </a:cubicBezTo>
                <a:cubicBezTo>
                  <a:pt x="16652" y="9580"/>
                  <a:pt x="16835" y="9580"/>
                  <a:pt x="16926" y="9670"/>
                </a:cubicBezTo>
                <a:cubicBezTo>
                  <a:pt x="16926" y="5423"/>
                  <a:pt x="16926" y="5423"/>
                  <a:pt x="16926" y="5423"/>
                </a:cubicBezTo>
                <a:close/>
                <a:moveTo>
                  <a:pt x="16926" y="11749"/>
                </a:moveTo>
                <a:cubicBezTo>
                  <a:pt x="16926" y="12743"/>
                  <a:pt x="16926" y="12743"/>
                  <a:pt x="16926" y="12743"/>
                </a:cubicBezTo>
                <a:cubicBezTo>
                  <a:pt x="15187" y="13556"/>
                  <a:pt x="15187" y="13556"/>
                  <a:pt x="15187" y="13556"/>
                </a:cubicBezTo>
                <a:cubicBezTo>
                  <a:pt x="15096" y="13556"/>
                  <a:pt x="15096" y="13647"/>
                  <a:pt x="15004" y="13647"/>
                </a:cubicBezTo>
                <a:cubicBezTo>
                  <a:pt x="15004" y="12562"/>
                  <a:pt x="15004" y="12562"/>
                  <a:pt x="15004" y="12562"/>
                </a:cubicBezTo>
                <a:lnTo>
                  <a:pt x="16926" y="11749"/>
                </a:lnTo>
                <a:close/>
                <a:moveTo>
                  <a:pt x="14181" y="18889"/>
                </a:moveTo>
                <a:cubicBezTo>
                  <a:pt x="15004" y="18437"/>
                  <a:pt x="15004" y="18437"/>
                  <a:pt x="15004" y="18437"/>
                </a:cubicBezTo>
                <a:cubicBezTo>
                  <a:pt x="15004" y="14099"/>
                  <a:pt x="15004" y="14099"/>
                  <a:pt x="15004" y="14099"/>
                </a:cubicBezTo>
                <a:cubicBezTo>
                  <a:pt x="15004" y="14008"/>
                  <a:pt x="15004" y="14008"/>
                  <a:pt x="15004" y="14008"/>
                </a:cubicBezTo>
                <a:cubicBezTo>
                  <a:pt x="15004" y="13918"/>
                  <a:pt x="15004" y="13737"/>
                  <a:pt x="15004" y="13647"/>
                </a:cubicBezTo>
                <a:cubicBezTo>
                  <a:pt x="15004" y="12562"/>
                  <a:pt x="15004" y="12562"/>
                  <a:pt x="15004" y="12562"/>
                </a:cubicBezTo>
                <a:cubicBezTo>
                  <a:pt x="14821" y="12743"/>
                  <a:pt x="14821" y="12743"/>
                  <a:pt x="14821" y="12743"/>
                </a:cubicBezTo>
                <a:cubicBezTo>
                  <a:pt x="14638" y="12833"/>
                  <a:pt x="14364" y="12743"/>
                  <a:pt x="14272" y="12472"/>
                </a:cubicBezTo>
                <a:cubicBezTo>
                  <a:pt x="14181" y="12291"/>
                  <a:pt x="14181" y="12291"/>
                  <a:pt x="14181" y="12291"/>
                </a:cubicBezTo>
                <a:cubicBezTo>
                  <a:pt x="14181" y="14460"/>
                  <a:pt x="14181" y="14460"/>
                  <a:pt x="14181" y="14460"/>
                </a:cubicBezTo>
                <a:cubicBezTo>
                  <a:pt x="14730" y="15545"/>
                  <a:pt x="14730" y="15545"/>
                  <a:pt x="14730" y="15545"/>
                </a:cubicBezTo>
                <a:cubicBezTo>
                  <a:pt x="14730" y="15545"/>
                  <a:pt x="14730" y="15545"/>
                  <a:pt x="14730" y="15545"/>
                </a:cubicBezTo>
                <a:cubicBezTo>
                  <a:pt x="14821" y="15816"/>
                  <a:pt x="14730" y="15997"/>
                  <a:pt x="14547" y="16087"/>
                </a:cubicBezTo>
                <a:cubicBezTo>
                  <a:pt x="14181" y="16268"/>
                  <a:pt x="14181" y="16268"/>
                  <a:pt x="14181" y="16268"/>
                </a:cubicBezTo>
                <a:cubicBezTo>
                  <a:pt x="14181" y="18889"/>
                  <a:pt x="14181" y="18889"/>
                  <a:pt x="14181" y="18889"/>
                </a:cubicBezTo>
                <a:close/>
                <a:moveTo>
                  <a:pt x="15004" y="1446"/>
                </a:moveTo>
                <a:cubicBezTo>
                  <a:pt x="15004" y="1356"/>
                  <a:pt x="15004" y="1356"/>
                  <a:pt x="15004" y="1356"/>
                </a:cubicBezTo>
                <a:cubicBezTo>
                  <a:pt x="14821" y="994"/>
                  <a:pt x="14547" y="633"/>
                  <a:pt x="14181" y="452"/>
                </a:cubicBezTo>
                <a:cubicBezTo>
                  <a:pt x="14181" y="3615"/>
                  <a:pt x="14181" y="3615"/>
                  <a:pt x="14181" y="3615"/>
                </a:cubicBezTo>
                <a:cubicBezTo>
                  <a:pt x="14547" y="4428"/>
                  <a:pt x="14547" y="4428"/>
                  <a:pt x="14547" y="4428"/>
                </a:cubicBezTo>
                <a:cubicBezTo>
                  <a:pt x="14547" y="4428"/>
                  <a:pt x="14547" y="4428"/>
                  <a:pt x="14547" y="4428"/>
                </a:cubicBezTo>
                <a:cubicBezTo>
                  <a:pt x="14821" y="4971"/>
                  <a:pt x="14638" y="5513"/>
                  <a:pt x="14181" y="5874"/>
                </a:cubicBezTo>
                <a:cubicBezTo>
                  <a:pt x="14181" y="7411"/>
                  <a:pt x="14181" y="7411"/>
                  <a:pt x="14181" y="7411"/>
                </a:cubicBezTo>
                <a:cubicBezTo>
                  <a:pt x="15004" y="7049"/>
                  <a:pt x="15004" y="7049"/>
                  <a:pt x="15004" y="7049"/>
                </a:cubicBezTo>
                <a:cubicBezTo>
                  <a:pt x="15004" y="1446"/>
                  <a:pt x="15004" y="1446"/>
                  <a:pt x="15004" y="1446"/>
                </a:cubicBezTo>
                <a:close/>
                <a:moveTo>
                  <a:pt x="15004" y="9309"/>
                </a:moveTo>
                <a:cubicBezTo>
                  <a:pt x="15004" y="10303"/>
                  <a:pt x="15004" y="10303"/>
                  <a:pt x="15004" y="10303"/>
                </a:cubicBezTo>
                <a:cubicBezTo>
                  <a:pt x="14181" y="10664"/>
                  <a:pt x="14181" y="10664"/>
                  <a:pt x="14181" y="10664"/>
                </a:cubicBezTo>
                <a:cubicBezTo>
                  <a:pt x="14181" y="9761"/>
                  <a:pt x="14181" y="9761"/>
                  <a:pt x="14181" y="9761"/>
                </a:cubicBezTo>
                <a:lnTo>
                  <a:pt x="15004" y="9309"/>
                </a:lnTo>
                <a:close/>
                <a:moveTo>
                  <a:pt x="12808" y="19521"/>
                </a:moveTo>
                <a:cubicBezTo>
                  <a:pt x="14181" y="18889"/>
                  <a:pt x="14181" y="18889"/>
                  <a:pt x="14181" y="18889"/>
                </a:cubicBezTo>
                <a:cubicBezTo>
                  <a:pt x="14181" y="16268"/>
                  <a:pt x="14181" y="16268"/>
                  <a:pt x="14181" y="16268"/>
                </a:cubicBezTo>
                <a:cubicBezTo>
                  <a:pt x="12808" y="16900"/>
                  <a:pt x="12808" y="16900"/>
                  <a:pt x="12808" y="16900"/>
                </a:cubicBezTo>
                <a:cubicBezTo>
                  <a:pt x="12808" y="19521"/>
                  <a:pt x="12808" y="19521"/>
                  <a:pt x="12808" y="19521"/>
                </a:cubicBezTo>
                <a:close/>
                <a:moveTo>
                  <a:pt x="14181" y="452"/>
                </a:moveTo>
                <a:cubicBezTo>
                  <a:pt x="13814" y="181"/>
                  <a:pt x="13265" y="0"/>
                  <a:pt x="12808" y="0"/>
                </a:cubicBezTo>
                <a:cubicBezTo>
                  <a:pt x="12808" y="1988"/>
                  <a:pt x="12808" y="1988"/>
                  <a:pt x="12808" y="1988"/>
                </a:cubicBezTo>
                <a:cubicBezTo>
                  <a:pt x="13174" y="2079"/>
                  <a:pt x="13540" y="2259"/>
                  <a:pt x="13723" y="2711"/>
                </a:cubicBezTo>
                <a:cubicBezTo>
                  <a:pt x="14181" y="3615"/>
                  <a:pt x="14181" y="3615"/>
                  <a:pt x="14181" y="3615"/>
                </a:cubicBezTo>
                <a:cubicBezTo>
                  <a:pt x="14181" y="452"/>
                  <a:pt x="14181" y="452"/>
                  <a:pt x="14181" y="452"/>
                </a:cubicBezTo>
                <a:close/>
                <a:moveTo>
                  <a:pt x="14181" y="5874"/>
                </a:moveTo>
                <a:cubicBezTo>
                  <a:pt x="14181" y="7411"/>
                  <a:pt x="14181" y="7411"/>
                  <a:pt x="14181" y="7411"/>
                </a:cubicBezTo>
                <a:cubicBezTo>
                  <a:pt x="12808" y="8044"/>
                  <a:pt x="12808" y="8044"/>
                  <a:pt x="12808" y="8044"/>
                </a:cubicBezTo>
                <a:cubicBezTo>
                  <a:pt x="12808" y="6507"/>
                  <a:pt x="12808" y="6507"/>
                  <a:pt x="12808" y="6507"/>
                </a:cubicBezTo>
                <a:cubicBezTo>
                  <a:pt x="13997" y="5965"/>
                  <a:pt x="13997" y="5965"/>
                  <a:pt x="13997" y="5965"/>
                </a:cubicBezTo>
                <a:cubicBezTo>
                  <a:pt x="14089" y="5965"/>
                  <a:pt x="14181" y="5965"/>
                  <a:pt x="14181" y="5874"/>
                </a:cubicBezTo>
                <a:close/>
                <a:moveTo>
                  <a:pt x="14181" y="9761"/>
                </a:moveTo>
                <a:cubicBezTo>
                  <a:pt x="14181" y="10664"/>
                  <a:pt x="14181" y="10664"/>
                  <a:pt x="14181" y="10664"/>
                </a:cubicBezTo>
                <a:cubicBezTo>
                  <a:pt x="13906" y="10845"/>
                  <a:pt x="13906" y="10845"/>
                  <a:pt x="13906" y="10845"/>
                </a:cubicBezTo>
                <a:cubicBezTo>
                  <a:pt x="13723" y="10936"/>
                  <a:pt x="13631" y="11116"/>
                  <a:pt x="13723" y="11387"/>
                </a:cubicBezTo>
                <a:cubicBezTo>
                  <a:pt x="14181" y="12291"/>
                  <a:pt x="14181" y="12291"/>
                  <a:pt x="14181" y="12291"/>
                </a:cubicBezTo>
                <a:cubicBezTo>
                  <a:pt x="14181" y="14460"/>
                  <a:pt x="14181" y="14460"/>
                  <a:pt x="14181" y="14460"/>
                </a:cubicBezTo>
                <a:cubicBezTo>
                  <a:pt x="14181" y="14370"/>
                  <a:pt x="14181" y="14370"/>
                  <a:pt x="14181" y="14370"/>
                </a:cubicBezTo>
                <a:cubicBezTo>
                  <a:pt x="14089" y="14189"/>
                  <a:pt x="13814" y="14099"/>
                  <a:pt x="13631" y="14189"/>
                </a:cubicBezTo>
                <a:cubicBezTo>
                  <a:pt x="12808" y="14641"/>
                  <a:pt x="12808" y="14641"/>
                  <a:pt x="12808" y="14641"/>
                </a:cubicBezTo>
                <a:cubicBezTo>
                  <a:pt x="12808" y="13647"/>
                  <a:pt x="12808" y="13647"/>
                  <a:pt x="12808" y="13647"/>
                </a:cubicBezTo>
                <a:cubicBezTo>
                  <a:pt x="13265" y="13376"/>
                  <a:pt x="13265" y="13376"/>
                  <a:pt x="13265" y="13376"/>
                </a:cubicBezTo>
                <a:cubicBezTo>
                  <a:pt x="13448" y="13285"/>
                  <a:pt x="13540" y="13105"/>
                  <a:pt x="13448" y="12924"/>
                </a:cubicBezTo>
                <a:cubicBezTo>
                  <a:pt x="13448" y="12924"/>
                  <a:pt x="13448" y="12924"/>
                  <a:pt x="13448" y="12924"/>
                </a:cubicBezTo>
                <a:cubicBezTo>
                  <a:pt x="12899" y="11749"/>
                  <a:pt x="12899" y="11749"/>
                  <a:pt x="12899" y="11749"/>
                </a:cubicBezTo>
                <a:cubicBezTo>
                  <a:pt x="12899" y="11659"/>
                  <a:pt x="12808" y="11659"/>
                  <a:pt x="12808" y="11568"/>
                </a:cubicBezTo>
                <a:cubicBezTo>
                  <a:pt x="12808" y="9399"/>
                  <a:pt x="12808" y="9399"/>
                  <a:pt x="12808" y="9399"/>
                </a:cubicBezTo>
                <a:cubicBezTo>
                  <a:pt x="12991" y="9851"/>
                  <a:pt x="12991" y="9851"/>
                  <a:pt x="12991" y="9851"/>
                </a:cubicBezTo>
                <a:cubicBezTo>
                  <a:pt x="13082" y="10032"/>
                  <a:pt x="13357" y="10122"/>
                  <a:pt x="13540" y="10032"/>
                </a:cubicBezTo>
                <a:lnTo>
                  <a:pt x="14181" y="9761"/>
                </a:lnTo>
                <a:close/>
                <a:moveTo>
                  <a:pt x="11709" y="181"/>
                </a:moveTo>
                <a:cubicBezTo>
                  <a:pt x="10886" y="633"/>
                  <a:pt x="10886" y="633"/>
                  <a:pt x="10886" y="633"/>
                </a:cubicBezTo>
                <a:cubicBezTo>
                  <a:pt x="10886" y="2711"/>
                  <a:pt x="10886" y="2711"/>
                  <a:pt x="10886" y="2711"/>
                </a:cubicBezTo>
                <a:cubicBezTo>
                  <a:pt x="12167" y="2079"/>
                  <a:pt x="12167" y="2079"/>
                  <a:pt x="12167" y="2079"/>
                </a:cubicBezTo>
                <a:cubicBezTo>
                  <a:pt x="12350" y="1988"/>
                  <a:pt x="12625" y="1988"/>
                  <a:pt x="12808" y="1988"/>
                </a:cubicBezTo>
                <a:cubicBezTo>
                  <a:pt x="12808" y="0"/>
                  <a:pt x="12808" y="0"/>
                  <a:pt x="12808" y="0"/>
                </a:cubicBezTo>
                <a:cubicBezTo>
                  <a:pt x="12442" y="0"/>
                  <a:pt x="12075" y="90"/>
                  <a:pt x="11709" y="181"/>
                </a:cubicBezTo>
                <a:close/>
                <a:moveTo>
                  <a:pt x="10886" y="20335"/>
                </a:moveTo>
                <a:cubicBezTo>
                  <a:pt x="12808" y="19521"/>
                  <a:pt x="12808" y="19521"/>
                  <a:pt x="12808" y="19521"/>
                </a:cubicBezTo>
                <a:cubicBezTo>
                  <a:pt x="12808" y="16900"/>
                  <a:pt x="12808" y="16900"/>
                  <a:pt x="12808" y="16900"/>
                </a:cubicBezTo>
                <a:cubicBezTo>
                  <a:pt x="11984" y="17262"/>
                  <a:pt x="11984" y="17262"/>
                  <a:pt x="11984" y="17262"/>
                </a:cubicBezTo>
                <a:cubicBezTo>
                  <a:pt x="11801" y="17352"/>
                  <a:pt x="11526" y="17262"/>
                  <a:pt x="11435" y="17081"/>
                </a:cubicBezTo>
                <a:cubicBezTo>
                  <a:pt x="10886" y="15997"/>
                  <a:pt x="10886" y="15997"/>
                  <a:pt x="10886" y="15997"/>
                </a:cubicBezTo>
                <a:cubicBezTo>
                  <a:pt x="10886" y="20335"/>
                  <a:pt x="10886" y="20335"/>
                  <a:pt x="10886" y="20335"/>
                </a:cubicBezTo>
                <a:close/>
                <a:moveTo>
                  <a:pt x="12808" y="6507"/>
                </a:moveTo>
                <a:cubicBezTo>
                  <a:pt x="12808" y="8044"/>
                  <a:pt x="12808" y="8044"/>
                  <a:pt x="12808" y="8044"/>
                </a:cubicBezTo>
                <a:cubicBezTo>
                  <a:pt x="12625" y="8134"/>
                  <a:pt x="12625" y="8134"/>
                  <a:pt x="12625" y="8134"/>
                </a:cubicBezTo>
                <a:cubicBezTo>
                  <a:pt x="12442" y="8224"/>
                  <a:pt x="12350" y="8495"/>
                  <a:pt x="12442" y="8676"/>
                </a:cubicBezTo>
                <a:cubicBezTo>
                  <a:pt x="12808" y="9399"/>
                  <a:pt x="12808" y="9399"/>
                  <a:pt x="12808" y="9399"/>
                </a:cubicBezTo>
                <a:cubicBezTo>
                  <a:pt x="12808" y="11568"/>
                  <a:pt x="12808" y="11568"/>
                  <a:pt x="12808" y="11568"/>
                </a:cubicBezTo>
                <a:cubicBezTo>
                  <a:pt x="12716" y="11478"/>
                  <a:pt x="12533" y="11478"/>
                  <a:pt x="12350" y="11568"/>
                </a:cubicBezTo>
                <a:cubicBezTo>
                  <a:pt x="10886" y="12201"/>
                  <a:pt x="10886" y="12201"/>
                  <a:pt x="10886" y="12201"/>
                </a:cubicBezTo>
                <a:cubicBezTo>
                  <a:pt x="10886" y="11297"/>
                  <a:pt x="10886" y="11297"/>
                  <a:pt x="10886" y="11297"/>
                </a:cubicBezTo>
                <a:cubicBezTo>
                  <a:pt x="11984" y="10755"/>
                  <a:pt x="11984" y="10755"/>
                  <a:pt x="11984" y="10755"/>
                </a:cubicBezTo>
                <a:cubicBezTo>
                  <a:pt x="12167" y="10664"/>
                  <a:pt x="12259" y="10393"/>
                  <a:pt x="12167" y="10213"/>
                </a:cubicBezTo>
                <a:cubicBezTo>
                  <a:pt x="12167" y="10213"/>
                  <a:pt x="12167" y="10213"/>
                  <a:pt x="12167" y="10213"/>
                </a:cubicBezTo>
                <a:cubicBezTo>
                  <a:pt x="11618" y="9038"/>
                  <a:pt x="11618" y="9038"/>
                  <a:pt x="11618" y="9038"/>
                </a:cubicBezTo>
                <a:cubicBezTo>
                  <a:pt x="11526" y="8857"/>
                  <a:pt x="11343" y="8767"/>
                  <a:pt x="11160" y="8857"/>
                </a:cubicBezTo>
                <a:cubicBezTo>
                  <a:pt x="10886" y="8947"/>
                  <a:pt x="10886" y="8947"/>
                  <a:pt x="10886" y="8947"/>
                </a:cubicBezTo>
                <a:cubicBezTo>
                  <a:pt x="10886" y="7411"/>
                  <a:pt x="10886" y="7411"/>
                  <a:pt x="10886" y="7411"/>
                </a:cubicBezTo>
                <a:cubicBezTo>
                  <a:pt x="12808" y="6507"/>
                  <a:pt x="12808" y="6507"/>
                  <a:pt x="12808" y="6507"/>
                </a:cubicBezTo>
                <a:close/>
                <a:moveTo>
                  <a:pt x="12808" y="13647"/>
                </a:moveTo>
                <a:cubicBezTo>
                  <a:pt x="12808" y="14641"/>
                  <a:pt x="12808" y="14641"/>
                  <a:pt x="12808" y="14641"/>
                </a:cubicBezTo>
                <a:cubicBezTo>
                  <a:pt x="11069" y="15454"/>
                  <a:pt x="11069" y="15454"/>
                  <a:pt x="11069" y="15454"/>
                </a:cubicBezTo>
                <a:cubicBezTo>
                  <a:pt x="10977" y="15454"/>
                  <a:pt x="10977" y="15545"/>
                  <a:pt x="10886" y="15545"/>
                </a:cubicBezTo>
                <a:cubicBezTo>
                  <a:pt x="10886" y="14551"/>
                  <a:pt x="10886" y="14551"/>
                  <a:pt x="10886" y="14551"/>
                </a:cubicBezTo>
                <a:lnTo>
                  <a:pt x="12808" y="13647"/>
                </a:lnTo>
                <a:close/>
                <a:moveTo>
                  <a:pt x="10886" y="633"/>
                </a:moveTo>
                <a:cubicBezTo>
                  <a:pt x="8689" y="1627"/>
                  <a:pt x="8689" y="1627"/>
                  <a:pt x="8689" y="1627"/>
                </a:cubicBezTo>
                <a:cubicBezTo>
                  <a:pt x="8689" y="3705"/>
                  <a:pt x="8689" y="3705"/>
                  <a:pt x="8689" y="3705"/>
                </a:cubicBezTo>
                <a:cubicBezTo>
                  <a:pt x="10886" y="2711"/>
                  <a:pt x="10886" y="2711"/>
                  <a:pt x="10886" y="2711"/>
                </a:cubicBezTo>
                <a:cubicBezTo>
                  <a:pt x="10886" y="633"/>
                  <a:pt x="10886" y="633"/>
                  <a:pt x="10886" y="633"/>
                </a:cubicBezTo>
                <a:close/>
                <a:moveTo>
                  <a:pt x="8689" y="21329"/>
                </a:moveTo>
                <a:cubicBezTo>
                  <a:pt x="8781" y="21329"/>
                  <a:pt x="8964" y="21238"/>
                  <a:pt x="9055" y="21238"/>
                </a:cubicBezTo>
                <a:cubicBezTo>
                  <a:pt x="10886" y="20335"/>
                  <a:pt x="10886" y="20335"/>
                  <a:pt x="10886" y="20335"/>
                </a:cubicBezTo>
                <a:cubicBezTo>
                  <a:pt x="10886" y="15997"/>
                  <a:pt x="10886" y="15997"/>
                  <a:pt x="10886" y="15997"/>
                </a:cubicBezTo>
                <a:cubicBezTo>
                  <a:pt x="10886" y="15906"/>
                  <a:pt x="10886" y="15906"/>
                  <a:pt x="10886" y="15906"/>
                </a:cubicBezTo>
                <a:cubicBezTo>
                  <a:pt x="10794" y="15816"/>
                  <a:pt x="10886" y="15726"/>
                  <a:pt x="10886" y="15545"/>
                </a:cubicBezTo>
                <a:cubicBezTo>
                  <a:pt x="10886" y="14551"/>
                  <a:pt x="10886" y="14551"/>
                  <a:pt x="10886" y="14551"/>
                </a:cubicBezTo>
                <a:cubicBezTo>
                  <a:pt x="10703" y="14641"/>
                  <a:pt x="10703" y="14641"/>
                  <a:pt x="10703" y="14641"/>
                </a:cubicBezTo>
                <a:cubicBezTo>
                  <a:pt x="10520" y="14731"/>
                  <a:pt x="10245" y="14641"/>
                  <a:pt x="10153" y="14370"/>
                </a:cubicBezTo>
                <a:cubicBezTo>
                  <a:pt x="9604" y="13285"/>
                  <a:pt x="9604" y="13285"/>
                  <a:pt x="9604" y="13285"/>
                </a:cubicBezTo>
                <a:cubicBezTo>
                  <a:pt x="9513" y="13105"/>
                  <a:pt x="9604" y="12833"/>
                  <a:pt x="9787" y="12743"/>
                </a:cubicBezTo>
                <a:cubicBezTo>
                  <a:pt x="10886" y="12201"/>
                  <a:pt x="10886" y="12201"/>
                  <a:pt x="10886" y="12201"/>
                </a:cubicBezTo>
                <a:cubicBezTo>
                  <a:pt x="10886" y="11297"/>
                  <a:pt x="10886" y="11297"/>
                  <a:pt x="10886" y="11297"/>
                </a:cubicBezTo>
                <a:cubicBezTo>
                  <a:pt x="9421" y="11930"/>
                  <a:pt x="9421" y="11930"/>
                  <a:pt x="9421" y="11930"/>
                </a:cubicBezTo>
                <a:cubicBezTo>
                  <a:pt x="9238" y="12020"/>
                  <a:pt x="8964" y="11930"/>
                  <a:pt x="8872" y="11749"/>
                </a:cubicBezTo>
                <a:cubicBezTo>
                  <a:pt x="8689" y="11207"/>
                  <a:pt x="8689" y="11207"/>
                  <a:pt x="8689" y="11207"/>
                </a:cubicBezTo>
                <a:cubicBezTo>
                  <a:pt x="8689" y="13556"/>
                  <a:pt x="8689" y="13556"/>
                  <a:pt x="8689" y="13556"/>
                </a:cubicBezTo>
                <a:cubicBezTo>
                  <a:pt x="8689" y="13556"/>
                  <a:pt x="8689" y="13647"/>
                  <a:pt x="8781" y="13647"/>
                </a:cubicBezTo>
                <a:cubicBezTo>
                  <a:pt x="9330" y="14822"/>
                  <a:pt x="9330" y="14822"/>
                  <a:pt x="9330" y="14822"/>
                </a:cubicBezTo>
                <a:cubicBezTo>
                  <a:pt x="9330" y="14822"/>
                  <a:pt x="9330" y="14822"/>
                  <a:pt x="9330" y="14822"/>
                </a:cubicBezTo>
                <a:cubicBezTo>
                  <a:pt x="9421" y="15003"/>
                  <a:pt x="9330" y="15274"/>
                  <a:pt x="9147" y="15364"/>
                </a:cubicBezTo>
                <a:cubicBezTo>
                  <a:pt x="8689" y="15545"/>
                  <a:pt x="8689" y="15545"/>
                  <a:pt x="8689" y="15545"/>
                </a:cubicBezTo>
                <a:cubicBezTo>
                  <a:pt x="8689" y="16539"/>
                  <a:pt x="8689" y="16539"/>
                  <a:pt x="8689" y="16539"/>
                </a:cubicBezTo>
                <a:cubicBezTo>
                  <a:pt x="9513" y="16177"/>
                  <a:pt x="9513" y="16177"/>
                  <a:pt x="9513" y="16177"/>
                </a:cubicBezTo>
                <a:cubicBezTo>
                  <a:pt x="9696" y="16087"/>
                  <a:pt x="9970" y="16177"/>
                  <a:pt x="10062" y="16358"/>
                </a:cubicBezTo>
                <a:cubicBezTo>
                  <a:pt x="10611" y="17533"/>
                  <a:pt x="10611" y="17533"/>
                  <a:pt x="10611" y="17533"/>
                </a:cubicBezTo>
                <a:cubicBezTo>
                  <a:pt x="10611" y="17533"/>
                  <a:pt x="10611" y="17533"/>
                  <a:pt x="10611" y="17533"/>
                </a:cubicBezTo>
                <a:cubicBezTo>
                  <a:pt x="10703" y="17714"/>
                  <a:pt x="10611" y="17895"/>
                  <a:pt x="10428" y="17985"/>
                </a:cubicBezTo>
                <a:cubicBezTo>
                  <a:pt x="8689" y="18798"/>
                  <a:pt x="8689" y="18798"/>
                  <a:pt x="8689" y="18798"/>
                </a:cubicBezTo>
                <a:cubicBezTo>
                  <a:pt x="8689" y="21329"/>
                  <a:pt x="8689" y="21329"/>
                  <a:pt x="8689" y="21329"/>
                </a:cubicBezTo>
                <a:close/>
                <a:moveTo>
                  <a:pt x="10886" y="7411"/>
                </a:moveTo>
                <a:cubicBezTo>
                  <a:pt x="10886" y="8947"/>
                  <a:pt x="10886" y="8947"/>
                  <a:pt x="10886" y="8947"/>
                </a:cubicBezTo>
                <a:cubicBezTo>
                  <a:pt x="8689" y="10032"/>
                  <a:pt x="8689" y="10032"/>
                  <a:pt x="8689" y="10032"/>
                </a:cubicBezTo>
                <a:cubicBezTo>
                  <a:pt x="8689" y="8495"/>
                  <a:pt x="8689" y="8495"/>
                  <a:pt x="8689" y="8495"/>
                </a:cubicBezTo>
                <a:lnTo>
                  <a:pt x="10886" y="7411"/>
                </a:lnTo>
                <a:close/>
                <a:moveTo>
                  <a:pt x="8689" y="1627"/>
                </a:moveTo>
                <a:cubicBezTo>
                  <a:pt x="6126" y="2802"/>
                  <a:pt x="6126" y="2802"/>
                  <a:pt x="6126" y="2802"/>
                </a:cubicBezTo>
                <a:cubicBezTo>
                  <a:pt x="6126" y="4880"/>
                  <a:pt x="6126" y="4880"/>
                  <a:pt x="6126" y="4880"/>
                </a:cubicBezTo>
                <a:cubicBezTo>
                  <a:pt x="8689" y="3705"/>
                  <a:pt x="8689" y="3705"/>
                  <a:pt x="8689" y="3705"/>
                </a:cubicBezTo>
                <a:cubicBezTo>
                  <a:pt x="8689" y="1627"/>
                  <a:pt x="8689" y="1627"/>
                  <a:pt x="8689" y="1627"/>
                </a:cubicBezTo>
                <a:close/>
                <a:moveTo>
                  <a:pt x="6126" y="20515"/>
                </a:moveTo>
                <a:cubicBezTo>
                  <a:pt x="6675" y="21238"/>
                  <a:pt x="7682" y="21600"/>
                  <a:pt x="8689" y="21329"/>
                </a:cubicBezTo>
                <a:cubicBezTo>
                  <a:pt x="8689" y="18798"/>
                  <a:pt x="8689" y="18798"/>
                  <a:pt x="8689" y="18798"/>
                </a:cubicBezTo>
                <a:cubicBezTo>
                  <a:pt x="7774" y="19160"/>
                  <a:pt x="7774" y="19160"/>
                  <a:pt x="7774" y="19160"/>
                </a:cubicBezTo>
                <a:cubicBezTo>
                  <a:pt x="7591" y="19250"/>
                  <a:pt x="7408" y="19250"/>
                  <a:pt x="7316" y="18979"/>
                </a:cubicBezTo>
                <a:cubicBezTo>
                  <a:pt x="6767" y="17804"/>
                  <a:pt x="6767" y="17804"/>
                  <a:pt x="6767" y="17804"/>
                </a:cubicBezTo>
                <a:cubicBezTo>
                  <a:pt x="6675" y="17623"/>
                  <a:pt x="6767" y="17443"/>
                  <a:pt x="6950" y="17352"/>
                </a:cubicBezTo>
                <a:cubicBezTo>
                  <a:pt x="8689" y="16539"/>
                  <a:pt x="8689" y="16539"/>
                  <a:pt x="8689" y="16539"/>
                </a:cubicBezTo>
                <a:cubicBezTo>
                  <a:pt x="8689" y="15545"/>
                  <a:pt x="8689" y="15545"/>
                  <a:pt x="8689" y="15545"/>
                </a:cubicBezTo>
                <a:cubicBezTo>
                  <a:pt x="6492" y="16539"/>
                  <a:pt x="6492" y="16539"/>
                  <a:pt x="6492" y="16539"/>
                </a:cubicBezTo>
                <a:cubicBezTo>
                  <a:pt x="6401" y="16629"/>
                  <a:pt x="6218" y="16539"/>
                  <a:pt x="6126" y="16449"/>
                </a:cubicBezTo>
                <a:cubicBezTo>
                  <a:pt x="6126" y="20515"/>
                  <a:pt x="6126" y="20515"/>
                  <a:pt x="6126" y="20515"/>
                </a:cubicBezTo>
                <a:close/>
                <a:moveTo>
                  <a:pt x="8689" y="8495"/>
                </a:moveTo>
                <a:cubicBezTo>
                  <a:pt x="8689" y="10032"/>
                  <a:pt x="8689" y="10032"/>
                  <a:pt x="8689" y="10032"/>
                </a:cubicBezTo>
                <a:cubicBezTo>
                  <a:pt x="8506" y="10032"/>
                  <a:pt x="8506" y="10032"/>
                  <a:pt x="8506" y="10032"/>
                </a:cubicBezTo>
                <a:cubicBezTo>
                  <a:pt x="8323" y="10122"/>
                  <a:pt x="8231" y="10393"/>
                  <a:pt x="8323" y="10574"/>
                </a:cubicBezTo>
                <a:cubicBezTo>
                  <a:pt x="8689" y="11207"/>
                  <a:pt x="8689" y="11207"/>
                  <a:pt x="8689" y="11207"/>
                </a:cubicBezTo>
                <a:cubicBezTo>
                  <a:pt x="8689" y="13556"/>
                  <a:pt x="8689" y="13556"/>
                  <a:pt x="8689" y="13556"/>
                </a:cubicBezTo>
                <a:cubicBezTo>
                  <a:pt x="8506" y="13466"/>
                  <a:pt x="8414" y="13376"/>
                  <a:pt x="8231" y="13466"/>
                </a:cubicBezTo>
                <a:cubicBezTo>
                  <a:pt x="6126" y="14460"/>
                  <a:pt x="6126" y="14460"/>
                  <a:pt x="6126" y="14460"/>
                </a:cubicBezTo>
                <a:cubicBezTo>
                  <a:pt x="6126" y="13466"/>
                  <a:pt x="6126" y="13466"/>
                  <a:pt x="6126" y="13466"/>
                </a:cubicBezTo>
                <a:cubicBezTo>
                  <a:pt x="7865" y="12653"/>
                  <a:pt x="7865" y="12653"/>
                  <a:pt x="7865" y="12653"/>
                </a:cubicBezTo>
                <a:cubicBezTo>
                  <a:pt x="8048" y="12562"/>
                  <a:pt x="8140" y="12291"/>
                  <a:pt x="8048" y="12110"/>
                </a:cubicBezTo>
                <a:cubicBezTo>
                  <a:pt x="8048" y="12110"/>
                  <a:pt x="8048" y="12110"/>
                  <a:pt x="8048" y="12110"/>
                </a:cubicBezTo>
                <a:cubicBezTo>
                  <a:pt x="7499" y="11026"/>
                  <a:pt x="7499" y="11026"/>
                  <a:pt x="7499" y="11026"/>
                </a:cubicBezTo>
                <a:cubicBezTo>
                  <a:pt x="7408" y="10755"/>
                  <a:pt x="7133" y="10664"/>
                  <a:pt x="6950" y="10755"/>
                </a:cubicBezTo>
                <a:cubicBezTo>
                  <a:pt x="6126" y="11207"/>
                  <a:pt x="6126" y="11207"/>
                  <a:pt x="6126" y="11207"/>
                </a:cubicBezTo>
                <a:cubicBezTo>
                  <a:pt x="6126" y="9670"/>
                  <a:pt x="6126" y="9670"/>
                  <a:pt x="6126" y="9670"/>
                </a:cubicBezTo>
                <a:lnTo>
                  <a:pt x="8689" y="8495"/>
                </a:lnTo>
                <a:close/>
                <a:moveTo>
                  <a:pt x="6126" y="2802"/>
                </a:moveTo>
                <a:cubicBezTo>
                  <a:pt x="1459" y="4971"/>
                  <a:pt x="1459" y="4971"/>
                  <a:pt x="1459" y="4971"/>
                </a:cubicBezTo>
                <a:cubicBezTo>
                  <a:pt x="177" y="5603"/>
                  <a:pt x="-372" y="7049"/>
                  <a:pt x="269" y="8224"/>
                </a:cubicBezTo>
                <a:cubicBezTo>
                  <a:pt x="5852" y="20064"/>
                  <a:pt x="5852" y="20064"/>
                  <a:pt x="5852" y="20064"/>
                </a:cubicBezTo>
                <a:cubicBezTo>
                  <a:pt x="5943" y="20154"/>
                  <a:pt x="6035" y="20335"/>
                  <a:pt x="6126" y="20515"/>
                </a:cubicBezTo>
                <a:cubicBezTo>
                  <a:pt x="6126" y="16449"/>
                  <a:pt x="6126" y="16449"/>
                  <a:pt x="6126" y="16449"/>
                </a:cubicBezTo>
                <a:cubicBezTo>
                  <a:pt x="6126" y="16449"/>
                  <a:pt x="6035" y="16358"/>
                  <a:pt x="6035" y="16358"/>
                </a:cubicBezTo>
                <a:cubicBezTo>
                  <a:pt x="5486" y="15183"/>
                  <a:pt x="5486" y="15183"/>
                  <a:pt x="5486" y="15183"/>
                </a:cubicBezTo>
                <a:cubicBezTo>
                  <a:pt x="5394" y="15003"/>
                  <a:pt x="5486" y="14731"/>
                  <a:pt x="5669" y="14641"/>
                </a:cubicBezTo>
                <a:cubicBezTo>
                  <a:pt x="6126" y="14460"/>
                  <a:pt x="6126" y="14460"/>
                  <a:pt x="6126" y="14460"/>
                </a:cubicBezTo>
                <a:cubicBezTo>
                  <a:pt x="6126" y="13466"/>
                  <a:pt x="6126" y="13466"/>
                  <a:pt x="6126" y="13466"/>
                </a:cubicBezTo>
                <a:cubicBezTo>
                  <a:pt x="5303" y="13828"/>
                  <a:pt x="5303" y="13828"/>
                  <a:pt x="5303" y="13828"/>
                </a:cubicBezTo>
                <a:cubicBezTo>
                  <a:pt x="5120" y="13918"/>
                  <a:pt x="4845" y="13828"/>
                  <a:pt x="4753" y="13647"/>
                </a:cubicBezTo>
                <a:cubicBezTo>
                  <a:pt x="4204" y="12472"/>
                  <a:pt x="4204" y="12472"/>
                  <a:pt x="4204" y="12472"/>
                </a:cubicBezTo>
                <a:cubicBezTo>
                  <a:pt x="4113" y="12291"/>
                  <a:pt x="4204" y="12110"/>
                  <a:pt x="4387" y="12020"/>
                </a:cubicBezTo>
                <a:cubicBezTo>
                  <a:pt x="6126" y="11207"/>
                  <a:pt x="6126" y="11207"/>
                  <a:pt x="6126" y="11207"/>
                </a:cubicBezTo>
                <a:cubicBezTo>
                  <a:pt x="6126" y="9670"/>
                  <a:pt x="6126" y="9670"/>
                  <a:pt x="6126" y="9670"/>
                </a:cubicBezTo>
                <a:cubicBezTo>
                  <a:pt x="4479" y="10393"/>
                  <a:pt x="4479" y="10393"/>
                  <a:pt x="4479" y="10393"/>
                </a:cubicBezTo>
                <a:cubicBezTo>
                  <a:pt x="3838" y="10664"/>
                  <a:pt x="3106" y="10484"/>
                  <a:pt x="2831" y="9851"/>
                </a:cubicBezTo>
                <a:cubicBezTo>
                  <a:pt x="2008" y="8044"/>
                  <a:pt x="2008" y="8044"/>
                  <a:pt x="2008" y="8044"/>
                </a:cubicBezTo>
                <a:cubicBezTo>
                  <a:pt x="1733" y="7501"/>
                  <a:pt x="2008" y="6778"/>
                  <a:pt x="2648" y="6507"/>
                </a:cubicBezTo>
                <a:cubicBezTo>
                  <a:pt x="6126" y="4880"/>
                  <a:pt x="6126" y="4880"/>
                  <a:pt x="6126" y="4880"/>
                </a:cubicBezTo>
                <a:lnTo>
                  <a:pt x="6126" y="2802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3" name="Rectangle 59"/>
          <p:cNvSpPr/>
          <p:nvPr/>
        </p:nvSpPr>
        <p:spPr xmlns:m="http://schemas.openxmlformats.org/officeDocument/2006/math" xmlns:a14="http://schemas.microsoft.com/office/drawing/2010/main">
          <a:xfrm>
            <a:off x="8465039" y="3421703"/>
            <a:ext cx="626901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4" name="Rectangle 60"/>
          <p:cNvSpPr/>
          <p:nvPr/>
        </p:nvSpPr>
        <p:spPr xmlns:m="http://schemas.openxmlformats.org/officeDocument/2006/math" xmlns:a14="http://schemas.microsoft.com/office/drawing/2010/main">
          <a:xfrm>
            <a:off x="8490432" y="3358219"/>
            <a:ext cx="576114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5" name="Rectangle 61"/>
          <p:cNvSpPr/>
          <p:nvPr/>
        </p:nvSpPr>
        <p:spPr xmlns:m="http://schemas.openxmlformats.org/officeDocument/2006/math" xmlns:a14="http://schemas.microsoft.com/office/drawing/2010/main">
          <a:xfrm>
            <a:off x="8717385" y="3293147"/>
            <a:ext cx="122208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6" name="Rectangle 62"/>
          <p:cNvSpPr/>
          <p:nvPr/>
        </p:nvSpPr>
        <p:spPr xmlns:m="http://schemas.openxmlformats.org/officeDocument/2006/math" xmlns:a14="http://schemas.microsoft.com/office/drawing/2010/main">
          <a:xfrm>
            <a:off x="8739605" y="3059846"/>
            <a:ext cx="77769" cy="253934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7" name="Rectangle 63"/>
          <p:cNvSpPr/>
          <p:nvPr/>
        </p:nvSpPr>
        <p:spPr xmlns:m="http://schemas.openxmlformats.org/officeDocument/2006/math" xmlns:a14="http://schemas.microsoft.com/office/drawing/2010/main">
          <a:xfrm>
            <a:off x="8717385" y="3047151"/>
            <a:ext cx="122208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8" name="Rectangle 64"/>
          <p:cNvSpPr/>
          <p:nvPr/>
        </p:nvSpPr>
        <p:spPr xmlns:m="http://schemas.openxmlformats.org/officeDocument/2006/math" xmlns:a14="http://schemas.microsoft.com/office/drawing/2010/main">
          <a:xfrm>
            <a:off x="8903075" y="3293147"/>
            <a:ext cx="119033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9" name="Rectangle 65"/>
          <p:cNvSpPr/>
          <p:nvPr/>
        </p:nvSpPr>
        <p:spPr xmlns:m="http://schemas.openxmlformats.org/officeDocument/2006/math" xmlns:a14="http://schemas.microsoft.com/office/drawing/2010/main">
          <a:xfrm>
            <a:off x="8923707" y="3059846"/>
            <a:ext cx="76181" cy="253934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0" name="Rectangle 66"/>
          <p:cNvSpPr/>
          <p:nvPr/>
        </p:nvSpPr>
        <p:spPr xmlns:m="http://schemas.openxmlformats.org/officeDocument/2006/math" xmlns:a14="http://schemas.microsoft.com/office/drawing/2010/main">
          <a:xfrm>
            <a:off x="8903075" y="3047151"/>
            <a:ext cx="119033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1" name="Rectangle 67"/>
          <p:cNvSpPr/>
          <p:nvPr/>
        </p:nvSpPr>
        <p:spPr xmlns:m="http://schemas.openxmlformats.org/officeDocument/2006/math" xmlns:a14="http://schemas.microsoft.com/office/drawing/2010/main">
          <a:xfrm>
            <a:off x="8534871" y="3293147"/>
            <a:ext cx="122208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2" name="Rectangle 68"/>
          <p:cNvSpPr/>
          <p:nvPr/>
        </p:nvSpPr>
        <p:spPr xmlns:m="http://schemas.openxmlformats.org/officeDocument/2006/math" xmlns:a14="http://schemas.microsoft.com/office/drawing/2010/main">
          <a:xfrm>
            <a:off x="8555504" y="3059846"/>
            <a:ext cx="79356" cy="253934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3" name="Rectangle 69"/>
          <p:cNvSpPr/>
          <p:nvPr/>
        </p:nvSpPr>
        <p:spPr xmlns:m="http://schemas.openxmlformats.org/officeDocument/2006/math" xmlns:a14="http://schemas.microsoft.com/office/drawing/2010/main">
          <a:xfrm>
            <a:off x="8534871" y="3047151"/>
            <a:ext cx="122208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4" name="Rectangle 70"/>
          <p:cNvSpPr/>
          <p:nvPr/>
        </p:nvSpPr>
        <p:spPr xmlns:m="http://schemas.openxmlformats.org/officeDocument/2006/math" xmlns:a14="http://schemas.microsoft.com/office/drawing/2010/main">
          <a:xfrm>
            <a:off x="8490432" y="2977319"/>
            <a:ext cx="576114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5" name="Freeform 71"/>
          <p:cNvSpPr/>
          <p:nvPr/>
        </p:nvSpPr>
        <p:spPr xmlns:m="http://schemas.openxmlformats.org/officeDocument/2006/math" xmlns:a14="http://schemas.microsoft.com/office/drawing/2010/main">
          <a:xfrm>
            <a:off x="8490432" y="2793216"/>
            <a:ext cx="576114" cy="1841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7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1077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6" name="Freeform 72"/>
          <p:cNvSpPr/>
          <p:nvPr/>
        </p:nvSpPr>
        <p:spPr xmlns:m="http://schemas.openxmlformats.org/officeDocument/2006/math" xmlns:a14="http://schemas.microsoft.com/office/drawing/2010/main">
          <a:xfrm>
            <a:off x="6906521" y="2959860"/>
            <a:ext cx="799893" cy="5221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826" y="2430"/>
                </a:moveTo>
                <a:cubicBezTo>
                  <a:pt x="21600" y="10800"/>
                  <a:pt x="21600" y="10800"/>
                  <a:pt x="21600" y="10800"/>
                </a:cubicBezTo>
                <a:cubicBezTo>
                  <a:pt x="4826" y="19170"/>
                  <a:pt x="4826" y="19170"/>
                  <a:pt x="4826" y="19170"/>
                </a:cubicBezTo>
                <a:cubicBezTo>
                  <a:pt x="4826" y="15930"/>
                  <a:pt x="4826" y="15930"/>
                  <a:pt x="4826" y="15930"/>
                </a:cubicBezTo>
                <a:cubicBezTo>
                  <a:pt x="6298" y="15930"/>
                  <a:pt x="7475" y="14580"/>
                  <a:pt x="7475" y="12870"/>
                </a:cubicBezTo>
                <a:cubicBezTo>
                  <a:pt x="7475" y="7830"/>
                  <a:pt x="7475" y="7830"/>
                  <a:pt x="7475" y="7830"/>
                </a:cubicBezTo>
                <a:cubicBezTo>
                  <a:pt x="8122" y="7830"/>
                  <a:pt x="8122" y="7830"/>
                  <a:pt x="8122" y="7830"/>
                </a:cubicBezTo>
                <a:cubicBezTo>
                  <a:pt x="8122" y="5760"/>
                  <a:pt x="8122" y="5760"/>
                  <a:pt x="8122" y="5760"/>
                </a:cubicBezTo>
                <a:cubicBezTo>
                  <a:pt x="7475" y="5760"/>
                  <a:pt x="7475" y="5760"/>
                  <a:pt x="7475" y="5760"/>
                </a:cubicBezTo>
                <a:cubicBezTo>
                  <a:pt x="6003" y="5760"/>
                  <a:pt x="6003" y="5760"/>
                  <a:pt x="6003" y="5760"/>
                </a:cubicBezTo>
                <a:cubicBezTo>
                  <a:pt x="5356" y="5760"/>
                  <a:pt x="5356" y="5760"/>
                  <a:pt x="5356" y="5760"/>
                </a:cubicBezTo>
                <a:cubicBezTo>
                  <a:pt x="5356" y="7830"/>
                  <a:pt x="5356" y="7830"/>
                  <a:pt x="5356" y="7830"/>
                </a:cubicBezTo>
                <a:cubicBezTo>
                  <a:pt x="6003" y="7830"/>
                  <a:pt x="6003" y="7830"/>
                  <a:pt x="6003" y="7830"/>
                </a:cubicBezTo>
                <a:cubicBezTo>
                  <a:pt x="6003" y="12870"/>
                  <a:pt x="6003" y="12870"/>
                  <a:pt x="6003" y="12870"/>
                </a:cubicBezTo>
                <a:cubicBezTo>
                  <a:pt x="6003" y="13500"/>
                  <a:pt x="5474" y="14040"/>
                  <a:pt x="4826" y="14040"/>
                </a:cubicBezTo>
                <a:lnTo>
                  <a:pt x="4826" y="2430"/>
                </a:lnTo>
                <a:close/>
                <a:moveTo>
                  <a:pt x="0" y="0"/>
                </a:moveTo>
                <a:cubicBezTo>
                  <a:pt x="4826" y="2430"/>
                  <a:pt x="4826" y="2430"/>
                  <a:pt x="4826" y="2430"/>
                </a:cubicBezTo>
                <a:cubicBezTo>
                  <a:pt x="4826" y="14040"/>
                  <a:pt x="4826" y="14040"/>
                  <a:pt x="4826" y="14040"/>
                </a:cubicBezTo>
                <a:cubicBezTo>
                  <a:pt x="4826" y="14040"/>
                  <a:pt x="4826" y="14040"/>
                  <a:pt x="4826" y="14040"/>
                </a:cubicBezTo>
                <a:cubicBezTo>
                  <a:pt x="4179" y="14040"/>
                  <a:pt x="3649" y="13500"/>
                  <a:pt x="3649" y="12870"/>
                </a:cubicBezTo>
                <a:cubicBezTo>
                  <a:pt x="3649" y="7830"/>
                  <a:pt x="3649" y="7830"/>
                  <a:pt x="3649" y="7830"/>
                </a:cubicBezTo>
                <a:cubicBezTo>
                  <a:pt x="4296" y="7830"/>
                  <a:pt x="4296" y="7830"/>
                  <a:pt x="4296" y="7830"/>
                </a:cubicBezTo>
                <a:cubicBezTo>
                  <a:pt x="4296" y="5760"/>
                  <a:pt x="4296" y="5760"/>
                  <a:pt x="4296" y="5760"/>
                </a:cubicBezTo>
                <a:cubicBezTo>
                  <a:pt x="3649" y="5760"/>
                  <a:pt x="3649" y="5760"/>
                  <a:pt x="3649" y="5760"/>
                </a:cubicBezTo>
                <a:cubicBezTo>
                  <a:pt x="2178" y="5760"/>
                  <a:pt x="2178" y="5760"/>
                  <a:pt x="2178" y="5760"/>
                </a:cubicBezTo>
                <a:cubicBezTo>
                  <a:pt x="1530" y="5760"/>
                  <a:pt x="1530" y="5760"/>
                  <a:pt x="1530" y="5760"/>
                </a:cubicBezTo>
                <a:cubicBezTo>
                  <a:pt x="1530" y="7830"/>
                  <a:pt x="1530" y="7830"/>
                  <a:pt x="1530" y="7830"/>
                </a:cubicBezTo>
                <a:cubicBezTo>
                  <a:pt x="2178" y="7830"/>
                  <a:pt x="2178" y="7830"/>
                  <a:pt x="2178" y="7830"/>
                </a:cubicBezTo>
                <a:cubicBezTo>
                  <a:pt x="2178" y="12870"/>
                  <a:pt x="2178" y="12870"/>
                  <a:pt x="2178" y="12870"/>
                </a:cubicBezTo>
                <a:cubicBezTo>
                  <a:pt x="2178" y="14580"/>
                  <a:pt x="3355" y="15930"/>
                  <a:pt x="4826" y="15930"/>
                </a:cubicBezTo>
                <a:cubicBezTo>
                  <a:pt x="4826" y="15930"/>
                  <a:pt x="4826" y="15930"/>
                  <a:pt x="4826" y="15930"/>
                </a:cubicBezTo>
                <a:cubicBezTo>
                  <a:pt x="4826" y="19170"/>
                  <a:pt x="4826" y="19170"/>
                  <a:pt x="4826" y="19170"/>
                </a:cubicBezTo>
                <a:cubicBezTo>
                  <a:pt x="0" y="21600"/>
                  <a:pt x="0" y="21600"/>
                  <a:pt x="0" y="21600"/>
                </a:cubicBezTo>
                <a:lnTo>
                  <a:pt x="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7" name="Freeform 73"/>
          <p:cNvSpPr/>
          <p:nvPr/>
        </p:nvSpPr>
        <p:spPr xmlns:m="http://schemas.openxmlformats.org/officeDocument/2006/math" xmlns:a14="http://schemas.microsoft.com/office/drawing/2010/main">
          <a:xfrm>
            <a:off x="8671360" y="3534560"/>
            <a:ext cx="187277" cy="3251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4" fill="norm" stroke="1" extrusionOk="0">
                <a:moveTo>
                  <a:pt x="9293" y="18316"/>
                </a:moveTo>
                <a:cubicBezTo>
                  <a:pt x="9042" y="18172"/>
                  <a:pt x="8791" y="18172"/>
                  <a:pt x="8540" y="18172"/>
                </a:cubicBezTo>
                <a:cubicBezTo>
                  <a:pt x="8540" y="21484"/>
                  <a:pt x="8540" y="21484"/>
                  <a:pt x="8540" y="21484"/>
                </a:cubicBezTo>
                <a:cubicBezTo>
                  <a:pt x="9795" y="21484"/>
                  <a:pt x="11051" y="21052"/>
                  <a:pt x="11302" y="20332"/>
                </a:cubicBezTo>
                <a:cubicBezTo>
                  <a:pt x="11805" y="19468"/>
                  <a:pt x="10800" y="18460"/>
                  <a:pt x="9293" y="18316"/>
                </a:cubicBezTo>
                <a:close/>
                <a:moveTo>
                  <a:pt x="8540" y="16876"/>
                </a:moveTo>
                <a:cubicBezTo>
                  <a:pt x="8540" y="7228"/>
                  <a:pt x="8540" y="7228"/>
                  <a:pt x="8540" y="7228"/>
                </a:cubicBezTo>
                <a:cubicBezTo>
                  <a:pt x="9795" y="6796"/>
                  <a:pt x="11302" y="6508"/>
                  <a:pt x="12809" y="6508"/>
                </a:cubicBezTo>
                <a:cubicBezTo>
                  <a:pt x="15321" y="1036"/>
                  <a:pt x="15321" y="1036"/>
                  <a:pt x="15321" y="1036"/>
                </a:cubicBezTo>
                <a:cubicBezTo>
                  <a:pt x="15572" y="316"/>
                  <a:pt x="16828" y="-116"/>
                  <a:pt x="18084" y="28"/>
                </a:cubicBezTo>
                <a:cubicBezTo>
                  <a:pt x="19340" y="172"/>
                  <a:pt x="20093" y="892"/>
                  <a:pt x="19591" y="1612"/>
                </a:cubicBezTo>
                <a:cubicBezTo>
                  <a:pt x="17330" y="7228"/>
                  <a:pt x="17330" y="7228"/>
                  <a:pt x="17330" y="7228"/>
                </a:cubicBezTo>
                <a:cubicBezTo>
                  <a:pt x="19842" y="8092"/>
                  <a:pt x="21600" y="9676"/>
                  <a:pt x="20595" y="11980"/>
                </a:cubicBezTo>
                <a:cubicBezTo>
                  <a:pt x="20595" y="11980"/>
                  <a:pt x="19842" y="13852"/>
                  <a:pt x="19340" y="14716"/>
                </a:cubicBezTo>
                <a:cubicBezTo>
                  <a:pt x="19340" y="14716"/>
                  <a:pt x="19340" y="14716"/>
                  <a:pt x="19340" y="14716"/>
                </a:cubicBezTo>
                <a:cubicBezTo>
                  <a:pt x="18837" y="16012"/>
                  <a:pt x="21600" y="16732"/>
                  <a:pt x="21600" y="16732"/>
                </a:cubicBezTo>
                <a:cubicBezTo>
                  <a:pt x="20847" y="18604"/>
                  <a:pt x="20847" y="18604"/>
                  <a:pt x="20847" y="18604"/>
                </a:cubicBezTo>
                <a:lnTo>
                  <a:pt x="8540" y="16876"/>
                </a:lnTo>
                <a:close/>
                <a:moveTo>
                  <a:pt x="8540" y="18172"/>
                </a:moveTo>
                <a:cubicBezTo>
                  <a:pt x="7284" y="18172"/>
                  <a:pt x="6028" y="18748"/>
                  <a:pt x="5777" y="19468"/>
                </a:cubicBezTo>
                <a:cubicBezTo>
                  <a:pt x="5274" y="20332"/>
                  <a:pt x="6279" y="21196"/>
                  <a:pt x="7786" y="21484"/>
                </a:cubicBezTo>
                <a:cubicBezTo>
                  <a:pt x="8037" y="21484"/>
                  <a:pt x="8288" y="21484"/>
                  <a:pt x="8540" y="21484"/>
                </a:cubicBezTo>
                <a:cubicBezTo>
                  <a:pt x="8540" y="18172"/>
                  <a:pt x="8540" y="18172"/>
                  <a:pt x="8540" y="18172"/>
                </a:cubicBezTo>
                <a:close/>
                <a:moveTo>
                  <a:pt x="8540" y="7228"/>
                </a:moveTo>
                <a:cubicBezTo>
                  <a:pt x="8540" y="16876"/>
                  <a:pt x="8540" y="16876"/>
                  <a:pt x="8540" y="16876"/>
                </a:cubicBezTo>
                <a:cubicBezTo>
                  <a:pt x="0" y="15580"/>
                  <a:pt x="0" y="15580"/>
                  <a:pt x="0" y="15580"/>
                </a:cubicBezTo>
                <a:cubicBezTo>
                  <a:pt x="753" y="13708"/>
                  <a:pt x="753" y="13708"/>
                  <a:pt x="753" y="13708"/>
                </a:cubicBezTo>
                <a:cubicBezTo>
                  <a:pt x="753" y="13708"/>
                  <a:pt x="4019" y="13852"/>
                  <a:pt x="4521" y="12556"/>
                </a:cubicBezTo>
                <a:cubicBezTo>
                  <a:pt x="5023" y="11404"/>
                  <a:pt x="5777" y="9820"/>
                  <a:pt x="5777" y="9820"/>
                </a:cubicBezTo>
                <a:cubicBezTo>
                  <a:pt x="6279" y="8668"/>
                  <a:pt x="7284" y="7804"/>
                  <a:pt x="8540" y="7228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8" name="Freeform 74"/>
          <p:cNvSpPr/>
          <p:nvPr/>
        </p:nvSpPr>
        <p:spPr xmlns:m="http://schemas.openxmlformats.org/officeDocument/2006/math" xmlns:a14="http://schemas.microsoft.com/office/drawing/2010/main">
          <a:xfrm>
            <a:off x="7036661" y="2412317"/>
            <a:ext cx="376141" cy="4602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195" y="0"/>
                </a:moveTo>
                <a:cubicBezTo>
                  <a:pt x="21600" y="0"/>
                  <a:pt x="21600" y="0"/>
                  <a:pt x="21600" y="0"/>
                </a:cubicBezTo>
                <a:cubicBezTo>
                  <a:pt x="21600" y="921"/>
                  <a:pt x="21600" y="921"/>
                  <a:pt x="21600" y="921"/>
                </a:cubicBezTo>
                <a:cubicBezTo>
                  <a:pt x="15195" y="921"/>
                  <a:pt x="15195" y="921"/>
                  <a:pt x="15195" y="921"/>
                </a:cubicBezTo>
                <a:cubicBezTo>
                  <a:pt x="15195" y="0"/>
                  <a:pt x="15195" y="0"/>
                  <a:pt x="15195" y="0"/>
                </a:cubicBezTo>
                <a:close/>
                <a:moveTo>
                  <a:pt x="15195" y="3788"/>
                </a:moveTo>
                <a:cubicBezTo>
                  <a:pt x="21600" y="3788"/>
                  <a:pt x="21600" y="3788"/>
                  <a:pt x="21600" y="3788"/>
                </a:cubicBezTo>
                <a:cubicBezTo>
                  <a:pt x="21600" y="18734"/>
                  <a:pt x="21600" y="18734"/>
                  <a:pt x="21600" y="18734"/>
                </a:cubicBezTo>
                <a:cubicBezTo>
                  <a:pt x="21600" y="20269"/>
                  <a:pt x="19967" y="21600"/>
                  <a:pt x="17958" y="21600"/>
                </a:cubicBezTo>
                <a:cubicBezTo>
                  <a:pt x="15195" y="21600"/>
                  <a:pt x="15195" y="21600"/>
                  <a:pt x="15195" y="21600"/>
                </a:cubicBezTo>
                <a:cubicBezTo>
                  <a:pt x="15195" y="16993"/>
                  <a:pt x="15195" y="16993"/>
                  <a:pt x="15195" y="16993"/>
                </a:cubicBezTo>
                <a:cubicBezTo>
                  <a:pt x="15321" y="16993"/>
                  <a:pt x="15447" y="16993"/>
                  <a:pt x="15572" y="16891"/>
                </a:cubicBezTo>
                <a:cubicBezTo>
                  <a:pt x="16326" y="16686"/>
                  <a:pt x="16828" y="16277"/>
                  <a:pt x="17330" y="15663"/>
                </a:cubicBezTo>
                <a:cubicBezTo>
                  <a:pt x="17833" y="14844"/>
                  <a:pt x="18209" y="14025"/>
                  <a:pt x="18209" y="13103"/>
                </a:cubicBezTo>
                <a:cubicBezTo>
                  <a:pt x="18209" y="11773"/>
                  <a:pt x="17581" y="11056"/>
                  <a:pt x="16451" y="11056"/>
                </a:cubicBezTo>
                <a:cubicBezTo>
                  <a:pt x="16074" y="11056"/>
                  <a:pt x="15698" y="11158"/>
                  <a:pt x="15195" y="11363"/>
                </a:cubicBezTo>
                <a:cubicBezTo>
                  <a:pt x="15949" y="8701"/>
                  <a:pt x="15949" y="8701"/>
                  <a:pt x="15949" y="8701"/>
                </a:cubicBezTo>
                <a:cubicBezTo>
                  <a:pt x="15195" y="8804"/>
                  <a:pt x="15195" y="8804"/>
                  <a:pt x="15195" y="8804"/>
                </a:cubicBezTo>
                <a:cubicBezTo>
                  <a:pt x="15195" y="3788"/>
                  <a:pt x="15195" y="3788"/>
                  <a:pt x="15195" y="3788"/>
                </a:cubicBezTo>
                <a:close/>
                <a:moveTo>
                  <a:pt x="15195" y="15970"/>
                </a:moveTo>
                <a:cubicBezTo>
                  <a:pt x="15447" y="15867"/>
                  <a:pt x="15823" y="15560"/>
                  <a:pt x="16200" y="14946"/>
                </a:cubicBezTo>
                <a:cubicBezTo>
                  <a:pt x="16451" y="14332"/>
                  <a:pt x="16702" y="13718"/>
                  <a:pt x="16702" y="13206"/>
                </a:cubicBezTo>
                <a:cubicBezTo>
                  <a:pt x="16702" y="12591"/>
                  <a:pt x="16577" y="12182"/>
                  <a:pt x="16200" y="11977"/>
                </a:cubicBezTo>
                <a:cubicBezTo>
                  <a:pt x="16200" y="11977"/>
                  <a:pt x="16074" y="11875"/>
                  <a:pt x="15949" y="11875"/>
                </a:cubicBezTo>
                <a:cubicBezTo>
                  <a:pt x="15823" y="11875"/>
                  <a:pt x="15572" y="11977"/>
                  <a:pt x="15447" y="11977"/>
                </a:cubicBezTo>
                <a:cubicBezTo>
                  <a:pt x="15321" y="11977"/>
                  <a:pt x="15195" y="11977"/>
                  <a:pt x="15195" y="12080"/>
                </a:cubicBezTo>
                <a:lnTo>
                  <a:pt x="15195" y="15970"/>
                </a:lnTo>
                <a:close/>
                <a:moveTo>
                  <a:pt x="12307" y="0"/>
                </a:moveTo>
                <a:cubicBezTo>
                  <a:pt x="15195" y="0"/>
                  <a:pt x="15195" y="0"/>
                  <a:pt x="15195" y="0"/>
                </a:cubicBezTo>
                <a:cubicBezTo>
                  <a:pt x="15195" y="921"/>
                  <a:pt x="15195" y="921"/>
                  <a:pt x="15195" y="921"/>
                </a:cubicBezTo>
                <a:cubicBezTo>
                  <a:pt x="12307" y="921"/>
                  <a:pt x="12307" y="921"/>
                  <a:pt x="12307" y="921"/>
                </a:cubicBezTo>
                <a:cubicBezTo>
                  <a:pt x="12307" y="0"/>
                  <a:pt x="12307" y="0"/>
                  <a:pt x="12307" y="0"/>
                </a:cubicBezTo>
                <a:close/>
                <a:moveTo>
                  <a:pt x="12307" y="3788"/>
                </a:moveTo>
                <a:cubicBezTo>
                  <a:pt x="15195" y="3788"/>
                  <a:pt x="15195" y="3788"/>
                  <a:pt x="15195" y="3788"/>
                </a:cubicBezTo>
                <a:cubicBezTo>
                  <a:pt x="15195" y="8804"/>
                  <a:pt x="15195" y="8804"/>
                  <a:pt x="15195" y="8804"/>
                </a:cubicBezTo>
                <a:cubicBezTo>
                  <a:pt x="13814" y="9009"/>
                  <a:pt x="13814" y="9009"/>
                  <a:pt x="13814" y="9009"/>
                </a:cubicBezTo>
                <a:cubicBezTo>
                  <a:pt x="12307" y="14434"/>
                  <a:pt x="12307" y="14434"/>
                  <a:pt x="12307" y="14434"/>
                </a:cubicBezTo>
                <a:cubicBezTo>
                  <a:pt x="12307" y="9213"/>
                  <a:pt x="12307" y="9213"/>
                  <a:pt x="12307" y="9213"/>
                </a:cubicBezTo>
                <a:cubicBezTo>
                  <a:pt x="12558" y="8292"/>
                  <a:pt x="12558" y="8292"/>
                  <a:pt x="12558" y="8292"/>
                </a:cubicBezTo>
                <a:cubicBezTo>
                  <a:pt x="12558" y="8292"/>
                  <a:pt x="12433" y="8292"/>
                  <a:pt x="12307" y="8190"/>
                </a:cubicBezTo>
                <a:cubicBezTo>
                  <a:pt x="12307" y="3788"/>
                  <a:pt x="12307" y="3788"/>
                  <a:pt x="12307" y="3788"/>
                </a:cubicBezTo>
                <a:close/>
                <a:moveTo>
                  <a:pt x="15195" y="21600"/>
                </a:moveTo>
                <a:cubicBezTo>
                  <a:pt x="12307" y="21600"/>
                  <a:pt x="12307" y="21600"/>
                  <a:pt x="12307" y="21600"/>
                </a:cubicBezTo>
                <a:cubicBezTo>
                  <a:pt x="12307" y="16379"/>
                  <a:pt x="12307" y="16379"/>
                  <a:pt x="12307" y="16379"/>
                </a:cubicBezTo>
                <a:cubicBezTo>
                  <a:pt x="12433" y="16482"/>
                  <a:pt x="12558" y="16584"/>
                  <a:pt x="12684" y="16686"/>
                </a:cubicBezTo>
                <a:cubicBezTo>
                  <a:pt x="12935" y="16993"/>
                  <a:pt x="13437" y="17096"/>
                  <a:pt x="14065" y="17096"/>
                </a:cubicBezTo>
                <a:cubicBezTo>
                  <a:pt x="14442" y="17096"/>
                  <a:pt x="14819" y="17096"/>
                  <a:pt x="15195" y="16993"/>
                </a:cubicBezTo>
                <a:cubicBezTo>
                  <a:pt x="15195" y="21600"/>
                  <a:pt x="15195" y="21600"/>
                  <a:pt x="15195" y="21600"/>
                </a:cubicBezTo>
                <a:close/>
                <a:moveTo>
                  <a:pt x="15195" y="12080"/>
                </a:moveTo>
                <a:cubicBezTo>
                  <a:pt x="15070" y="12080"/>
                  <a:pt x="15070" y="12080"/>
                  <a:pt x="15070" y="12182"/>
                </a:cubicBezTo>
                <a:cubicBezTo>
                  <a:pt x="14191" y="15151"/>
                  <a:pt x="14191" y="15151"/>
                  <a:pt x="14191" y="15151"/>
                </a:cubicBezTo>
                <a:cubicBezTo>
                  <a:pt x="14191" y="15253"/>
                  <a:pt x="14191" y="15355"/>
                  <a:pt x="14191" y="15458"/>
                </a:cubicBezTo>
                <a:cubicBezTo>
                  <a:pt x="14191" y="15765"/>
                  <a:pt x="14442" y="15970"/>
                  <a:pt x="14944" y="15970"/>
                </a:cubicBezTo>
                <a:cubicBezTo>
                  <a:pt x="15070" y="15970"/>
                  <a:pt x="15070" y="15970"/>
                  <a:pt x="15195" y="15970"/>
                </a:cubicBezTo>
                <a:lnTo>
                  <a:pt x="15195" y="12080"/>
                </a:lnTo>
                <a:close/>
                <a:moveTo>
                  <a:pt x="8916" y="0"/>
                </a:moveTo>
                <a:cubicBezTo>
                  <a:pt x="12307" y="0"/>
                  <a:pt x="12307" y="0"/>
                  <a:pt x="12307" y="0"/>
                </a:cubicBezTo>
                <a:cubicBezTo>
                  <a:pt x="12307" y="921"/>
                  <a:pt x="12307" y="921"/>
                  <a:pt x="12307" y="921"/>
                </a:cubicBezTo>
                <a:cubicBezTo>
                  <a:pt x="8916" y="921"/>
                  <a:pt x="8916" y="921"/>
                  <a:pt x="8916" y="921"/>
                </a:cubicBezTo>
                <a:cubicBezTo>
                  <a:pt x="8916" y="0"/>
                  <a:pt x="8916" y="0"/>
                  <a:pt x="8916" y="0"/>
                </a:cubicBezTo>
                <a:close/>
                <a:moveTo>
                  <a:pt x="8916" y="3788"/>
                </a:moveTo>
                <a:cubicBezTo>
                  <a:pt x="12307" y="3788"/>
                  <a:pt x="12307" y="3788"/>
                  <a:pt x="12307" y="3788"/>
                </a:cubicBezTo>
                <a:cubicBezTo>
                  <a:pt x="12307" y="8190"/>
                  <a:pt x="12307" y="8190"/>
                  <a:pt x="12307" y="8190"/>
                </a:cubicBezTo>
                <a:cubicBezTo>
                  <a:pt x="12056" y="8190"/>
                  <a:pt x="11805" y="8190"/>
                  <a:pt x="11428" y="8190"/>
                </a:cubicBezTo>
                <a:cubicBezTo>
                  <a:pt x="10674" y="8190"/>
                  <a:pt x="9795" y="8497"/>
                  <a:pt x="8916" y="9009"/>
                </a:cubicBezTo>
                <a:cubicBezTo>
                  <a:pt x="8916" y="3788"/>
                  <a:pt x="8916" y="3788"/>
                  <a:pt x="8916" y="3788"/>
                </a:cubicBezTo>
                <a:close/>
                <a:moveTo>
                  <a:pt x="12307" y="21600"/>
                </a:moveTo>
                <a:cubicBezTo>
                  <a:pt x="8916" y="21600"/>
                  <a:pt x="8916" y="21600"/>
                  <a:pt x="8916" y="21600"/>
                </a:cubicBezTo>
                <a:cubicBezTo>
                  <a:pt x="8916" y="16993"/>
                  <a:pt x="8916" y="16993"/>
                  <a:pt x="8916" y="16993"/>
                </a:cubicBezTo>
                <a:cubicBezTo>
                  <a:pt x="10298" y="16993"/>
                  <a:pt x="10298" y="16993"/>
                  <a:pt x="10298" y="16993"/>
                </a:cubicBezTo>
                <a:cubicBezTo>
                  <a:pt x="12307" y="9213"/>
                  <a:pt x="12307" y="9213"/>
                  <a:pt x="12307" y="9213"/>
                </a:cubicBezTo>
                <a:cubicBezTo>
                  <a:pt x="12307" y="14434"/>
                  <a:pt x="12307" y="14434"/>
                  <a:pt x="12307" y="14434"/>
                </a:cubicBezTo>
                <a:cubicBezTo>
                  <a:pt x="12181" y="14946"/>
                  <a:pt x="12181" y="14946"/>
                  <a:pt x="12181" y="14946"/>
                </a:cubicBezTo>
                <a:cubicBezTo>
                  <a:pt x="12181" y="15151"/>
                  <a:pt x="12181" y="15355"/>
                  <a:pt x="12181" y="15560"/>
                </a:cubicBezTo>
                <a:cubicBezTo>
                  <a:pt x="12181" y="15867"/>
                  <a:pt x="12181" y="16174"/>
                  <a:pt x="12307" y="16379"/>
                </a:cubicBezTo>
                <a:cubicBezTo>
                  <a:pt x="12307" y="21600"/>
                  <a:pt x="12307" y="21600"/>
                  <a:pt x="12307" y="21600"/>
                </a:cubicBezTo>
                <a:close/>
                <a:moveTo>
                  <a:pt x="8916" y="14025"/>
                </a:moveTo>
                <a:cubicBezTo>
                  <a:pt x="9293" y="12694"/>
                  <a:pt x="9293" y="12694"/>
                  <a:pt x="9293" y="12694"/>
                </a:cubicBezTo>
                <a:cubicBezTo>
                  <a:pt x="9167" y="12694"/>
                  <a:pt x="9042" y="12694"/>
                  <a:pt x="8916" y="12591"/>
                </a:cubicBezTo>
                <a:cubicBezTo>
                  <a:pt x="8916" y="14025"/>
                  <a:pt x="8916" y="14025"/>
                  <a:pt x="8916" y="14025"/>
                </a:cubicBezTo>
                <a:close/>
                <a:moveTo>
                  <a:pt x="8916" y="12080"/>
                </a:moveTo>
                <a:cubicBezTo>
                  <a:pt x="9167" y="12080"/>
                  <a:pt x="9293" y="12182"/>
                  <a:pt x="9419" y="12182"/>
                </a:cubicBezTo>
                <a:cubicBezTo>
                  <a:pt x="10298" y="9009"/>
                  <a:pt x="10298" y="9009"/>
                  <a:pt x="10298" y="9009"/>
                </a:cubicBezTo>
                <a:cubicBezTo>
                  <a:pt x="9921" y="9213"/>
                  <a:pt x="9419" y="9520"/>
                  <a:pt x="8916" y="10032"/>
                </a:cubicBezTo>
                <a:lnTo>
                  <a:pt x="8916" y="12080"/>
                </a:lnTo>
                <a:close/>
                <a:moveTo>
                  <a:pt x="7535" y="0"/>
                </a:moveTo>
                <a:cubicBezTo>
                  <a:pt x="8916" y="0"/>
                  <a:pt x="8916" y="0"/>
                  <a:pt x="8916" y="0"/>
                </a:cubicBezTo>
                <a:cubicBezTo>
                  <a:pt x="8916" y="921"/>
                  <a:pt x="8916" y="921"/>
                  <a:pt x="8916" y="921"/>
                </a:cubicBezTo>
                <a:cubicBezTo>
                  <a:pt x="7535" y="921"/>
                  <a:pt x="7535" y="921"/>
                  <a:pt x="7535" y="921"/>
                </a:cubicBezTo>
                <a:cubicBezTo>
                  <a:pt x="7535" y="0"/>
                  <a:pt x="7535" y="0"/>
                  <a:pt x="7535" y="0"/>
                </a:cubicBezTo>
                <a:close/>
                <a:moveTo>
                  <a:pt x="7535" y="3788"/>
                </a:moveTo>
                <a:cubicBezTo>
                  <a:pt x="8916" y="3788"/>
                  <a:pt x="8916" y="3788"/>
                  <a:pt x="8916" y="3788"/>
                </a:cubicBezTo>
                <a:cubicBezTo>
                  <a:pt x="8916" y="9009"/>
                  <a:pt x="8916" y="9009"/>
                  <a:pt x="8916" y="9009"/>
                </a:cubicBezTo>
                <a:cubicBezTo>
                  <a:pt x="8916" y="9111"/>
                  <a:pt x="8916" y="9111"/>
                  <a:pt x="8916" y="9111"/>
                </a:cubicBezTo>
                <a:cubicBezTo>
                  <a:pt x="8414" y="9418"/>
                  <a:pt x="8037" y="9827"/>
                  <a:pt x="7535" y="10237"/>
                </a:cubicBezTo>
                <a:cubicBezTo>
                  <a:pt x="7535" y="3788"/>
                  <a:pt x="7535" y="3788"/>
                  <a:pt x="7535" y="3788"/>
                </a:cubicBezTo>
                <a:close/>
                <a:moveTo>
                  <a:pt x="8916" y="21600"/>
                </a:moveTo>
                <a:cubicBezTo>
                  <a:pt x="7535" y="21600"/>
                  <a:pt x="7535" y="21600"/>
                  <a:pt x="7535" y="21600"/>
                </a:cubicBezTo>
                <a:cubicBezTo>
                  <a:pt x="7535" y="12284"/>
                  <a:pt x="7535" y="12284"/>
                  <a:pt x="7535" y="12284"/>
                </a:cubicBezTo>
                <a:cubicBezTo>
                  <a:pt x="8037" y="12387"/>
                  <a:pt x="8540" y="12489"/>
                  <a:pt x="8916" y="12591"/>
                </a:cubicBezTo>
                <a:cubicBezTo>
                  <a:pt x="8916" y="14025"/>
                  <a:pt x="8916" y="14025"/>
                  <a:pt x="8916" y="14025"/>
                </a:cubicBezTo>
                <a:cubicBezTo>
                  <a:pt x="8163" y="16993"/>
                  <a:pt x="8163" y="16993"/>
                  <a:pt x="8163" y="16993"/>
                </a:cubicBezTo>
                <a:cubicBezTo>
                  <a:pt x="8916" y="16993"/>
                  <a:pt x="8916" y="16993"/>
                  <a:pt x="8916" y="16993"/>
                </a:cubicBezTo>
                <a:cubicBezTo>
                  <a:pt x="8916" y="21600"/>
                  <a:pt x="8916" y="21600"/>
                  <a:pt x="8916" y="21600"/>
                </a:cubicBezTo>
                <a:close/>
                <a:moveTo>
                  <a:pt x="8916" y="10032"/>
                </a:moveTo>
                <a:cubicBezTo>
                  <a:pt x="8540" y="10442"/>
                  <a:pt x="8163" y="11056"/>
                  <a:pt x="7660" y="11773"/>
                </a:cubicBezTo>
                <a:cubicBezTo>
                  <a:pt x="8163" y="11875"/>
                  <a:pt x="8540" y="11977"/>
                  <a:pt x="8916" y="12080"/>
                </a:cubicBezTo>
                <a:lnTo>
                  <a:pt x="8916" y="10032"/>
                </a:lnTo>
                <a:close/>
                <a:moveTo>
                  <a:pt x="3642" y="0"/>
                </a:moveTo>
                <a:cubicBezTo>
                  <a:pt x="7535" y="0"/>
                  <a:pt x="7535" y="0"/>
                  <a:pt x="7535" y="0"/>
                </a:cubicBezTo>
                <a:cubicBezTo>
                  <a:pt x="7535" y="921"/>
                  <a:pt x="7535" y="921"/>
                  <a:pt x="7535" y="921"/>
                </a:cubicBezTo>
                <a:cubicBezTo>
                  <a:pt x="3265" y="921"/>
                  <a:pt x="3265" y="921"/>
                  <a:pt x="3265" y="921"/>
                </a:cubicBezTo>
                <a:cubicBezTo>
                  <a:pt x="2260" y="921"/>
                  <a:pt x="1507" y="1536"/>
                  <a:pt x="1507" y="2355"/>
                </a:cubicBezTo>
                <a:cubicBezTo>
                  <a:pt x="1507" y="2355"/>
                  <a:pt x="1507" y="2355"/>
                  <a:pt x="1507" y="2355"/>
                </a:cubicBezTo>
                <a:cubicBezTo>
                  <a:pt x="1507" y="3071"/>
                  <a:pt x="2260" y="3788"/>
                  <a:pt x="3265" y="3788"/>
                </a:cubicBezTo>
                <a:cubicBezTo>
                  <a:pt x="7535" y="3788"/>
                  <a:pt x="7535" y="3788"/>
                  <a:pt x="7535" y="3788"/>
                </a:cubicBezTo>
                <a:cubicBezTo>
                  <a:pt x="7535" y="10237"/>
                  <a:pt x="7535" y="10237"/>
                  <a:pt x="7535" y="10237"/>
                </a:cubicBezTo>
                <a:cubicBezTo>
                  <a:pt x="7158" y="10646"/>
                  <a:pt x="6781" y="11158"/>
                  <a:pt x="6405" y="11670"/>
                </a:cubicBezTo>
                <a:cubicBezTo>
                  <a:pt x="6028" y="11670"/>
                  <a:pt x="5777" y="11568"/>
                  <a:pt x="5651" y="11568"/>
                </a:cubicBezTo>
                <a:cubicBezTo>
                  <a:pt x="4772" y="11568"/>
                  <a:pt x="4019" y="11773"/>
                  <a:pt x="3516" y="12080"/>
                </a:cubicBezTo>
                <a:cubicBezTo>
                  <a:pt x="2888" y="12284"/>
                  <a:pt x="2637" y="12694"/>
                  <a:pt x="2637" y="13103"/>
                </a:cubicBezTo>
                <a:cubicBezTo>
                  <a:pt x="2637" y="13308"/>
                  <a:pt x="2763" y="13410"/>
                  <a:pt x="2888" y="13615"/>
                </a:cubicBezTo>
                <a:cubicBezTo>
                  <a:pt x="3014" y="13718"/>
                  <a:pt x="3265" y="13718"/>
                  <a:pt x="3642" y="13718"/>
                </a:cubicBezTo>
                <a:cubicBezTo>
                  <a:pt x="3767" y="13718"/>
                  <a:pt x="3893" y="13718"/>
                  <a:pt x="4144" y="13615"/>
                </a:cubicBezTo>
                <a:cubicBezTo>
                  <a:pt x="4270" y="13513"/>
                  <a:pt x="4395" y="13410"/>
                  <a:pt x="4395" y="13308"/>
                </a:cubicBezTo>
                <a:cubicBezTo>
                  <a:pt x="4395" y="13206"/>
                  <a:pt x="4270" y="13103"/>
                  <a:pt x="4270" y="13001"/>
                </a:cubicBezTo>
                <a:cubicBezTo>
                  <a:pt x="4270" y="13001"/>
                  <a:pt x="4144" y="12899"/>
                  <a:pt x="4144" y="12899"/>
                </a:cubicBezTo>
                <a:cubicBezTo>
                  <a:pt x="4270" y="12694"/>
                  <a:pt x="4395" y="12591"/>
                  <a:pt x="4772" y="12489"/>
                </a:cubicBezTo>
                <a:cubicBezTo>
                  <a:pt x="5023" y="12387"/>
                  <a:pt x="5400" y="12284"/>
                  <a:pt x="5902" y="12284"/>
                </a:cubicBezTo>
                <a:cubicBezTo>
                  <a:pt x="5526" y="12796"/>
                  <a:pt x="5274" y="13206"/>
                  <a:pt x="5023" y="13718"/>
                </a:cubicBezTo>
                <a:cubicBezTo>
                  <a:pt x="4144" y="15151"/>
                  <a:pt x="3767" y="16277"/>
                  <a:pt x="3767" y="17096"/>
                </a:cubicBezTo>
                <a:cubicBezTo>
                  <a:pt x="3767" y="17710"/>
                  <a:pt x="4019" y="18017"/>
                  <a:pt x="4521" y="18222"/>
                </a:cubicBezTo>
                <a:cubicBezTo>
                  <a:pt x="4647" y="18324"/>
                  <a:pt x="5149" y="18427"/>
                  <a:pt x="5651" y="18427"/>
                </a:cubicBezTo>
                <a:cubicBezTo>
                  <a:pt x="5526" y="18222"/>
                  <a:pt x="5526" y="18017"/>
                  <a:pt x="5526" y="17710"/>
                </a:cubicBezTo>
                <a:cubicBezTo>
                  <a:pt x="5526" y="17403"/>
                  <a:pt x="5526" y="17096"/>
                  <a:pt x="5651" y="16686"/>
                </a:cubicBezTo>
                <a:cubicBezTo>
                  <a:pt x="5902" y="15355"/>
                  <a:pt x="6530" y="13922"/>
                  <a:pt x="7409" y="12284"/>
                </a:cubicBezTo>
                <a:cubicBezTo>
                  <a:pt x="7409" y="12284"/>
                  <a:pt x="7535" y="12284"/>
                  <a:pt x="7535" y="12284"/>
                </a:cubicBezTo>
                <a:cubicBezTo>
                  <a:pt x="7535" y="21600"/>
                  <a:pt x="7535" y="21600"/>
                  <a:pt x="7535" y="21600"/>
                </a:cubicBezTo>
                <a:cubicBezTo>
                  <a:pt x="3642" y="21600"/>
                  <a:pt x="3642" y="21600"/>
                  <a:pt x="3642" y="21600"/>
                </a:cubicBezTo>
                <a:cubicBezTo>
                  <a:pt x="1633" y="21600"/>
                  <a:pt x="0" y="20269"/>
                  <a:pt x="0" y="18734"/>
                </a:cubicBezTo>
                <a:cubicBezTo>
                  <a:pt x="0" y="2969"/>
                  <a:pt x="0" y="2969"/>
                  <a:pt x="0" y="2969"/>
                </a:cubicBezTo>
                <a:cubicBezTo>
                  <a:pt x="0" y="1331"/>
                  <a:pt x="1633" y="0"/>
                  <a:pt x="3642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9" name="Freeform 75"/>
          <p:cNvSpPr/>
          <p:nvPr/>
        </p:nvSpPr>
        <p:spPr xmlns:m="http://schemas.openxmlformats.org/officeDocument/2006/math" xmlns:a14="http://schemas.microsoft.com/office/drawing/2010/main">
          <a:xfrm>
            <a:off x="7760374" y="2896377"/>
            <a:ext cx="569765" cy="571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607" y="18137"/>
                </a:moveTo>
                <a:cubicBezTo>
                  <a:pt x="20607" y="12696"/>
                  <a:pt x="20607" y="12696"/>
                  <a:pt x="20607" y="12696"/>
                </a:cubicBezTo>
                <a:cubicBezTo>
                  <a:pt x="20772" y="12944"/>
                  <a:pt x="20855" y="13191"/>
                  <a:pt x="20855" y="13521"/>
                </a:cubicBezTo>
                <a:cubicBezTo>
                  <a:pt x="20855" y="18137"/>
                  <a:pt x="20855" y="18137"/>
                  <a:pt x="20855" y="18137"/>
                </a:cubicBezTo>
                <a:cubicBezTo>
                  <a:pt x="20607" y="18137"/>
                  <a:pt x="20607" y="18137"/>
                  <a:pt x="20607" y="18137"/>
                </a:cubicBezTo>
                <a:close/>
                <a:moveTo>
                  <a:pt x="20607" y="9398"/>
                </a:moveTo>
                <a:cubicBezTo>
                  <a:pt x="20607" y="5771"/>
                  <a:pt x="20607" y="5771"/>
                  <a:pt x="20607" y="5771"/>
                </a:cubicBezTo>
                <a:cubicBezTo>
                  <a:pt x="20690" y="5771"/>
                  <a:pt x="20690" y="5771"/>
                  <a:pt x="20690" y="5689"/>
                </a:cubicBezTo>
                <a:cubicBezTo>
                  <a:pt x="21269" y="5524"/>
                  <a:pt x="21269" y="5524"/>
                  <a:pt x="21269" y="5524"/>
                </a:cubicBezTo>
                <a:cubicBezTo>
                  <a:pt x="21434" y="5441"/>
                  <a:pt x="21600" y="5524"/>
                  <a:pt x="21600" y="5771"/>
                </a:cubicBezTo>
                <a:cubicBezTo>
                  <a:pt x="21600" y="8574"/>
                  <a:pt x="21600" y="8574"/>
                  <a:pt x="21600" y="8574"/>
                </a:cubicBezTo>
                <a:cubicBezTo>
                  <a:pt x="21600" y="8821"/>
                  <a:pt x="21434" y="9069"/>
                  <a:pt x="21269" y="9151"/>
                </a:cubicBezTo>
                <a:cubicBezTo>
                  <a:pt x="20690" y="9316"/>
                  <a:pt x="20690" y="9316"/>
                  <a:pt x="20690" y="9316"/>
                </a:cubicBezTo>
                <a:cubicBezTo>
                  <a:pt x="20690" y="9398"/>
                  <a:pt x="20690" y="9398"/>
                  <a:pt x="20607" y="9398"/>
                </a:cubicBezTo>
                <a:close/>
                <a:moveTo>
                  <a:pt x="20607" y="5771"/>
                </a:moveTo>
                <a:cubicBezTo>
                  <a:pt x="20607" y="9398"/>
                  <a:pt x="20607" y="9398"/>
                  <a:pt x="20607" y="9398"/>
                </a:cubicBezTo>
                <a:cubicBezTo>
                  <a:pt x="20524" y="9398"/>
                  <a:pt x="20359" y="9234"/>
                  <a:pt x="20359" y="9069"/>
                </a:cubicBezTo>
                <a:cubicBezTo>
                  <a:pt x="20359" y="6266"/>
                  <a:pt x="20359" y="6266"/>
                  <a:pt x="20359" y="6266"/>
                </a:cubicBezTo>
                <a:cubicBezTo>
                  <a:pt x="20359" y="6101"/>
                  <a:pt x="20524" y="5853"/>
                  <a:pt x="20607" y="5771"/>
                </a:cubicBezTo>
                <a:close/>
                <a:moveTo>
                  <a:pt x="20607" y="12696"/>
                </a:moveTo>
                <a:cubicBezTo>
                  <a:pt x="20359" y="12366"/>
                  <a:pt x="19945" y="12037"/>
                  <a:pt x="19448" y="12037"/>
                </a:cubicBezTo>
                <a:cubicBezTo>
                  <a:pt x="19448" y="4122"/>
                  <a:pt x="19448" y="4122"/>
                  <a:pt x="19448" y="4122"/>
                </a:cubicBezTo>
                <a:cubicBezTo>
                  <a:pt x="17297" y="4122"/>
                  <a:pt x="17297" y="4122"/>
                  <a:pt x="17297" y="4122"/>
                </a:cubicBezTo>
                <a:cubicBezTo>
                  <a:pt x="17297" y="13356"/>
                  <a:pt x="17297" y="13356"/>
                  <a:pt x="17297" y="13356"/>
                </a:cubicBezTo>
                <a:cubicBezTo>
                  <a:pt x="18124" y="13356"/>
                  <a:pt x="18786" y="14015"/>
                  <a:pt x="18786" y="14840"/>
                </a:cubicBezTo>
                <a:cubicBezTo>
                  <a:pt x="18786" y="15582"/>
                  <a:pt x="18124" y="16241"/>
                  <a:pt x="17297" y="16241"/>
                </a:cubicBezTo>
                <a:cubicBezTo>
                  <a:pt x="17297" y="18137"/>
                  <a:pt x="17297" y="18137"/>
                  <a:pt x="17297" y="18137"/>
                </a:cubicBezTo>
                <a:cubicBezTo>
                  <a:pt x="20607" y="18137"/>
                  <a:pt x="20607" y="18137"/>
                  <a:pt x="20607" y="18137"/>
                </a:cubicBezTo>
                <a:cubicBezTo>
                  <a:pt x="20607" y="12696"/>
                  <a:pt x="20607" y="12696"/>
                  <a:pt x="20607" y="12696"/>
                </a:cubicBezTo>
                <a:close/>
                <a:moveTo>
                  <a:pt x="17297" y="21600"/>
                </a:moveTo>
                <a:cubicBezTo>
                  <a:pt x="17297" y="19127"/>
                  <a:pt x="17297" y="19127"/>
                  <a:pt x="17297" y="19127"/>
                </a:cubicBezTo>
                <a:cubicBezTo>
                  <a:pt x="18703" y="19127"/>
                  <a:pt x="18703" y="19127"/>
                  <a:pt x="18703" y="19127"/>
                </a:cubicBezTo>
                <a:cubicBezTo>
                  <a:pt x="18703" y="20528"/>
                  <a:pt x="18703" y="20528"/>
                  <a:pt x="18703" y="20528"/>
                </a:cubicBezTo>
                <a:cubicBezTo>
                  <a:pt x="18703" y="21188"/>
                  <a:pt x="18207" y="21600"/>
                  <a:pt x="17628" y="21600"/>
                </a:cubicBezTo>
                <a:cubicBezTo>
                  <a:pt x="17297" y="21600"/>
                  <a:pt x="17297" y="21600"/>
                  <a:pt x="17297" y="21600"/>
                </a:cubicBezTo>
                <a:close/>
                <a:moveTo>
                  <a:pt x="17297" y="3627"/>
                </a:moveTo>
                <a:cubicBezTo>
                  <a:pt x="17297" y="1237"/>
                  <a:pt x="17297" y="1237"/>
                  <a:pt x="17297" y="1237"/>
                </a:cubicBezTo>
                <a:cubicBezTo>
                  <a:pt x="18621" y="1896"/>
                  <a:pt x="19448" y="2721"/>
                  <a:pt x="19448" y="3627"/>
                </a:cubicBezTo>
                <a:lnTo>
                  <a:pt x="17297" y="3627"/>
                </a:lnTo>
                <a:close/>
                <a:moveTo>
                  <a:pt x="17297" y="1237"/>
                </a:moveTo>
                <a:cubicBezTo>
                  <a:pt x="17297" y="3627"/>
                  <a:pt x="17297" y="3627"/>
                  <a:pt x="17297" y="3627"/>
                </a:cubicBezTo>
                <a:cubicBezTo>
                  <a:pt x="16138" y="3627"/>
                  <a:pt x="16138" y="3627"/>
                  <a:pt x="16138" y="3627"/>
                </a:cubicBezTo>
                <a:cubicBezTo>
                  <a:pt x="16138" y="3050"/>
                  <a:pt x="16138" y="3050"/>
                  <a:pt x="16138" y="3050"/>
                </a:cubicBezTo>
                <a:cubicBezTo>
                  <a:pt x="16138" y="3050"/>
                  <a:pt x="16138" y="3050"/>
                  <a:pt x="16138" y="3050"/>
                </a:cubicBezTo>
                <a:cubicBezTo>
                  <a:pt x="16469" y="3050"/>
                  <a:pt x="16800" y="2721"/>
                  <a:pt x="16800" y="2308"/>
                </a:cubicBezTo>
                <a:cubicBezTo>
                  <a:pt x="16800" y="1979"/>
                  <a:pt x="16469" y="1649"/>
                  <a:pt x="16138" y="1649"/>
                </a:cubicBezTo>
                <a:cubicBezTo>
                  <a:pt x="16138" y="1649"/>
                  <a:pt x="16138" y="1649"/>
                  <a:pt x="16138" y="1649"/>
                </a:cubicBezTo>
                <a:cubicBezTo>
                  <a:pt x="16138" y="742"/>
                  <a:pt x="16138" y="742"/>
                  <a:pt x="16138" y="742"/>
                </a:cubicBezTo>
                <a:cubicBezTo>
                  <a:pt x="16552" y="907"/>
                  <a:pt x="16966" y="1072"/>
                  <a:pt x="17297" y="1237"/>
                </a:cubicBezTo>
                <a:close/>
                <a:moveTo>
                  <a:pt x="17297" y="4122"/>
                </a:moveTo>
                <a:cubicBezTo>
                  <a:pt x="17297" y="13356"/>
                  <a:pt x="17297" y="13356"/>
                  <a:pt x="17297" y="13356"/>
                </a:cubicBezTo>
                <a:cubicBezTo>
                  <a:pt x="17297" y="13356"/>
                  <a:pt x="17297" y="13356"/>
                  <a:pt x="17297" y="13356"/>
                </a:cubicBezTo>
                <a:cubicBezTo>
                  <a:pt x="16800" y="13356"/>
                  <a:pt x="16386" y="13685"/>
                  <a:pt x="16138" y="14098"/>
                </a:cubicBezTo>
                <a:cubicBezTo>
                  <a:pt x="16138" y="9893"/>
                  <a:pt x="16138" y="9893"/>
                  <a:pt x="16138" y="9893"/>
                </a:cubicBezTo>
                <a:cubicBezTo>
                  <a:pt x="16634" y="9893"/>
                  <a:pt x="16634" y="9893"/>
                  <a:pt x="16634" y="9893"/>
                </a:cubicBezTo>
                <a:cubicBezTo>
                  <a:pt x="16634" y="5771"/>
                  <a:pt x="16634" y="5771"/>
                  <a:pt x="16634" y="5771"/>
                </a:cubicBezTo>
                <a:cubicBezTo>
                  <a:pt x="16138" y="5771"/>
                  <a:pt x="16138" y="5771"/>
                  <a:pt x="16138" y="5771"/>
                </a:cubicBezTo>
                <a:cubicBezTo>
                  <a:pt x="16138" y="4122"/>
                  <a:pt x="16138" y="4122"/>
                  <a:pt x="16138" y="4122"/>
                </a:cubicBezTo>
                <a:cubicBezTo>
                  <a:pt x="17297" y="4122"/>
                  <a:pt x="17297" y="4122"/>
                  <a:pt x="17297" y="4122"/>
                </a:cubicBezTo>
                <a:close/>
                <a:moveTo>
                  <a:pt x="17297" y="16241"/>
                </a:moveTo>
                <a:cubicBezTo>
                  <a:pt x="17297" y="18137"/>
                  <a:pt x="17297" y="18137"/>
                  <a:pt x="17297" y="18137"/>
                </a:cubicBezTo>
                <a:cubicBezTo>
                  <a:pt x="16138" y="18137"/>
                  <a:pt x="16138" y="18137"/>
                  <a:pt x="16138" y="18137"/>
                </a:cubicBezTo>
                <a:cubicBezTo>
                  <a:pt x="16138" y="15499"/>
                  <a:pt x="16138" y="15499"/>
                  <a:pt x="16138" y="15499"/>
                </a:cubicBezTo>
                <a:cubicBezTo>
                  <a:pt x="16386" y="15911"/>
                  <a:pt x="16800" y="16241"/>
                  <a:pt x="17297" y="16241"/>
                </a:cubicBezTo>
                <a:cubicBezTo>
                  <a:pt x="17297" y="16241"/>
                  <a:pt x="17297" y="16241"/>
                  <a:pt x="17297" y="16241"/>
                </a:cubicBezTo>
                <a:close/>
                <a:moveTo>
                  <a:pt x="17297" y="19127"/>
                </a:moveTo>
                <a:cubicBezTo>
                  <a:pt x="17297" y="21600"/>
                  <a:pt x="17297" y="21600"/>
                  <a:pt x="17297" y="21600"/>
                </a:cubicBezTo>
                <a:cubicBezTo>
                  <a:pt x="17048" y="21600"/>
                  <a:pt x="17048" y="21600"/>
                  <a:pt x="17048" y="21600"/>
                </a:cubicBezTo>
                <a:cubicBezTo>
                  <a:pt x="16634" y="21600"/>
                  <a:pt x="16303" y="21435"/>
                  <a:pt x="16138" y="21188"/>
                </a:cubicBezTo>
                <a:cubicBezTo>
                  <a:pt x="16138" y="19127"/>
                  <a:pt x="16138" y="19127"/>
                  <a:pt x="16138" y="19127"/>
                </a:cubicBezTo>
                <a:lnTo>
                  <a:pt x="17297" y="19127"/>
                </a:lnTo>
                <a:close/>
                <a:moveTo>
                  <a:pt x="14152" y="1649"/>
                </a:moveTo>
                <a:cubicBezTo>
                  <a:pt x="14483" y="1649"/>
                  <a:pt x="14814" y="1979"/>
                  <a:pt x="14814" y="2308"/>
                </a:cubicBezTo>
                <a:cubicBezTo>
                  <a:pt x="14814" y="2721"/>
                  <a:pt x="14483" y="3050"/>
                  <a:pt x="14152" y="3050"/>
                </a:cubicBezTo>
                <a:cubicBezTo>
                  <a:pt x="14069" y="3050"/>
                  <a:pt x="13986" y="3050"/>
                  <a:pt x="13903" y="2968"/>
                </a:cubicBezTo>
                <a:cubicBezTo>
                  <a:pt x="13903" y="3627"/>
                  <a:pt x="13903" y="3627"/>
                  <a:pt x="13903" y="3627"/>
                </a:cubicBezTo>
                <a:cubicBezTo>
                  <a:pt x="16138" y="3627"/>
                  <a:pt x="16138" y="3627"/>
                  <a:pt x="16138" y="3627"/>
                </a:cubicBezTo>
                <a:cubicBezTo>
                  <a:pt x="16138" y="3050"/>
                  <a:pt x="16138" y="3050"/>
                  <a:pt x="16138" y="3050"/>
                </a:cubicBezTo>
                <a:cubicBezTo>
                  <a:pt x="15724" y="3050"/>
                  <a:pt x="15393" y="2721"/>
                  <a:pt x="15393" y="2308"/>
                </a:cubicBezTo>
                <a:cubicBezTo>
                  <a:pt x="15393" y="1979"/>
                  <a:pt x="15724" y="1649"/>
                  <a:pt x="16138" y="1649"/>
                </a:cubicBezTo>
                <a:cubicBezTo>
                  <a:pt x="16138" y="742"/>
                  <a:pt x="16138" y="742"/>
                  <a:pt x="16138" y="742"/>
                </a:cubicBezTo>
                <a:cubicBezTo>
                  <a:pt x="15476" y="495"/>
                  <a:pt x="14731" y="330"/>
                  <a:pt x="13903" y="247"/>
                </a:cubicBezTo>
                <a:cubicBezTo>
                  <a:pt x="13903" y="1731"/>
                  <a:pt x="13903" y="1731"/>
                  <a:pt x="13903" y="1731"/>
                </a:cubicBezTo>
                <a:cubicBezTo>
                  <a:pt x="13986" y="1649"/>
                  <a:pt x="14069" y="1649"/>
                  <a:pt x="14152" y="1649"/>
                </a:cubicBezTo>
                <a:close/>
                <a:moveTo>
                  <a:pt x="16138" y="4122"/>
                </a:moveTo>
                <a:cubicBezTo>
                  <a:pt x="16138" y="5771"/>
                  <a:pt x="16138" y="5771"/>
                  <a:pt x="16138" y="5771"/>
                </a:cubicBezTo>
                <a:cubicBezTo>
                  <a:pt x="13903" y="5771"/>
                  <a:pt x="13903" y="5771"/>
                  <a:pt x="13903" y="5771"/>
                </a:cubicBezTo>
                <a:cubicBezTo>
                  <a:pt x="13903" y="4122"/>
                  <a:pt x="13903" y="4122"/>
                  <a:pt x="13903" y="4122"/>
                </a:cubicBezTo>
                <a:cubicBezTo>
                  <a:pt x="16138" y="4122"/>
                  <a:pt x="16138" y="4122"/>
                  <a:pt x="16138" y="4122"/>
                </a:cubicBezTo>
                <a:close/>
                <a:moveTo>
                  <a:pt x="16138" y="9893"/>
                </a:moveTo>
                <a:cubicBezTo>
                  <a:pt x="16138" y="14098"/>
                  <a:pt x="16138" y="14098"/>
                  <a:pt x="16138" y="14098"/>
                </a:cubicBezTo>
                <a:cubicBezTo>
                  <a:pt x="15972" y="14263"/>
                  <a:pt x="15890" y="14510"/>
                  <a:pt x="15890" y="14840"/>
                </a:cubicBezTo>
                <a:cubicBezTo>
                  <a:pt x="15890" y="15087"/>
                  <a:pt x="15972" y="15334"/>
                  <a:pt x="16138" y="15499"/>
                </a:cubicBezTo>
                <a:cubicBezTo>
                  <a:pt x="16138" y="18137"/>
                  <a:pt x="16138" y="18137"/>
                  <a:pt x="16138" y="18137"/>
                </a:cubicBezTo>
                <a:cubicBezTo>
                  <a:pt x="13903" y="18137"/>
                  <a:pt x="13903" y="18137"/>
                  <a:pt x="13903" y="18137"/>
                </a:cubicBezTo>
                <a:cubicBezTo>
                  <a:pt x="13903" y="9893"/>
                  <a:pt x="13903" y="9893"/>
                  <a:pt x="13903" y="9893"/>
                </a:cubicBezTo>
                <a:cubicBezTo>
                  <a:pt x="16138" y="9893"/>
                  <a:pt x="16138" y="9893"/>
                  <a:pt x="16138" y="9893"/>
                </a:cubicBezTo>
                <a:close/>
                <a:moveTo>
                  <a:pt x="16138" y="19127"/>
                </a:moveTo>
                <a:cubicBezTo>
                  <a:pt x="16138" y="21188"/>
                  <a:pt x="16138" y="21188"/>
                  <a:pt x="16138" y="21188"/>
                </a:cubicBezTo>
                <a:cubicBezTo>
                  <a:pt x="15972" y="20940"/>
                  <a:pt x="15890" y="20776"/>
                  <a:pt x="15890" y="20528"/>
                </a:cubicBezTo>
                <a:cubicBezTo>
                  <a:pt x="15890" y="19127"/>
                  <a:pt x="15890" y="19127"/>
                  <a:pt x="15890" y="19127"/>
                </a:cubicBezTo>
                <a:lnTo>
                  <a:pt x="16138" y="19127"/>
                </a:lnTo>
                <a:close/>
                <a:moveTo>
                  <a:pt x="13903" y="2968"/>
                </a:moveTo>
                <a:cubicBezTo>
                  <a:pt x="13655" y="2885"/>
                  <a:pt x="13407" y="2638"/>
                  <a:pt x="13407" y="2308"/>
                </a:cubicBezTo>
                <a:cubicBezTo>
                  <a:pt x="13407" y="2061"/>
                  <a:pt x="13655" y="1814"/>
                  <a:pt x="13903" y="1731"/>
                </a:cubicBezTo>
                <a:cubicBezTo>
                  <a:pt x="13903" y="247"/>
                  <a:pt x="13903" y="247"/>
                  <a:pt x="13903" y="247"/>
                </a:cubicBezTo>
                <a:cubicBezTo>
                  <a:pt x="12993" y="82"/>
                  <a:pt x="11917" y="0"/>
                  <a:pt x="10841" y="0"/>
                </a:cubicBezTo>
                <a:cubicBezTo>
                  <a:pt x="10759" y="0"/>
                  <a:pt x="10759" y="0"/>
                  <a:pt x="10759" y="0"/>
                </a:cubicBezTo>
                <a:cubicBezTo>
                  <a:pt x="10759" y="3627"/>
                  <a:pt x="10759" y="3627"/>
                  <a:pt x="10759" y="3627"/>
                </a:cubicBezTo>
                <a:cubicBezTo>
                  <a:pt x="13903" y="3627"/>
                  <a:pt x="13903" y="3627"/>
                  <a:pt x="13903" y="3627"/>
                </a:cubicBezTo>
                <a:cubicBezTo>
                  <a:pt x="13903" y="2968"/>
                  <a:pt x="13903" y="2968"/>
                  <a:pt x="13903" y="2968"/>
                </a:cubicBezTo>
                <a:close/>
                <a:moveTo>
                  <a:pt x="13903" y="4122"/>
                </a:moveTo>
                <a:cubicBezTo>
                  <a:pt x="13903" y="5771"/>
                  <a:pt x="13903" y="5771"/>
                  <a:pt x="13903" y="5771"/>
                </a:cubicBezTo>
                <a:cubicBezTo>
                  <a:pt x="11172" y="5771"/>
                  <a:pt x="11172" y="5771"/>
                  <a:pt x="11172" y="5771"/>
                </a:cubicBezTo>
                <a:cubicBezTo>
                  <a:pt x="11172" y="9893"/>
                  <a:pt x="11172" y="9893"/>
                  <a:pt x="11172" y="9893"/>
                </a:cubicBezTo>
                <a:cubicBezTo>
                  <a:pt x="13903" y="9893"/>
                  <a:pt x="13903" y="9893"/>
                  <a:pt x="13903" y="9893"/>
                </a:cubicBezTo>
                <a:cubicBezTo>
                  <a:pt x="13903" y="18137"/>
                  <a:pt x="13903" y="18137"/>
                  <a:pt x="13903" y="18137"/>
                </a:cubicBezTo>
                <a:cubicBezTo>
                  <a:pt x="10759" y="18137"/>
                  <a:pt x="10759" y="18137"/>
                  <a:pt x="10759" y="18137"/>
                </a:cubicBezTo>
                <a:cubicBezTo>
                  <a:pt x="10759" y="16324"/>
                  <a:pt x="10759" y="16324"/>
                  <a:pt x="10759" y="16324"/>
                </a:cubicBezTo>
                <a:cubicBezTo>
                  <a:pt x="13821" y="16324"/>
                  <a:pt x="13821" y="16324"/>
                  <a:pt x="13821" y="16324"/>
                </a:cubicBezTo>
                <a:cubicBezTo>
                  <a:pt x="13821" y="15417"/>
                  <a:pt x="13821" y="15417"/>
                  <a:pt x="13821" y="15417"/>
                </a:cubicBezTo>
                <a:cubicBezTo>
                  <a:pt x="10759" y="15417"/>
                  <a:pt x="10759" y="15417"/>
                  <a:pt x="10759" y="15417"/>
                </a:cubicBezTo>
                <a:cubicBezTo>
                  <a:pt x="10759" y="14757"/>
                  <a:pt x="10759" y="14757"/>
                  <a:pt x="10759" y="14757"/>
                </a:cubicBezTo>
                <a:cubicBezTo>
                  <a:pt x="13821" y="14757"/>
                  <a:pt x="13821" y="14757"/>
                  <a:pt x="13821" y="14757"/>
                </a:cubicBezTo>
                <a:cubicBezTo>
                  <a:pt x="13821" y="13768"/>
                  <a:pt x="13821" y="13768"/>
                  <a:pt x="13821" y="13768"/>
                </a:cubicBezTo>
                <a:cubicBezTo>
                  <a:pt x="10759" y="13768"/>
                  <a:pt x="10759" y="13768"/>
                  <a:pt x="10759" y="13768"/>
                </a:cubicBezTo>
                <a:cubicBezTo>
                  <a:pt x="10759" y="13108"/>
                  <a:pt x="10759" y="13108"/>
                  <a:pt x="10759" y="13108"/>
                </a:cubicBezTo>
                <a:cubicBezTo>
                  <a:pt x="13821" y="13108"/>
                  <a:pt x="13821" y="13108"/>
                  <a:pt x="13821" y="13108"/>
                </a:cubicBezTo>
                <a:cubicBezTo>
                  <a:pt x="13821" y="12119"/>
                  <a:pt x="13821" y="12119"/>
                  <a:pt x="13821" y="12119"/>
                </a:cubicBezTo>
                <a:cubicBezTo>
                  <a:pt x="10759" y="12119"/>
                  <a:pt x="10759" y="12119"/>
                  <a:pt x="10759" y="12119"/>
                </a:cubicBezTo>
                <a:cubicBezTo>
                  <a:pt x="10759" y="4122"/>
                  <a:pt x="10759" y="4122"/>
                  <a:pt x="10759" y="4122"/>
                </a:cubicBezTo>
                <a:lnTo>
                  <a:pt x="13903" y="4122"/>
                </a:lnTo>
                <a:close/>
                <a:moveTo>
                  <a:pt x="10759" y="0"/>
                </a:moveTo>
                <a:cubicBezTo>
                  <a:pt x="10759" y="3627"/>
                  <a:pt x="10759" y="3627"/>
                  <a:pt x="10759" y="3627"/>
                </a:cubicBezTo>
                <a:cubicBezTo>
                  <a:pt x="7697" y="3627"/>
                  <a:pt x="7697" y="3627"/>
                  <a:pt x="7697" y="3627"/>
                </a:cubicBezTo>
                <a:cubicBezTo>
                  <a:pt x="7697" y="2968"/>
                  <a:pt x="7697" y="2968"/>
                  <a:pt x="7697" y="2968"/>
                </a:cubicBezTo>
                <a:cubicBezTo>
                  <a:pt x="7945" y="2885"/>
                  <a:pt x="8193" y="2638"/>
                  <a:pt x="8193" y="2308"/>
                </a:cubicBezTo>
                <a:cubicBezTo>
                  <a:pt x="8193" y="2061"/>
                  <a:pt x="7945" y="1814"/>
                  <a:pt x="7697" y="1731"/>
                </a:cubicBezTo>
                <a:cubicBezTo>
                  <a:pt x="7697" y="247"/>
                  <a:pt x="7697" y="247"/>
                  <a:pt x="7697" y="247"/>
                </a:cubicBezTo>
                <a:cubicBezTo>
                  <a:pt x="8607" y="82"/>
                  <a:pt x="9683" y="0"/>
                  <a:pt x="10759" y="0"/>
                </a:cubicBezTo>
                <a:close/>
                <a:moveTo>
                  <a:pt x="10759" y="4122"/>
                </a:moveTo>
                <a:cubicBezTo>
                  <a:pt x="10759" y="12119"/>
                  <a:pt x="10759" y="12119"/>
                  <a:pt x="10759" y="12119"/>
                </a:cubicBezTo>
                <a:cubicBezTo>
                  <a:pt x="7697" y="12119"/>
                  <a:pt x="7697" y="12119"/>
                  <a:pt x="7697" y="12119"/>
                </a:cubicBezTo>
                <a:cubicBezTo>
                  <a:pt x="7697" y="9893"/>
                  <a:pt x="7697" y="9893"/>
                  <a:pt x="7697" y="9893"/>
                </a:cubicBezTo>
                <a:cubicBezTo>
                  <a:pt x="10428" y="9893"/>
                  <a:pt x="10428" y="9893"/>
                  <a:pt x="10428" y="9893"/>
                </a:cubicBezTo>
                <a:cubicBezTo>
                  <a:pt x="10428" y="5771"/>
                  <a:pt x="10428" y="5771"/>
                  <a:pt x="10428" y="5771"/>
                </a:cubicBezTo>
                <a:cubicBezTo>
                  <a:pt x="7697" y="5771"/>
                  <a:pt x="7697" y="5771"/>
                  <a:pt x="7697" y="5771"/>
                </a:cubicBezTo>
                <a:cubicBezTo>
                  <a:pt x="7697" y="4122"/>
                  <a:pt x="7697" y="4122"/>
                  <a:pt x="7697" y="4122"/>
                </a:cubicBezTo>
                <a:cubicBezTo>
                  <a:pt x="10759" y="4122"/>
                  <a:pt x="10759" y="4122"/>
                  <a:pt x="10759" y="4122"/>
                </a:cubicBezTo>
                <a:close/>
                <a:moveTo>
                  <a:pt x="10759" y="13108"/>
                </a:moveTo>
                <a:cubicBezTo>
                  <a:pt x="10759" y="13768"/>
                  <a:pt x="10759" y="13768"/>
                  <a:pt x="10759" y="13768"/>
                </a:cubicBezTo>
                <a:cubicBezTo>
                  <a:pt x="7697" y="13768"/>
                  <a:pt x="7697" y="13768"/>
                  <a:pt x="7697" y="13768"/>
                </a:cubicBezTo>
                <a:cubicBezTo>
                  <a:pt x="7697" y="13108"/>
                  <a:pt x="7697" y="13108"/>
                  <a:pt x="7697" y="13108"/>
                </a:cubicBezTo>
                <a:cubicBezTo>
                  <a:pt x="10759" y="13108"/>
                  <a:pt x="10759" y="13108"/>
                  <a:pt x="10759" y="13108"/>
                </a:cubicBezTo>
                <a:close/>
                <a:moveTo>
                  <a:pt x="10759" y="14757"/>
                </a:moveTo>
                <a:cubicBezTo>
                  <a:pt x="10759" y="15417"/>
                  <a:pt x="10759" y="15417"/>
                  <a:pt x="10759" y="15417"/>
                </a:cubicBezTo>
                <a:cubicBezTo>
                  <a:pt x="7697" y="15417"/>
                  <a:pt x="7697" y="15417"/>
                  <a:pt x="7697" y="15417"/>
                </a:cubicBezTo>
                <a:cubicBezTo>
                  <a:pt x="7697" y="14757"/>
                  <a:pt x="7697" y="14757"/>
                  <a:pt x="7697" y="14757"/>
                </a:cubicBezTo>
                <a:cubicBezTo>
                  <a:pt x="10759" y="14757"/>
                  <a:pt x="10759" y="14757"/>
                  <a:pt x="10759" y="14757"/>
                </a:cubicBezTo>
                <a:close/>
                <a:moveTo>
                  <a:pt x="10759" y="16324"/>
                </a:moveTo>
                <a:cubicBezTo>
                  <a:pt x="10759" y="18137"/>
                  <a:pt x="10759" y="18137"/>
                  <a:pt x="10759" y="18137"/>
                </a:cubicBezTo>
                <a:cubicBezTo>
                  <a:pt x="7697" y="18137"/>
                  <a:pt x="7697" y="18137"/>
                  <a:pt x="7697" y="18137"/>
                </a:cubicBezTo>
                <a:cubicBezTo>
                  <a:pt x="7697" y="16324"/>
                  <a:pt x="7697" y="16324"/>
                  <a:pt x="7697" y="16324"/>
                </a:cubicBezTo>
                <a:lnTo>
                  <a:pt x="10759" y="16324"/>
                </a:lnTo>
                <a:close/>
                <a:moveTo>
                  <a:pt x="7697" y="247"/>
                </a:moveTo>
                <a:cubicBezTo>
                  <a:pt x="7697" y="1731"/>
                  <a:pt x="7697" y="1731"/>
                  <a:pt x="7697" y="1731"/>
                </a:cubicBezTo>
                <a:cubicBezTo>
                  <a:pt x="7614" y="1649"/>
                  <a:pt x="7614" y="1649"/>
                  <a:pt x="7531" y="1649"/>
                </a:cubicBezTo>
                <a:cubicBezTo>
                  <a:pt x="7117" y="1649"/>
                  <a:pt x="6869" y="1979"/>
                  <a:pt x="6869" y="2308"/>
                </a:cubicBezTo>
                <a:cubicBezTo>
                  <a:pt x="6869" y="2721"/>
                  <a:pt x="7117" y="3050"/>
                  <a:pt x="7531" y="3050"/>
                </a:cubicBezTo>
                <a:cubicBezTo>
                  <a:pt x="7614" y="3050"/>
                  <a:pt x="7614" y="3050"/>
                  <a:pt x="7697" y="2968"/>
                </a:cubicBezTo>
                <a:cubicBezTo>
                  <a:pt x="7697" y="3627"/>
                  <a:pt x="7697" y="3627"/>
                  <a:pt x="7697" y="3627"/>
                </a:cubicBezTo>
                <a:cubicBezTo>
                  <a:pt x="5545" y="3627"/>
                  <a:pt x="5545" y="3627"/>
                  <a:pt x="5545" y="3627"/>
                </a:cubicBezTo>
                <a:cubicBezTo>
                  <a:pt x="5545" y="3050"/>
                  <a:pt x="5545" y="3050"/>
                  <a:pt x="5545" y="3050"/>
                </a:cubicBezTo>
                <a:cubicBezTo>
                  <a:pt x="5876" y="3050"/>
                  <a:pt x="6207" y="2721"/>
                  <a:pt x="6207" y="2308"/>
                </a:cubicBezTo>
                <a:cubicBezTo>
                  <a:pt x="6207" y="1979"/>
                  <a:pt x="5876" y="1649"/>
                  <a:pt x="5545" y="1649"/>
                </a:cubicBezTo>
                <a:cubicBezTo>
                  <a:pt x="5545" y="742"/>
                  <a:pt x="5545" y="742"/>
                  <a:pt x="5545" y="742"/>
                </a:cubicBezTo>
                <a:cubicBezTo>
                  <a:pt x="6207" y="495"/>
                  <a:pt x="6952" y="330"/>
                  <a:pt x="7697" y="247"/>
                </a:cubicBezTo>
                <a:close/>
                <a:moveTo>
                  <a:pt x="7697" y="4122"/>
                </a:moveTo>
                <a:cubicBezTo>
                  <a:pt x="7697" y="5771"/>
                  <a:pt x="7697" y="5771"/>
                  <a:pt x="7697" y="5771"/>
                </a:cubicBezTo>
                <a:cubicBezTo>
                  <a:pt x="5545" y="5771"/>
                  <a:pt x="5545" y="5771"/>
                  <a:pt x="5545" y="5771"/>
                </a:cubicBezTo>
                <a:cubicBezTo>
                  <a:pt x="5545" y="4122"/>
                  <a:pt x="5545" y="4122"/>
                  <a:pt x="5545" y="4122"/>
                </a:cubicBezTo>
                <a:cubicBezTo>
                  <a:pt x="7697" y="4122"/>
                  <a:pt x="7697" y="4122"/>
                  <a:pt x="7697" y="4122"/>
                </a:cubicBezTo>
                <a:close/>
                <a:moveTo>
                  <a:pt x="7697" y="9893"/>
                </a:moveTo>
                <a:cubicBezTo>
                  <a:pt x="7697" y="12119"/>
                  <a:pt x="7697" y="12119"/>
                  <a:pt x="7697" y="12119"/>
                </a:cubicBezTo>
                <a:cubicBezTo>
                  <a:pt x="7614" y="12119"/>
                  <a:pt x="7614" y="12119"/>
                  <a:pt x="7614" y="12119"/>
                </a:cubicBezTo>
                <a:cubicBezTo>
                  <a:pt x="7614" y="13108"/>
                  <a:pt x="7614" y="13108"/>
                  <a:pt x="7614" y="13108"/>
                </a:cubicBezTo>
                <a:cubicBezTo>
                  <a:pt x="7697" y="13108"/>
                  <a:pt x="7697" y="13108"/>
                  <a:pt x="7697" y="13108"/>
                </a:cubicBezTo>
                <a:cubicBezTo>
                  <a:pt x="7697" y="13768"/>
                  <a:pt x="7697" y="13768"/>
                  <a:pt x="7697" y="13768"/>
                </a:cubicBezTo>
                <a:cubicBezTo>
                  <a:pt x="7614" y="13768"/>
                  <a:pt x="7614" y="13768"/>
                  <a:pt x="7614" y="13768"/>
                </a:cubicBezTo>
                <a:cubicBezTo>
                  <a:pt x="7614" y="14757"/>
                  <a:pt x="7614" y="14757"/>
                  <a:pt x="7614" y="14757"/>
                </a:cubicBezTo>
                <a:cubicBezTo>
                  <a:pt x="7697" y="14757"/>
                  <a:pt x="7697" y="14757"/>
                  <a:pt x="7697" y="14757"/>
                </a:cubicBezTo>
                <a:cubicBezTo>
                  <a:pt x="7697" y="15417"/>
                  <a:pt x="7697" y="15417"/>
                  <a:pt x="7697" y="15417"/>
                </a:cubicBezTo>
                <a:cubicBezTo>
                  <a:pt x="7614" y="15417"/>
                  <a:pt x="7614" y="15417"/>
                  <a:pt x="7614" y="15417"/>
                </a:cubicBezTo>
                <a:cubicBezTo>
                  <a:pt x="7614" y="16324"/>
                  <a:pt x="7614" y="16324"/>
                  <a:pt x="7614" y="16324"/>
                </a:cubicBezTo>
                <a:cubicBezTo>
                  <a:pt x="7697" y="16324"/>
                  <a:pt x="7697" y="16324"/>
                  <a:pt x="7697" y="16324"/>
                </a:cubicBezTo>
                <a:cubicBezTo>
                  <a:pt x="7697" y="18137"/>
                  <a:pt x="7697" y="18137"/>
                  <a:pt x="7697" y="18137"/>
                </a:cubicBezTo>
                <a:cubicBezTo>
                  <a:pt x="5545" y="18137"/>
                  <a:pt x="5545" y="18137"/>
                  <a:pt x="5545" y="18137"/>
                </a:cubicBezTo>
                <a:cubicBezTo>
                  <a:pt x="5545" y="15499"/>
                  <a:pt x="5545" y="15499"/>
                  <a:pt x="5545" y="15499"/>
                </a:cubicBezTo>
                <a:cubicBezTo>
                  <a:pt x="5628" y="15334"/>
                  <a:pt x="5710" y="15087"/>
                  <a:pt x="5710" y="14840"/>
                </a:cubicBezTo>
                <a:cubicBezTo>
                  <a:pt x="5710" y="14510"/>
                  <a:pt x="5628" y="14263"/>
                  <a:pt x="5545" y="14098"/>
                </a:cubicBezTo>
                <a:cubicBezTo>
                  <a:pt x="5545" y="9893"/>
                  <a:pt x="5545" y="9893"/>
                  <a:pt x="5545" y="9893"/>
                </a:cubicBezTo>
                <a:cubicBezTo>
                  <a:pt x="7697" y="9893"/>
                  <a:pt x="7697" y="9893"/>
                  <a:pt x="7697" y="9893"/>
                </a:cubicBezTo>
                <a:close/>
                <a:moveTo>
                  <a:pt x="5545" y="21188"/>
                </a:moveTo>
                <a:cubicBezTo>
                  <a:pt x="5545" y="19127"/>
                  <a:pt x="5545" y="19127"/>
                  <a:pt x="5545" y="19127"/>
                </a:cubicBezTo>
                <a:cubicBezTo>
                  <a:pt x="5710" y="19127"/>
                  <a:pt x="5710" y="19127"/>
                  <a:pt x="5710" y="19127"/>
                </a:cubicBezTo>
                <a:cubicBezTo>
                  <a:pt x="5710" y="20528"/>
                  <a:pt x="5710" y="20528"/>
                  <a:pt x="5710" y="20528"/>
                </a:cubicBezTo>
                <a:cubicBezTo>
                  <a:pt x="5710" y="20776"/>
                  <a:pt x="5628" y="20940"/>
                  <a:pt x="5545" y="21188"/>
                </a:cubicBezTo>
                <a:close/>
                <a:moveTo>
                  <a:pt x="5545" y="742"/>
                </a:moveTo>
                <a:cubicBezTo>
                  <a:pt x="5545" y="1649"/>
                  <a:pt x="5545" y="1649"/>
                  <a:pt x="5545" y="1649"/>
                </a:cubicBezTo>
                <a:cubicBezTo>
                  <a:pt x="5131" y="1649"/>
                  <a:pt x="4800" y="1979"/>
                  <a:pt x="4800" y="2308"/>
                </a:cubicBezTo>
                <a:cubicBezTo>
                  <a:pt x="4800" y="2721"/>
                  <a:pt x="5131" y="3050"/>
                  <a:pt x="5545" y="3050"/>
                </a:cubicBezTo>
                <a:cubicBezTo>
                  <a:pt x="5545" y="3627"/>
                  <a:pt x="5545" y="3627"/>
                  <a:pt x="5545" y="3627"/>
                </a:cubicBezTo>
                <a:cubicBezTo>
                  <a:pt x="4303" y="3627"/>
                  <a:pt x="4303" y="3627"/>
                  <a:pt x="4303" y="3627"/>
                </a:cubicBezTo>
                <a:cubicBezTo>
                  <a:pt x="4303" y="1237"/>
                  <a:pt x="4303" y="1237"/>
                  <a:pt x="4303" y="1237"/>
                </a:cubicBezTo>
                <a:cubicBezTo>
                  <a:pt x="4634" y="1072"/>
                  <a:pt x="5048" y="907"/>
                  <a:pt x="5545" y="742"/>
                </a:cubicBezTo>
                <a:close/>
                <a:moveTo>
                  <a:pt x="5545" y="4122"/>
                </a:moveTo>
                <a:cubicBezTo>
                  <a:pt x="5545" y="5771"/>
                  <a:pt x="5545" y="5771"/>
                  <a:pt x="5545" y="5771"/>
                </a:cubicBezTo>
                <a:cubicBezTo>
                  <a:pt x="4966" y="5771"/>
                  <a:pt x="4966" y="5771"/>
                  <a:pt x="4966" y="5771"/>
                </a:cubicBezTo>
                <a:cubicBezTo>
                  <a:pt x="4966" y="9893"/>
                  <a:pt x="4966" y="9893"/>
                  <a:pt x="4966" y="9893"/>
                </a:cubicBezTo>
                <a:cubicBezTo>
                  <a:pt x="5545" y="9893"/>
                  <a:pt x="5545" y="9893"/>
                  <a:pt x="5545" y="9893"/>
                </a:cubicBezTo>
                <a:cubicBezTo>
                  <a:pt x="5545" y="14098"/>
                  <a:pt x="5545" y="14098"/>
                  <a:pt x="5545" y="14098"/>
                </a:cubicBezTo>
                <a:cubicBezTo>
                  <a:pt x="5297" y="13685"/>
                  <a:pt x="4800" y="13356"/>
                  <a:pt x="4303" y="13356"/>
                </a:cubicBezTo>
                <a:cubicBezTo>
                  <a:pt x="4303" y="4122"/>
                  <a:pt x="4303" y="4122"/>
                  <a:pt x="4303" y="4122"/>
                </a:cubicBezTo>
                <a:cubicBezTo>
                  <a:pt x="5545" y="4122"/>
                  <a:pt x="5545" y="4122"/>
                  <a:pt x="5545" y="4122"/>
                </a:cubicBezTo>
                <a:close/>
                <a:moveTo>
                  <a:pt x="5545" y="15499"/>
                </a:moveTo>
                <a:cubicBezTo>
                  <a:pt x="5545" y="18137"/>
                  <a:pt x="5545" y="18137"/>
                  <a:pt x="5545" y="18137"/>
                </a:cubicBezTo>
                <a:cubicBezTo>
                  <a:pt x="4303" y="18137"/>
                  <a:pt x="4303" y="18137"/>
                  <a:pt x="4303" y="18137"/>
                </a:cubicBezTo>
                <a:cubicBezTo>
                  <a:pt x="4303" y="16241"/>
                  <a:pt x="4303" y="16241"/>
                  <a:pt x="4303" y="16241"/>
                </a:cubicBezTo>
                <a:cubicBezTo>
                  <a:pt x="4800" y="16241"/>
                  <a:pt x="5297" y="15911"/>
                  <a:pt x="5545" y="15499"/>
                </a:cubicBezTo>
                <a:close/>
                <a:moveTo>
                  <a:pt x="5545" y="19127"/>
                </a:moveTo>
                <a:cubicBezTo>
                  <a:pt x="5545" y="21188"/>
                  <a:pt x="5545" y="21188"/>
                  <a:pt x="5545" y="21188"/>
                </a:cubicBezTo>
                <a:cubicBezTo>
                  <a:pt x="5297" y="21435"/>
                  <a:pt x="4966" y="21600"/>
                  <a:pt x="4634" y="21600"/>
                </a:cubicBezTo>
                <a:cubicBezTo>
                  <a:pt x="4303" y="21600"/>
                  <a:pt x="4303" y="21600"/>
                  <a:pt x="4303" y="21600"/>
                </a:cubicBezTo>
                <a:cubicBezTo>
                  <a:pt x="4303" y="19127"/>
                  <a:pt x="4303" y="19127"/>
                  <a:pt x="4303" y="19127"/>
                </a:cubicBezTo>
                <a:lnTo>
                  <a:pt x="5545" y="19127"/>
                </a:lnTo>
                <a:close/>
                <a:moveTo>
                  <a:pt x="4303" y="1237"/>
                </a:moveTo>
                <a:cubicBezTo>
                  <a:pt x="4303" y="3627"/>
                  <a:pt x="4303" y="3627"/>
                  <a:pt x="4303" y="3627"/>
                </a:cubicBezTo>
                <a:cubicBezTo>
                  <a:pt x="2234" y="3627"/>
                  <a:pt x="2234" y="3627"/>
                  <a:pt x="2234" y="3627"/>
                </a:cubicBezTo>
                <a:cubicBezTo>
                  <a:pt x="2234" y="2721"/>
                  <a:pt x="2979" y="1896"/>
                  <a:pt x="4303" y="1237"/>
                </a:cubicBezTo>
                <a:close/>
                <a:moveTo>
                  <a:pt x="4303" y="4122"/>
                </a:moveTo>
                <a:cubicBezTo>
                  <a:pt x="4303" y="13356"/>
                  <a:pt x="4303" y="13356"/>
                  <a:pt x="4303" y="13356"/>
                </a:cubicBezTo>
                <a:cubicBezTo>
                  <a:pt x="3476" y="13356"/>
                  <a:pt x="2897" y="14015"/>
                  <a:pt x="2897" y="14840"/>
                </a:cubicBezTo>
                <a:cubicBezTo>
                  <a:pt x="2897" y="15582"/>
                  <a:pt x="3476" y="16241"/>
                  <a:pt x="4303" y="16241"/>
                </a:cubicBezTo>
                <a:cubicBezTo>
                  <a:pt x="4303" y="18137"/>
                  <a:pt x="4303" y="18137"/>
                  <a:pt x="4303" y="18137"/>
                </a:cubicBezTo>
                <a:cubicBezTo>
                  <a:pt x="993" y="18137"/>
                  <a:pt x="993" y="18137"/>
                  <a:pt x="993" y="18137"/>
                </a:cubicBezTo>
                <a:cubicBezTo>
                  <a:pt x="993" y="12696"/>
                  <a:pt x="993" y="12696"/>
                  <a:pt x="993" y="12696"/>
                </a:cubicBezTo>
                <a:cubicBezTo>
                  <a:pt x="1241" y="12366"/>
                  <a:pt x="1738" y="12037"/>
                  <a:pt x="2234" y="12037"/>
                </a:cubicBezTo>
                <a:cubicBezTo>
                  <a:pt x="2234" y="4122"/>
                  <a:pt x="2234" y="4122"/>
                  <a:pt x="2234" y="4122"/>
                </a:cubicBezTo>
                <a:cubicBezTo>
                  <a:pt x="4303" y="4122"/>
                  <a:pt x="4303" y="4122"/>
                  <a:pt x="4303" y="4122"/>
                </a:cubicBezTo>
                <a:close/>
                <a:moveTo>
                  <a:pt x="4303" y="19127"/>
                </a:moveTo>
                <a:cubicBezTo>
                  <a:pt x="4303" y="21600"/>
                  <a:pt x="4303" y="21600"/>
                  <a:pt x="4303" y="21600"/>
                </a:cubicBezTo>
                <a:cubicBezTo>
                  <a:pt x="3972" y="21600"/>
                  <a:pt x="3972" y="21600"/>
                  <a:pt x="3972" y="21600"/>
                </a:cubicBezTo>
                <a:cubicBezTo>
                  <a:pt x="3393" y="21600"/>
                  <a:pt x="2897" y="21188"/>
                  <a:pt x="2897" y="20528"/>
                </a:cubicBezTo>
                <a:cubicBezTo>
                  <a:pt x="2897" y="19127"/>
                  <a:pt x="2897" y="19127"/>
                  <a:pt x="2897" y="19127"/>
                </a:cubicBezTo>
                <a:cubicBezTo>
                  <a:pt x="4303" y="19127"/>
                  <a:pt x="4303" y="19127"/>
                  <a:pt x="4303" y="19127"/>
                </a:cubicBezTo>
                <a:close/>
                <a:moveTo>
                  <a:pt x="993" y="9398"/>
                </a:moveTo>
                <a:cubicBezTo>
                  <a:pt x="1159" y="9398"/>
                  <a:pt x="1241" y="9234"/>
                  <a:pt x="1241" y="9069"/>
                </a:cubicBezTo>
                <a:cubicBezTo>
                  <a:pt x="1241" y="6266"/>
                  <a:pt x="1241" y="6266"/>
                  <a:pt x="1241" y="6266"/>
                </a:cubicBezTo>
                <a:cubicBezTo>
                  <a:pt x="1241" y="6101"/>
                  <a:pt x="1159" y="5853"/>
                  <a:pt x="993" y="5771"/>
                </a:cubicBezTo>
                <a:lnTo>
                  <a:pt x="993" y="9398"/>
                </a:lnTo>
                <a:close/>
                <a:moveTo>
                  <a:pt x="993" y="5771"/>
                </a:moveTo>
                <a:cubicBezTo>
                  <a:pt x="993" y="9398"/>
                  <a:pt x="993" y="9398"/>
                  <a:pt x="993" y="9398"/>
                </a:cubicBezTo>
                <a:cubicBezTo>
                  <a:pt x="993" y="9398"/>
                  <a:pt x="910" y="9398"/>
                  <a:pt x="910" y="9316"/>
                </a:cubicBezTo>
                <a:cubicBezTo>
                  <a:pt x="331" y="9151"/>
                  <a:pt x="331" y="9151"/>
                  <a:pt x="331" y="9151"/>
                </a:cubicBezTo>
                <a:cubicBezTo>
                  <a:pt x="166" y="9069"/>
                  <a:pt x="0" y="8821"/>
                  <a:pt x="0" y="8574"/>
                </a:cubicBezTo>
                <a:cubicBezTo>
                  <a:pt x="0" y="5771"/>
                  <a:pt x="0" y="5771"/>
                  <a:pt x="0" y="5771"/>
                </a:cubicBezTo>
                <a:cubicBezTo>
                  <a:pt x="0" y="5524"/>
                  <a:pt x="166" y="5441"/>
                  <a:pt x="331" y="5524"/>
                </a:cubicBezTo>
                <a:cubicBezTo>
                  <a:pt x="910" y="5689"/>
                  <a:pt x="910" y="5689"/>
                  <a:pt x="910" y="5689"/>
                </a:cubicBezTo>
                <a:cubicBezTo>
                  <a:pt x="910" y="5771"/>
                  <a:pt x="993" y="5771"/>
                  <a:pt x="993" y="5771"/>
                </a:cubicBezTo>
                <a:close/>
                <a:moveTo>
                  <a:pt x="993" y="12696"/>
                </a:moveTo>
                <a:cubicBezTo>
                  <a:pt x="993" y="18137"/>
                  <a:pt x="993" y="18137"/>
                  <a:pt x="993" y="18137"/>
                </a:cubicBezTo>
                <a:cubicBezTo>
                  <a:pt x="745" y="18137"/>
                  <a:pt x="745" y="18137"/>
                  <a:pt x="745" y="18137"/>
                </a:cubicBezTo>
                <a:cubicBezTo>
                  <a:pt x="745" y="13521"/>
                  <a:pt x="745" y="13521"/>
                  <a:pt x="745" y="13521"/>
                </a:cubicBezTo>
                <a:cubicBezTo>
                  <a:pt x="745" y="13191"/>
                  <a:pt x="828" y="12944"/>
                  <a:pt x="993" y="12696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0" name="Freeform 76"/>
          <p:cNvSpPr/>
          <p:nvPr/>
        </p:nvSpPr>
        <p:spPr xmlns:m="http://schemas.openxmlformats.org/officeDocument/2006/math" xmlns:a14="http://schemas.microsoft.com/office/drawing/2010/main">
          <a:xfrm>
            <a:off x="7192195" y="3632786"/>
            <a:ext cx="642772" cy="487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843" y="21600"/>
                </a:moveTo>
                <a:cubicBezTo>
                  <a:pt x="20795" y="21600"/>
                  <a:pt x="21600" y="20539"/>
                  <a:pt x="21600" y="19286"/>
                </a:cubicBezTo>
                <a:cubicBezTo>
                  <a:pt x="21600" y="2218"/>
                  <a:pt x="21600" y="2218"/>
                  <a:pt x="21600" y="2218"/>
                </a:cubicBezTo>
                <a:cubicBezTo>
                  <a:pt x="21600" y="964"/>
                  <a:pt x="20795" y="0"/>
                  <a:pt x="19843" y="0"/>
                </a:cubicBezTo>
                <a:cubicBezTo>
                  <a:pt x="16401" y="0"/>
                  <a:pt x="16401" y="0"/>
                  <a:pt x="16401" y="0"/>
                </a:cubicBezTo>
                <a:cubicBezTo>
                  <a:pt x="16401" y="1543"/>
                  <a:pt x="16401" y="1543"/>
                  <a:pt x="16401" y="1543"/>
                </a:cubicBezTo>
                <a:cubicBezTo>
                  <a:pt x="18891" y="1543"/>
                  <a:pt x="18891" y="1543"/>
                  <a:pt x="18891" y="1543"/>
                </a:cubicBezTo>
                <a:cubicBezTo>
                  <a:pt x="19623" y="1543"/>
                  <a:pt x="20282" y="2314"/>
                  <a:pt x="20282" y="3375"/>
                </a:cubicBezTo>
                <a:cubicBezTo>
                  <a:pt x="20282" y="18225"/>
                  <a:pt x="20282" y="18225"/>
                  <a:pt x="20282" y="18225"/>
                </a:cubicBezTo>
                <a:cubicBezTo>
                  <a:pt x="20282" y="19189"/>
                  <a:pt x="19623" y="20057"/>
                  <a:pt x="18891" y="20057"/>
                </a:cubicBezTo>
                <a:cubicBezTo>
                  <a:pt x="16401" y="20057"/>
                  <a:pt x="16401" y="20057"/>
                  <a:pt x="16401" y="20057"/>
                </a:cubicBezTo>
                <a:cubicBezTo>
                  <a:pt x="16401" y="21600"/>
                  <a:pt x="16401" y="21600"/>
                  <a:pt x="16401" y="21600"/>
                </a:cubicBezTo>
                <a:cubicBezTo>
                  <a:pt x="19843" y="21600"/>
                  <a:pt x="19843" y="21600"/>
                  <a:pt x="19843" y="21600"/>
                </a:cubicBezTo>
                <a:close/>
                <a:moveTo>
                  <a:pt x="16401" y="18707"/>
                </a:moveTo>
                <a:cubicBezTo>
                  <a:pt x="16401" y="18129"/>
                  <a:pt x="16401" y="18129"/>
                  <a:pt x="16401" y="18129"/>
                </a:cubicBezTo>
                <a:cubicBezTo>
                  <a:pt x="18159" y="18129"/>
                  <a:pt x="18159" y="18129"/>
                  <a:pt x="18159" y="18129"/>
                </a:cubicBezTo>
                <a:cubicBezTo>
                  <a:pt x="18159" y="17261"/>
                  <a:pt x="18159" y="17261"/>
                  <a:pt x="18159" y="17261"/>
                </a:cubicBezTo>
                <a:cubicBezTo>
                  <a:pt x="16401" y="17261"/>
                  <a:pt x="16401" y="17261"/>
                  <a:pt x="16401" y="17261"/>
                </a:cubicBezTo>
                <a:cubicBezTo>
                  <a:pt x="16401" y="2796"/>
                  <a:pt x="16401" y="2796"/>
                  <a:pt x="16401" y="2796"/>
                </a:cubicBezTo>
                <a:cubicBezTo>
                  <a:pt x="18232" y="2796"/>
                  <a:pt x="18232" y="2796"/>
                  <a:pt x="18232" y="2796"/>
                </a:cubicBezTo>
                <a:cubicBezTo>
                  <a:pt x="18818" y="2796"/>
                  <a:pt x="19330" y="3471"/>
                  <a:pt x="19330" y="4339"/>
                </a:cubicBezTo>
                <a:cubicBezTo>
                  <a:pt x="19330" y="17261"/>
                  <a:pt x="19330" y="17261"/>
                  <a:pt x="19330" y="17261"/>
                </a:cubicBezTo>
                <a:cubicBezTo>
                  <a:pt x="19330" y="18032"/>
                  <a:pt x="18818" y="18707"/>
                  <a:pt x="18232" y="18707"/>
                </a:cubicBezTo>
                <a:lnTo>
                  <a:pt x="16401" y="18707"/>
                </a:lnTo>
                <a:close/>
                <a:moveTo>
                  <a:pt x="16401" y="0"/>
                </a:moveTo>
                <a:cubicBezTo>
                  <a:pt x="13692" y="0"/>
                  <a:pt x="13692" y="0"/>
                  <a:pt x="13692" y="0"/>
                </a:cubicBezTo>
                <a:cubicBezTo>
                  <a:pt x="13692" y="1543"/>
                  <a:pt x="13692" y="1543"/>
                  <a:pt x="13692" y="1543"/>
                </a:cubicBezTo>
                <a:cubicBezTo>
                  <a:pt x="16401" y="1543"/>
                  <a:pt x="16401" y="1543"/>
                  <a:pt x="16401" y="1543"/>
                </a:cubicBezTo>
                <a:cubicBezTo>
                  <a:pt x="16401" y="0"/>
                  <a:pt x="16401" y="0"/>
                  <a:pt x="16401" y="0"/>
                </a:cubicBezTo>
                <a:close/>
                <a:moveTo>
                  <a:pt x="13692" y="21600"/>
                </a:moveTo>
                <a:cubicBezTo>
                  <a:pt x="16401" y="21600"/>
                  <a:pt x="16401" y="21600"/>
                  <a:pt x="16401" y="21600"/>
                </a:cubicBezTo>
                <a:cubicBezTo>
                  <a:pt x="16401" y="20057"/>
                  <a:pt x="16401" y="20057"/>
                  <a:pt x="16401" y="20057"/>
                </a:cubicBezTo>
                <a:cubicBezTo>
                  <a:pt x="13692" y="20057"/>
                  <a:pt x="13692" y="20057"/>
                  <a:pt x="13692" y="20057"/>
                </a:cubicBezTo>
                <a:cubicBezTo>
                  <a:pt x="13692" y="21600"/>
                  <a:pt x="13692" y="21600"/>
                  <a:pt x="13692" y="21600"/>
                </a:cubicBezTo>
                <a:close/>
                <a:moveTo>
                  <a:pt x="16401" y="2796"/>
                </a:moveTo>
                <a:cubicBezTo>
                  <a:pt x="16401" y="17261"/>
                  <a:pt x="16401" y="17261"/>
                  <a:pt x="16401" y="17261"/>
                </a:cubicBezTo>
                <a:cubicBezTo>
                  <a:pt x="14644" y="17261"/>
                  <a:pt x="14644" y="17261"/>
                  <a:pt x="14644" y="17261"/>
                </a:cubicBezTo>
                <a:cubicBezTo>
                  <a:pt x="14644" y="18129"/>
                  <a:pt x="14644" y="18129"/>
                  <a:pt x="14644" y="18129"/>
                </a:cubicBezTo>
                <a:cubicBezTo>
                  <a:pt x="16401" y="18129"/>
                  <a:pt x="16401" y="18129"/>
                  <a:pt x="16401" y="18129"/>
                </a:cubicBezTo>
                <a:cubicBezTo>
                  <a:pt x="16401" y="18707"/>
                  <a:pt x="16401" y="18707"/>
                  <a:pt x="16401" y="18707"/>
                </a:cubicBezTo>
                <a:cubicBezTo>
                  <a:pt x="13692" y="18707"/>
                  <a:pt x="13692" y="18707"/>
                  <a:pt x="13692" y="18707"/>
                </a:cubicBezTo>
                <a:cubicBezTo>
                  <a:pt x="13692" y="13018"/>
                  <a:pt x="13692" y="13018"/>
                  <a:pt x="13692" y="13018"/>
                </a:cubicBezTo>
                <a:cubicBezTo>
                  <a:pt x="13765" y="13018"/>
                  <a:pt x="13839" y="12921"/>
                  <a:pt x="13839" y="12921"/>
                </a:cubicBezTo>
                <a:cubicBezTo>
                  <a:pt x="14205" y="12825"/>
                  <a:pt x="14424" y="12632"/>
                  <a:pt x="14717" y="12343"/>
                </a:cubicBezTo>
                <a:cubicBezTo>
                  <a:pt x="14937" y="11957"/>
                  <a:pt x="15083" y="11668"/>
                  <a:pt x="15157" y="11282"/>
                </a:cubicBezTo>
                <a:cubicBezTo>
                  <a:pt x="15230" y="11089"/>
                  <a:pt x="15230" y="10896"/>
                  <a:pt x="15230" y="10704"/>
                </a:cubicBezTo>
                <a:cubicBezTo>
                  <a:pt x="15230" y="10511"/>
                  <a:pt x="15230" y="10318"/>
                  <a:pt x="15157" y="10029"/>
                </a:cubicBezTo>
                <a:cubicBezTo>
                  <a:pt x="15157" y="9836"/>
                  <a:pt x="15010" y="9643"/>
                  <a:pt x="14864" y="9450"/>
                </a:cubicBezTo>
                <a:cubicBezTo>
                  <a:pt x="14644" y="9257"/>
                  <a:pt x="14424" y="9064"/>
                  <a:pt x="14132" y="9064"/>
                </a:cubicBezTo>
                <a:cubicBezTo>
                  <a:pt x="14424" y="8775"/>
                  <a:pt x="14571" y="8486"/>
                  <a:pt x="14717" y="8196"/>
                </a:cubicBezTo>
                <a:cubicBezTo>
                  <a:pt x="14791" y="7811"/>
                  <a:pt x="14791" y="7521"/>
                  <a:pt x="14717" y="7136"/>
                </a:cubicBezTo>
                <a:cubicBezTo>
                  <a:pt x="14644" y="6846"/>
                  <a:pt x="14498" y="6654"/>
                  <a:pt x="14278" y="6461"/>
                </a:cubicBezTo>
                <a:cubicBezTo>
                  <a:pt x="14132" y="6364"/>
                  <a:pt x="13912" y="6364"/>
                  <a:pt x="13692" y="6364"/>
                </a:cubicBezTo>
                <a:cubicBezTo>
                  <a:pt x="13692" y="2796"/>
                  <a:pt x="13692" y="2796"/>
                  <a:pt x="13692" y="2796"/>
                </a:cubicBezTo>
                <a:cubicBezTo>
                  <a:pt x="16401" y="2796"/>
                  <a:pt x="16401" y="2796"/>
                  <a:pt x="16401" y="2796"/>
                </a:cubicBezTo>
                <a:close/>
                <a:moveTo>
                  <a:pt x="13692" y="12343"/>
                </a:moveTo>
                <a:cubicBezTo>
                  <a:pt x="13692" y="12343"/>
                  <a:pt x="13765" y="12343"/>
                  <a:pt x="13765" y="12343"/>
                </a:cubicBezTo>
                <a:cubicBezTo>
                  <a:pt x="13985" y="12246"/>
                  <a:pt x="14132" y="12054"/>
                  <a:pt x="14205" y="11764"/>
                </a:cubicBezTo>
                <a:cubicBezTo>
                  <a:pt x="14278" y="11379"/>
                  <a:pt x="14278" y="11089"/>
                  <a:pt x="14205" y="10704"/>
                </a:cubicBezTo>
                <a:cubicBezTo>
                  <a:pt x="14132" y="10221"/>
                  <a:pt x="13985" y="9932"/>
                  <a:pt x="13692" y="9643"/>
                </a:cubicBezTo>
                <a:cubicBezTo>
                  <a:pt x="13692" y="12343"/>
                  <a:pt x="13692" y="12343"/>
                  <a:pt x="13692" y="12343"/>
                </a:cubicBezTo>
                <a:close/>
                <a:moveTo>
                  <a:pt x="13692" y="8775"/>
                </a:moveTo>
                <a:cubicBezTo>
                  <a:pt x="13839" y="8389"/>
                  <a:pt x="13912" y="8100"/>
                  <a:pt x="13912" y="7714"/>
                </a:cubicBezTo>
                <a:cubicBezTo>
                  <a:pt x="13912" y="7521"/>
                  <a:pt x="13912" y="7425"/>
                  <a:pt x="13912" y="7232"/>
                </a:cubicBezTo>
                <a:cubicBezTo>
                  <a:pt x="13839" y="7136"/>
                  <a:pt x="13839" y="6943"/>
                  <a:pt x="13765" y="6846"/>
                </a:cubicBezTo>
                <a:cubicBezTo>
                  <a:pt x="13692" y="6846"/>
                  <a:pt x="13692" y="6846"/>
                  <a:pt x="13692" y="6846"/>
                </a:cubicBezTo>
                <a:lnTo>
                  <a:pt x="13692" y="8775"/>
                </a:lnTo>
                <a:close/>
                <a:moveTo>
                  <a:pt x="13692" y="0"/>
                </a:moveTo>
                <a:cubicBezTo>
                  <a:pt x="10763" y="0"/>
                  <a:pt x="10763" y="0"/>
                  <a:pt x="10763" y="0"/>
                </a:cubicBezTo>
                <a:cubicBezTo>
                  <a:pt x="10763" y="1543"/>
                  <a:pt x="10763" y="1543"/>
                  <a:pt x="10763" y="1543"/>
                </a:cubicBezTo>
                <a:cubicBezTo>
                  <a:pt x="13692" y="1543"/>
                  <a:pt x="13692" y="1543"/>
                  <a:pt x="13692" y="1543"/>
                </a:cubicBezTo>
                <a:cubicBezTo>
                  <a:pt x="13692" y="0"/>
                  <a:pt x="13692" y="0"/>
                  <a:pt x="13692" y="0"/>
                </a:cubicBezTo>
                <a:close/>
                <a:moveTo>
                  <a:pt x="10763" y="21600"/>
                </a:moveTo>
                <a:cubicBezTo>
                  <a:pt x="13692" y="21600"/>
                  <a:pt x="13692" y="21600"/>
                  <a:pt x="13692" y="21600"/>
                </a:cubicBezTo>
                <a:cubicBezTo>
                  <a:pt x="13692" y="20057"/>
                  <a:pt x="13692" y="20057"/>
                  <a:pt x="13692" y="20057"/>
                </a:cubicBezTo>
                <a:cubicBezTo>
                  <a:pt x="10763" y="20057"/>
                  <a:pt x="10763" y="20057"/>
                  <a:pt x="10763" y="20057"/>
                </a:cubicBezTo>
                <a:cubicBezTo>
                  <a:pt x="10763" y="21600"/>
                  <a:pt x="10763" y="21600"/>
                  <a:pt x="10763" y="21600"/>
                </a:cubicBezTo>
                <a:close/>
                <a:moveTo>
                  <a:pt x="13692" y="2796"/>
                </a:moveTo>
                <a:cubicBezTo>
                  <a:pt x="13692" y="6364"/>
                  <a:pt x="13692" y="6364"/>
                  <a:pt x="13692" y="6364"/>
                </a:cubicBezTo>
                <a:cubicBezTo>
                  <a:pt x="13546" y="6364"/>
                  <a:pt x="13473" y="6364"/>
                  <a:pt x="13326" y="6461"/>
                </a:cubicBezTo>
                <a:cubicBezTo>
                  <a:pt x="12887" y="6557"/>
                  <a:pt x="12594" y="6846"/>
                  <a:pt x="12374" y="7232"/>
                </a:cubicBezTo>
                <a:cubicBezTo>
                  <a:pt x="12228" y="7714"/>
                  <a:pt x="12155" y="8100"/>
                  <a:pt x="12228" y="8486"/>
                </a:cubicBezTo>
                <a:cubicBezTo>
                  <a:pt x="12301" y="8968"/>
                  <a:pt x="12594" y="9354"/>
                  <a:pt x="12960" y="9450"/>
                </a:cubicBezTo>
                <a:cubicBezTo>
                  <a:pt x="12667" y="9739"/>
                  <a:pt x="12374" y="10125"/>
                  <a:pt x="12301" y="10511"/>
                </a:cubicBezTo>
                <a:cubicBezTo>
                  <a:pt x="12155" y="10896"/>
                  <a:pt x="12081" y="11282"/>
                  <a:pt x="12228" y="11764"/>
                </a:cubicBezTo>
                <a:cubicBezTo>
                  <a:pt x="12301" y="12150"/>
                  <a:pt x="12447" y="12536"/>
                  <a:pt x="12814" y="12825"/>
                </a:cubicBezTo>
                <a:cubicBezTo>
                  <a:pt x="13033" y="13018"/>
                  <a:pt x="13326" y="13018"/>
                  <a:pt x="13692" y="13018"/>
                </a:cubicBezTo>
                <a:cubicBezTo>
                  <a:pt x="13692" y="18707"/>
                  <a:pt x="13692" y="18707"/>
                  <a:pt x="13692" y="18707"/>
                </a:cubicBezTo>
                <a:cubicBezTo>
                  <a:pt x="10763" y="18707"/>
                  <a:pt x="10763" y="18707"/>
                  <a:pt x="10763" y="18707"/>
                </a:cubicBezTo>
                <a:cubicBezTo>
                  <a:pt x="10763" y="13211"/>
                  <a:pt x="10763" y="13211"/>
                  <a:pt x="10763" y="13211"/>
                </a:cubicBezTo>
                <a:cubicBezTo>
                  <a:pt x="10837" y="13211"/>
                  <a:pt x="10837" y="13211"/>
                  <a:pt x="10837" y="13211"/>
                </a:cubicBezTo>
                <a:cubicBezTo>
                  <a:pt x="10837" y="12054"/>
                  <a:pt x="10837" y="12054"/>
                  <a:pt x="10837" y="12054"/>
                </a:cubicBezTo>
                <a:cubicBezTo>
                  <a:pt x="11642" y="11861"/>
                  <a:pt x="11642" y="11861"/>
                  <a:pt x="11642" y="11861"/>
                </a:cubicBezTo>
                <a:cubicBezTo>
                  <a:pt x="11569" y="10800"/>
                  <a:pt x="11569" y="10800"/>
                  <a:pt x="11569" y="10800"/>
                </a:cubicBezTo>
                <a:cubicBezTo>
                  <a:pt x="10763" y="11089"/>
                  <a:pt x="10763" y="11089"/>
                  <a:pt x="10763" y="11089"/>
                </a:cubicBezTo>
                <a:cubicBezTo>
                  <a:pt x="10763" y="10221"/>
                  <a:pt x="10763" y="10221"/>
                  <a:pt x="10763" y="10221"/>
                </a:cubicBezTo>
                <a:cubicBezTo>
                  <a:pt x="10763" y="2796"/>
                  <a:pt x="10763" y="2796"/>
                  <a:pt x="10763" y="2796"/>
                </a:cubicBezTo>
                <a:cubicBezTo>
                  <a:pt x="13692" y="2796"/>
                  <a:pt x="13692" y="2796"/>
                  <a:pt x="13692" y="2796"/>
                </a:cubicBezTo>
                <a:close/>
                <a:moveTo>
                  <a:pt x="13692" y="6846"/>
                </a:moveTo>
                <a:cubicBezTo>
                  <a:pt x="13619" y="6750"/>
                  <a:pt x="13546" y="6750"/>
                  <a:pt x="13473" y="6750"/>
                </a:cubicBezTo>
                <a:cubicBezTo>
                  <a:pt x="13253" y="6846"/>
                  <a:pt x="13106" y="7039"/>
                  <a:pt x="13033" y="7329"/>
                </a:cubicBezTo>
                <a:cubicBezTo>
                  <a:pt x="12960" y="7521"/>
                  <a:pt x="12960" y="7811"/>
                  <a:pt x="13033" y="8004"/>
                </a:cubicBezTo>
                <a:cubicBezTo>
                  <a:pt x="13106" y="8486"/>
                  <a:pt x="13253" y="8775"/>
                  <a:pt x="13546" y="8968"/>
                </a:cubicBezTo>
                <a:cubicBezTo>
                  <a:pt x="13619" y="8871"/>
                  <a:pt x="13692" y="8775"/>
                  <a:pt x="13692" y="8775"/>
                </a:cubicBezTo>
                <a:cubicBezTo>
                  <a:pt x="13692" y="6846"/>
                  <a:pt x="13692" y="6846"/>
                  <a:pt x="13692" y="6846"/>
                </a:cubicBezTo>
                <a:close/>
                <a:moveTo>
                  <a:pt x="13692" y="9643"/>
                </a:moveTo>
                <a:cubicBezTo>
                  <a:pt x="13692" y="9643"/>
                  <a:pt x="13619" y="9643"/>
                  <a:pt x="13619" y="9546"/>
                </a:cubicBezTo>
                <a:cubicBezTo>
                  <a:pt x="13253" y="10029"/>
                  <a:pt x="13106" y="10607"/>
                  <a:pt x="13106" y="11186"/>
                </a:cubicBezTo>
                <a:cubicBezTo>
                  <a:pt x="13106" y="11379"/>
                  <a:pt x="13106" y="11571"/>
                  <a:pt x="13180" y="11668"/>
                </a:cubicBezTo>
                <a:cubicBezTo>
                  <a:pt x="13180" y="11957"/>
                  <a:pt x="13326" y="12150"/>
                  <a:pt x="13399" y="12246"/>
                </a:cubicBezTo>
                <a:cubicBezTo>
                  <a:pt x="13473" y="12343"/>
                  <a:pt x="13619" y="12343"/>
                  <a:pt x="13692" y="12343"/>
                </a:cubicBezTo>
                <a:lnTo>
                  <a:pt x="13692" y="9643"/>
                </a:lnTo>
                <a:close/>
                <a:moveTo>
                  <a:pt x="10763" y="0"/>
                </a:moveTo>
                <a:cubicBezTo>
                  <a:pt x="7249" y="0"/>
                  <a:pt x="7249" y="0"/>
                  <a:pt x="7249" y="0"/>
                </a:cubicBezTo>
                <a:cubicBezTo>
                  <a:pt x="7249" y="1543"/>
                  <a:pt x="7249" y="1543"/>
                  <a:pt x="7249" y="1543"/>
                </a:cubicBezTo>
                <a:cubicBezTo>
                  <a:pt x="10763" y="1543"/>
                  <a:pt x="10763" y="1543"/>
                  <a:pt x="10763" y="1543"/>
                </a:cubicBezTo>
                <a:cubicBezTo>
                  <a:pt x="10763" y="0"/>
                  <a:pt x="10763" y="0"/>
                  <a:pt x="10763" y="0"/>
                </a:cubicBezTo>
                <a:close/>
                <a:moveTo>
                  <a:pt x="7249" y="21600"/>
                </a:moveTo>
                <a:cubicBezTo>
                  <a:pt x="10763" y="21600"/>
                  <a:pt x="10763" y="21600"/>
                  <a:pt x="10763" y="21600"/>
                </a:cubicBezTo>
                <a:cubicBezTo>
                  <a:pt x="10763" y="20057"/>
                  <a:pt x="10763" y="20057"/>
                  <a:pt x="10763" y="20057"/>
                </a:cubicBezTo>
                <a:cubicBezTo>
                  <a:pt x="7249" y="20057"/>
                  <a:pt x="7249" y="20057"/>
                  <a:pt x="7249" y="20057"/>
                </a:cubicBezTo>
                <a:cubicBezTo>
                  <a:pt x="7249" y="21600"/>
                  <a:pt x="7249" y="21600"/>
                  <a:pt x="7249" y="21600"/>
                </a:cubicBezTo>
                <a:close/>
                <a:moveTo>
                  <a:pt x="10763" y="2796"/>
                </a:moveTo>
                <a:cubicBezTo>
                  <a:pt x="10763" y="10221"/>
                  <a:pt x="10763" y="10221"/>
                  <a:pt x="10763" y="10221"/>
                </a:cubicBezTo>
                <a:cubicBezTo>
                  <a:pt x="10763" y="10029"/>
                  <a:pt x="10763" y="10029"/>
                  <a:pt x="10763" y="10029"/>
                </a:cubicBezTo>
                <a:cubicBezTo>
                  <a:pt x="10031" y="10318"/>
                  <a:pt x="10031" y="10318"/>
                  <a:pt x="10031" y="10318"/>
                </a:cubicBezTo>
                <a:cubicBezTo>
                  <a:pt x="10104" y="11379"/>
                  <a:pt x="10104" y="11379"/>
                  <a:pt x="10104" y="11379"/>
                </a:cubicBezTo>
                <a:cubicBezTo>
                  <a:pt x="9299" y="11668"/>
                  <a:pt x="9299" y="11668"/>
                  <a:pt x="9299" y="11668"/>
                </a:cubicBezTo>
                <a:cubicBezTo>
                  <a:pt x="9299" y="12632"/>
                  <a:pt x="9299" y="12632"/>
                  <a:pt x="9299" y="12632"/>
                </a:cubicBezTo>
                <a:cubicBezTo>
                  <a:pt x="10104" y="12343"/>
                  <a:pt x="10104" y="12343"/>
                  <a:pt x="10104" y="12343"/>
                </a:cubicBezTo>
                <a:cubicBezTo>
                  <a:pt x="10104" y="13404"/>
                  <a:pt x="10104" y="13404"/>
                  <a:pt x="10104" y="13404"/>
                </a:cubicBezTo>
                <a:cubicBezTo>
                  <a:pt x="10763" y="13211"/>
                  <a:pt x="10763" y="13211"/>
                  <a:pt x="10763" y="13211"/>
                </a:cubicBezTo>
                <a:cubicBezTo>
                  <a:pt x="10763" y="18707"/>
                  <a:pt x="10763" y="18707"/>
                  <a:pt x="10763" y="18707"/>
                </a:cubicBezTo>
                <a:cubicBezTo>
                  <a:pt x="7249" y="18707"/>
                  <a:pt x="7249" y="18707"/>
                  <a:pt x="7249" y="18707"/>
                </a:cubicBezTo>
                <a:cubicBezTo>
                  <a:pt x="7249" y="15139"/>
                  <a:pt x="7249" y="15139"/>
                  <a:pt x="7249" y="15139"/>
                </a:cubicBezTo>
                <a:cubicBezTo>
                  <a:pt x="7322" y="15139"/>
                  <a:pt x="7395" y="15139"/>
                  <a:pt x="7468" y="15043"/>
                </a:cubicBezTo>
                <a:cubicBezTo>
                  <a:pt x="7981" y="14946"/>
                  <a:pt x="8274" y="14561"/>
                  <a:pt x="8567" y="13982"/>
                </a:cubicBezTo>
                <a:cubicBezTo>
                  <a:pt x="8786" y="13404"/>
                  <a:pt x="8860" y="12729"/>
                  <a:pt x="8713" y="11957"/>
                </a:cubicBezTo>
                <a:cubicBezTo>
                  <a:pt x="8640" y="11571"/>
                  <a:pt x="8494" y="11282"/>
                  <a:pt x="8347" y="11089"/>
                </a:cubicBezTo>
                <a:cubicBezTo>
                  <a:pt x="8201" y="10993"/>
                  <a:pt x="8127" y="10896"/>
                  <a:pt x="7981" y="10896"/>
                </a:cubicBezTo>
                <a:cubicBezTo>
                  <a:pt x="7908" y="10800"/>
                  <a:pt x="7688" y="10896"/>
                  <a:pt x="7542" y="10896"/>
                </a:cubicBezTo>
                <a:cubicBezTo>
                  <a:pt x="7395" y="10993"/>
                  <a:pt x="7322" y="10993"/>
                  <a:pt x="7249" y="11089"/>
                </a:cubicBezTo>
                <a:cubicBezTo>
                  <a:pt x="7249" y="8968"/>
                  <a:pt x="7249" y="8968"/>
                  <a:pt x="7249" y="8968"/>
                </a:cubicBezTo>
                <a:cubicBezTo>
                  <a:pt x="7322" y="8968"/>
                  <a:pt x="7322" y="8968"/>
                  <a:pt x="7322" y="8968"/>
                </a:cubicBezTo>
                <a:cubicBezTo>
                  <a:pt x="7468" y="8968"/>
                  <a:pt x="7542" y="8968"/>
                  <a:pt x="7615" y="9064"/>
                </a:cubicBezTo>
                <a:cubicBezTo>
                  <a:pt x="7688" y="9064"/>
                  <a:pt x="7761" y="9161"/>
                  <a:pt x="7761" y="9354"/>
                </a:cubicBezTo>
                <a:cubicBezTo>
                  <a:pt x="7761" y="9450"/>
                  <a:pt x="7761" y="9546"/>
                  <a:pt x="7688" y="9643"/>
                </a:cubicBezTo>
                <a:cubicBezTo>
                  <a:pt x="7908" y="9546"/>
                  <a:pt x="8054" y="9450"/>
                  <a:pt x="8127" y="9354"/>
                </a:cubicBezTo>
                <a:cubicBezTo>
                  <a:pt x="8201" y="9161"/>
                  <a:pt x="8201" y="8968"/>
                  <a:pt x="8127" y="8871"/>
                </a:cubicBezTo>
                <a:cubicBezTo>
                  <a:pt x="8127" y="8679"/>
                  <a:pt x="8054" y="8582"/>
                  <a:pt x="7835" y="8486"/>
                </a:cubicBezTo>
                <a:cubicBezTo>
                  <a:pt x="7688" y="8389"/>
                  <a:pt x="7542" y="8389"/>
                  <a:pt x="7322" y="8486"/>
                </a:cubicBezTo>
                <a:cubicBezTo>
                  <a:pt x="7249" y="8486"/>
                  <a:pt x="7249" y="8486"/>
                  <a:pt x="7249" y="8486"/>
                </a:cubicBezTo>
                <a:cubicBezTo>
                  <a:pt x="7249" y="2796"/>
                  <a:pt x="7249" y="2796"/>
                  <a:pt x="7249" y="2796"/>
                </a:cubicBezTo>
                <a:cubicBezTo>
                  <a:pt x="10763" y="2796"/>
                  <a:pt x="10763" y="2796"/>
                  <a:pt x="10763" y="2796"/>
                </a:cubicBezTo>
                <a:close/>
                <a:moveTo>
                  <a:pt x="7249" y="14464"/>
                </a:moveTo>
                <a:cubicBezTo>
                  <a:pt x="7322" y="14464"/>
                  <a:pt x="7395" y="14464"/>
                  <a:pt x="7395" y="14464"/>
                </a:cubicBezTo>
                <a:cubicBezTo>
                  <a:pt x="7688" y="14368"/>
                  <a:pt x="7835" y="14079"/>
                  <a:pt x="7981" y="13693"/>
                </a:cubicBezTo>
                <a:cubicBezTo>
                  <a:pt x="8054" y="13211"/>
                  <a:pt x="8127" y="12825"/>
                  <a:pt x="8054" y="12439"/>
                </a:cubicBezTo>
                <a:cubicBezTo>
                  <a:pt x="7908" y="11861"/>
                  <a:pt x="7761" y="11571"/>
                  <a:pt x="7542" y="11668"/>
                </a:cubicBezTo>
                <a:cubicBezTo>
                  <a:pt x="7395" y="11668"/>
                  <a:pt x="7322" y="11764"/>
                  <a:pt x="7249" y="11861"/>
                </a:cubicBezTo>
                <a:lnTo>
                  <a:pt x="7249" y="14464"/>
                </a:lnTo>
                <a:close/>
                <a:moveTo>
                  <a:pt x="7249" y="0"/>
                </a:moveTo>
                <a:cubicBezTo>
                  <a:pt x="1684" y="0"/>
                  <a:pt x="1684" y="0"/>
                  <a:pt x="1684" y="0"/>
                </a:cubicBezTo>
                <a:cubicBezTo>
                  <a:pt x="732" y="0"/>
                  <a:pt x="0" y="964"/>
                  <a:pt x="0" y="2218"/>
                </a:cubicBezTo>
                <a:cubicBezTo>
                  <a:pt x="0" y="19286"/>
                  <a:pt x="0" y="19286"/>
                  <a:pt x="0" y="19286"/>
                </a:cubicBezTo>
                <a:cubicBezTo>
                  <a:pt x="0" y="20539"/>
                  <a:pt x="732" y="21600"/>
                  <a:pt x="1684" y="21600"/>
                </a:cubicBezTo>
                <a:cubicBezTo>
                  <a:pt x="7249" y="21600"/>
                  <a:pt x="7249" y="21600"/>
                  <a:pt x="7249" y="21600"/>
                </a:cubicBezTo>
                <a:cubicBezTo>
                  <a:pt x="7249" y="20057"/>
                  <a:pt x="7249" y="20057"/>
                  <a:pt x="7249" y="20057"/>
                </a:cubicBezTo>
                <a:cubicBezTo>
                  <a:pt x="2709" y="20057"/>
                  <a:pt x="2709" y="20057"/>
                  <a:pt x="2709" y="20057"/>
                </a:cubicBezTo>
                <a:cubicBezTo>
                  <a:pt x="2709" y="20057"/>
                  <a:pt x="2709" y="20057"/>
                  <a:pt x="2709" y="20057"/>
                </a:cubicBezTo>
                <a:cubicBezTo>
                  <a:pt x="1904" y="20057"/>
                  <a:pt x="1245" y="19189"/>
                  <a:pt x="1245" y="18225"/>
                </a:cubicBezTo>
                <a:cubicBezTo>
                  <a:pt x="1245" y="3375"/>
                  <a:pt x="1245" y="3375"/>
                  <a:pt x="1245" y="3375"/>
                </a:cubicBezTo>
                <a:cubicBezTo>
                  <a:pt x="1245" y="2314"/>
                  <a:pt x="1904" y="1543"/>
                  <a:pt x="2709" y="1543"/>
                </a:cubicBezTo>
                <a:cubicBezTo>
                  <a:pt x="7249" y="1543"/>
                  <a:pt x="7249" y="1543"/>
                  <a:pt x="7249" y="1543"/>
                </a:cubicBezTo>
                <a:cubicBezTo>
                  <a:pt x="7249" y="0"/>
                  <a:pt x="7249" y="0"/>
                  <a:pt x="7249" y="0"/>
                </a:cubicBezTo>
                <a:close/>
                <a:moveTo>
                  <a:pt x="7249" y="2796"/>
                </a:moveTo>
                <a:cubicBezTo>
                  <a:pt x="7249" y="8486"/>
                  <a:pt x="7249" y="8486"/>
                  <a:pt x="7249" y="8486"/>
                </a:cubicBezTo>
                <a:cubicBezTo>
                  <a:pt x="6809" y="8582"/>
                  <a:pt x="6517" y="8968"/>
                  <a:pt x="6224" y="9354"/>
                </a:cubicBezTo>
                <a:cubicBezTo>
                  <a:pt x="6004" y="9836"/>
                  <a:pt x="5858" y="10511"/>
                  <a:pt x="5784" y="11186"/>
                </a:cubicBezTo>
                <a:cubicBezTo>
                  <a:pt x="5711" y="11571"/>
                  <a:pt x="5711" y="11957"/>
                  <a:pt x="5784" y="12439"/>
                </a:cubicBezTo>
                <a:cubicBezTo>
                  <a:pt x="5784" y="12921"/>
                  <a:pt x="5858" y="13307"/>
                  <a:pt x="5931" y="13693"/>
                </a:cubicBezTo>
                <a:cubicBezTo>
                  <a:pt x="5931" y="13886"/>
                  <a:pt x="5931" y="13886"/>
                  <a:pt x="5931" y="13886"/>
                </a:cubicBezTo>
                <a:cubicBezTo>
                  <a:pt x="6004" y="14079"/>
                  <a:pt x="6004" y="14271"/>
                  <a:pt x="6077" y="14464"/>
                </a:cubicBezTo>
                <a:cubicBezTo>
                  <a:pt x="6297" y="15043"/>
                  <a:pt x="6736" y="15236"/>
                  <a:pt x="7249" y="15139"/>
                </a:cubicBezTo>
                <a:cubicBezTo>
                  <a:pt x="7249" y="18707"/>
                  <a:pt x="7249" y="18707"/>
                  <a:pt x="7249" y="18707"/>
                </a:cubicBezTo>
                <a:cubicBezTo>
                  <a:pt x="3368" y="18707"/>
                  <a:pt x="3368" y="18707"/>
                  <a:pt x="3368" y="18707"/>
                </a:cubicBezTo>
                <a:cubicBezTo>
                  <a:pt x="2709" y="18707"/>
                  <a:pt x="2197" y="18032"/>
                  <a:pt x="2197" y="17261"/>
                </a:cubicBezTo>
                <a:cubicBezTo>
                  <a:pt x="2197" y="4339"/>
                  <a:pt x="2197" y="4339"/>
                  <a:pt x="2197" y="4339"/>
                </a:cubicBezTo>
                <a:cubicBezTo>
                  <a:pt x="2197" y="3471"/>
                  <a:pt x="2709" y="2796"/>
                  <a:pt x="3368" y="2796"/>
                </a:cubicBezTo>
                <a:cubicBezTo>
                  <a:pt x="7249" y="2796"/>
                  <a:pt x="7249" y="2796"/>
                  <a:pt x="7249" y="2796"/>
                </a:cubicBezTo>
                <a:close/>
                <a:moveTo>
                  <a:pt x="7249" y="8968"/>
                </a:moveTo>
                <a:cubicBezTo>
                  <a:pt x="7249" y="11089"/>
                  <a:pt x="7249" y="11089"/>
                  <a:pt x="7249" y="11089"/>
                </a:cubicBezTo>
                <a:cubicBezTo>
                  <a:pt x="7176" y="11089"/>
                  <a:pt x="7102" y="11186"/>
                  <a:pt x="7029" y="11379"/>
                </a:cubicBezTo>
                <a:cubicBezTo>
                  <a:pt x="6883" y="11571"/>
                  <a:pt x="6809" y="11764"/>
                  <a:pt x="6883" y="12054"/>
                </a:cubicBezTo>
                <a:cubicBezTo>
                  <a:pt x="6883" y="12246"/>
                  <a:pt x="6956" y="12343"/>
                  <a:pt x="7102" y="12439"/>
                </a:cubicBezTo>
                <a:cubicBezTo>
                  <a:pt x="7102" y="12246"/>
                  <a:pt x="7176" y="12054"/>
                  <a:pt x="7249" y="11861"/>
                </a:cubicBezTo>
                <a:cubicBezTo>
                  <a:pt x="7249" y="14464"/>
                  <a:pt x="7249" y="14464"/>
                  <a:pt x="7249" y="14464"/>
                </a:cubicBezTo>
                <a:cubicBezTo>
                  <a:pt x="7176" y="14464"/>
                  <a:pt x="7102" y="14368"/>
                  <a:pt x="7029" y="14368"/>
                </a:cubicBezTo>
                <a:cubicBezTo>
                  <a:pt x="6956" y="14271"/>
                  <a:pt x="6883" y="14079"/>
                  <a:pt x="6809" y="13693"/>
                </a:cubicBezTo>
                <a:cubicBezTo>
                  <a:pt x="6736" y="13500"/>
                  <a:pt x="6736" y="13211"/>
                  <a:pt x="6663" y="12825"/>
                </a:cubicBezTo>
                <a:cubicBezTo>
                  <a:pt x="6663" y="12343"/>
                  <a:pt x="6590" y="11957"/>
                  <a:pt x="6590" y="11475"/>
                </a:cubicBezTo>
                <a:cubicBezTo>
                  <a:pt x="6590" y="10704"/>
                  <a:pt x="6663" y="10029"/>
                  <a:pt x="6809" y="9643"/>
                </a:cubicBezTo>
                <a:cubicBezTo>
                  <a:pt x="6956" y="9354"/>
                  <a:pt x="7102" y="9064"/>
                  <a:pt x="7249" y="8968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1" name="Freeform 77"/>
          <p:cNvSpPr/>
          <p:nvPr/>
        </p:nvSpPr>
        <p:spPr xmlns:m="http://schemas.openxmlformats.org/officeDocument/2006/math" xmlns:a14="http://schemas.microsoft.com/office/drawing/2010/main">
          <a:xfrm>
            <a:off x="7473112" y="2918596"/>
            <a:ext cx="214258" cy="1602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208" y="0"/>
                </a:moveTo>
                <a:cubicBezTo>
                  <a:pt x="13445" y="0"/>
                  <a:pt x="11902" y="876"/>
                  <a:pt x="10800" y="2335"/>
                </a:cubicBezTo>
                <a:cubicBezTo>
                  <a:pt x="9698" y="876"/>
                  <a:pt x="8155" y="0"/>
                  <a:pt x="6612" y="0"/>
                </a:cubicBezTo>
                <a:cubicBezTo>
                  <a:pt x="2865" y="0"/>
                  <a:pt x="0" y="3795"/>
                  <a:pt x="0" y="8465"/>
                </a:cubicBezTo>
                <a:cubicBezTo>
                  <a:pt x="0" y="13719"/>
                  <a:pt x="3306" y="21600"/>
                  <a:pt x="11241" y="21600"/>
                </a:cubicBezTo>
                <a:cubicBezTo>
                  <a:pt x="19396" y="21600"/>
                  <a:pt x="21600" y="13135"/>
                  <a:pt x="21600" y="8465"/>
                </a:cubicBezTo>
                <a:cubicBezTo>
                  <a:pt x="21600" y="3795"/>
                  <a:pt x="18735" y="0"/>
                  <a:pt x="15208" y="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2" name="Freeform 78"/>
          <p:cNvSpPr/>
          <p:nvPr/>
        </p:nvSpPr>
        <p:spPr xmlns:m="http://schemas.openxmlformats.org/officeDocument/2006/math" xmlns:a14="http://schemas.microsoft.com/office/drawing/2010/main">
          <a:xfrm>
            <a:off x="7575179" y="2877331"/>
            <a:ext cx="51879" cy="730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2" h="21600" fill="norm" stroke="1" extrusionOk="0">
                <a:moveTo>
                  <a:pt x="2282" y="21600"/>
                </a:moveTo>
                <a:cubicBezTo>
                  <a:pt x="-2518" y="13976"/>
                  <a:pt x="682" y="5718"/>
                  <a:pt x="7882" y="0"/>
                </a:cubicBezTo>
                <a:cubicBezTo>
                  <a:pt x="19082" y="1906"/>
                  <a:pt x="19082" y="1906"/>
                  <a:pt x="19082" y="1906"/>
                </a:cubicBezTo>
                <a:cubicBezTo>
                  <a:pt x="8682" y="6353"/>
                  <a:pt x="2282" y="11435"/>
                  <a:pt x="2282" y="2160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3" name="Freeform 79"/>
          <p:cNvSpPr/>
          <p:nvPr/>
        </p:nvSpPr>
        <p:spPr xmlns:m="http://schemas.openxmlformats.org/officeDocument/2006/math" xmlns:a14="http://schemas.microsoft.com/office/drawing/2010/main">
          <a:xfrm>
            <a:off x="7239910" y="4215845"/>
            <a:ext cx="220505" cy="310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34" h="21449" fill="norm" stroke="1" extrusionOk="0">
                <a:moveTo>
                  <a:pt x="17779" y="13141"/>
                </a:moveTo>
                <a:cubicBezTo>
                  <a:pt x="21134" y="16766"/>
                  <a:pt x="21134" y="16766"/>
                  <a:pt x="21134" y="16766"/>
                </a:cubicBezTo>
                <a:cubicBezTo>
                  <a:pt x="20924" y="21449"/>
                  <a:pt x="20924" y="21449"/>
                  <a:pt x="20924" y="21449"/>
                </a:cubicBezTo>
                <a:cubicBezTo>
                  <a:pt x="17779" y="20543"/>
                  <a:pt x="17779" y="20543"/>
                  <a:pt x="17779" y="20543"/>
                </a:cubicBezTo>
                <a:cubicBezTo>
                  <a:pt x="17779" y="20090"/>
                  <a:pt x="17779" y="20090"/>
                  <a:pt x="17779" y="20090"/>
                </a:cubicBezTo>
                <a:cubicBezTo>
                  <a:pt x="18617" y="20392"/>
                  <a:pt x="18617" y="20392"/>
                  <a:pt x="18617" y="20392"/>
                </a:cubicBezTo>
                <a:cubicBezTo>
                  <a:pt x="20505" y="19485"/>
                  <a:pt x="20505" y="19485"/>
                  <a:pt x="20505" y="19485"/>
                </a:cubicBezTo>
                <a:cubicBezTo>
                  <a:pt x="20505" y="16918"/>
                  <a:pt x="20505" y="16918"/>
                  <a:pt x="20505" y="16918"/>
                </a:cubicBezTo>
                <a:cubicBezTo>
                  <a:pt x="20505" y="16918"/>
                  <a:pt x="20505" y="16918"/>
                  <a:pt x="20505" y="16918"/>
                </a:cubicBezTo>
                <a:cubicBezTo>
                  <a:pt x="20295" y="16615"/>
                  <a:pt x="20295" y="16615"/>
                  <a:pt x="20295" y="16615"/>
                </a:cubicBezTo>
                <a:cubicBezTo>
                  <a:pt x="20085" y="16313"/>
                  <a:pt x="19456" y="16162"/>
                  <a:pt x="18827" y="16464"/>
                </a:cubicBezTo>
                <a:cubicBezTo>
                  <a:pt x="18408" y="16615"/>
                  <a:pt x="18198" y="17069"/>
                  <a:pt x="18408" y="17371"/>
                </a:cubicBezTo>
                <a:cubicBezTo>
                  <a:pt x="18198" y="17220"/>
                  <a:pt x="17988" y="17220"/>
                  <a:pt x="17779" y="17220"/>
                </a:cubicBezTo>
                <a:lnTo>
                  <a:pt x="17779" y="13141"/>
                </a:lnTo>
                <a:close/>
                <a:moveTo>
                  <a:pt x="14843" y="19787"/>
                </a:moveTo>
                <a:cubicBezTo>
                  <a:pt x="6245" y="10422"/>
                  <a:pt x="6245" y="10422"/>
                  <a:pt x="6245" y="10422"/>
                </a:cubicBezTo>
                <a:cubicBezTo>
                  <a:pt x="5825" y="10422"/>
                  <a:pt x="5616" y="10271"/>
                  <a:pt x="5406" y="10120"/>
                </a:cubicBezTo>
                <a:cubicBezTo>
                  <a:pt x="5406" y="9969"/>
                  <a:pt x="5406" y="9969"/>
                  <a:pt x="5406" y="9969"/>
                </a:cubicBezTo>
                <a:cubicBezTo>
                  <a:pt x="5406" y="9365"/>
                  <a:pt x="5406" y="9365"/>
                  <a:pt x="5406" y="9365"/>
                </a:cubicBezTo>
                <a:cubicBezTo>
                  <a:pt x="5616" y="9667"/>
                  <a:pt x="5616" y="9667"/>
                  <a:pt x="5616" y="9667"/>
                </a:cubicBezTo>
                <a:cubicBezTo>
                  <a:pt x="5825" y="9969"/>
                  <a:pt x="6454" y="9969"/>
                  <a:pt x="6664" y="9818"/>
                </a:cubicBezTo>
                <a:cubicBezTo>
                  <a:pt x="8132" y="9063"/>
                  <a:pt x="8132" y="9063"/>
                  <a:pt x="8132" y="9063"/>
                </a:cubicBezTo>
                <a:cubicBezTo>
                  <a:pt x="8132" y="9063"/>
                  <a:pt x="8132" y="9063"/>
                  <a:pt x="8132" y="9063"/>
                </a:cubicBezTo>
                <a:cubicBezTo>
                  <a:pt x="7922" y="9063"/>
                  <a:pt x="7503" y="9063"/>
                  <a:pt x="7293" y="8761"/>
                </a:cubicBezTo>
                <a:cubicBezTo>
                  <a:pt x="5406" y="6646"/>
                  <a:pt x="5406" y="6646"/>
                  <a:pt x="5406" y="6646"/>
                </a:cubicBezTo>
                <a:cubicBezTo>
                  <a:pt x="5406" y="3776"/>
                  <a:pt x="5406" y="3776"/>
                  <a:pt x="5406" y="3776"/>
                </a:cubicBezTo>
                <a:cubicBezTo>
                  <a:pt x="7713" y="2719"/>
                  <a:pt x="7713" y="2719"/>
                  <a:pt x="7713" y="2719"/>
                </a:cubicBezTo>
                <a:cubicBezTo>
                  <a:pt x="8132" y="2568"/>
                  <a:pt x="8551" y="2719"/>
                  <a:pt x="8761" y="3021"/>
                </a:cubicBezTo>
                <a:cubicBezTo>
                  <a:pt x="12326" y="6797"/>
                  <a:pt x="12326" y="6797"/>
                  <a:pt x="12326" y="6797"/>
                </a:cubicBezTo>
                <a:cubicBezTo>
                  <a:pt x="12536" y="6948"/>
                  <a:pt x="12536" y="7250"/>
                  <a:pt x="12326" y="7401"/>
                </a:cubicBezTo>
                <a:cubicBezTo>
                  <a:pt x="17779" y="13141"/>
                  <a:pt x="17779" y="13141"/>
                  <a:pt x="17779" y="13141"/>
                </a:cubicBezTo>
                <a:cubicBezTo>
                  <a:pt x="17779" y="17220"/>
                  <a:pt x="17779" y="17220"/>
                  <a:pt x="17779" y="17220"/>
                </a:cubicBezTo>
                <a:cubicBezTo>
                  <a:pt x="17569" y="17220"/>
                  <a:pt x="17359" y="17220"/>
                  <a:pt x="17150" y="17371"/>
                </a:cubicBezTo>
                <a:cubicBezTo>
                  <a:pt x="16730" y="17522"/>
                  <a:pt x="16520" y="17975"/>
                  <a:pt x="16730" y="18277"/>
                </a:cubicBezTo>
                <a:cubicBezTo>
                  <a:pt x="16311" y="17975"/>
                  <a:pt x="15682" y="17975"/>
                  <a:pt x="15262" y="18126"/>
                </a:cubicBezTo>
                <a:cubicBezTo>
                  <a:pt x="14843" y="18428"/>
                  <a:pt x="14633" y="18881"/>
                  <a:pt x="15052" y="19183"/>
                </a:cubicBezTo>
                <a:cubicBezTo>
                  <a:pt x="15262" y="19485"/>
                  <a:pt x="15262" y="19485"/>
                  <a:pt x="15262" y="19485"/>
                </a:cubicBezTo>
                <a:cubicBezTo>
                  <a:pt x="17779" y="20090"/>
                  <a:pt x="17779" y="20090"/>
                  <a:pt x="17779" y="20090"/>
                </a:cubicBezTo>
                <a:cubicBezTo>
                  <a:pt x="17779" y="20543"/>
                  <a:pt x="17779" y="20543"/>
                  <a:pt x="17779" y="20543"/>
                </a:cubicBezTo>
                <a:cubicBezTo>
                  <a:pt x="14843" y="19787"/>
                  <a:pt x="14843" y="19787"/>
                  <a:pt x="14843" y="19787"/>
                </a:cubicBezTo>
                <a:close/>
                <a:moveTo>
                  <a:pt x="5406" y="453"/>
                </a:moveTo>
                <a:cubicBezTo>
                  <a:pt x="5406" y="3474"/>
                  <a:pt x="5406" y="3474"/>
                  <a:pt x="5406" y="3474"/>
                </a:cubicBezTo>
                <a:cubicBezTo>
                  <a:pt x="7084" y="2115"/>
                  <a:pt x="7084" y="2115"/>
                  <a:pt x="7084" y="2115"/>
                </a:cubicBezTo>
                <a:cubicBezTo>
                  <a:pt x="6245" y="1057"/>
                  <a:pt x="6245" y="1057"/>
                  <a:pt x="6245" y="1057"/>
                </a:cubicBezTo>
                <a:cubicBezTo>
                  <a:pt x="6035" y="906"/>
                  <a:pt x="5616" y="604"/>
                  <a:pt x="5406" y="453"/>
                </a:cubicBezTo>
                <a:close/>
                <a:moveTo>
                  <a:pt x="5406" y="9969"/>
                </a:moveTo>
                <a:cubicBezTo>
                  <a:pt x="1841" y="6344"/>
                  <a:pt x="1841" y="6344"/>
                  <a:pt x="1841" y="6344"/>
                </a:cubicBezTo>
                <a:cubicBezTo>
                  <a:pt x="1631" y="6042"/>
                  <a:pt x="1631" y="5589"/>
                  <a:pt x="1841" y="5438"/>
                </a:cubicBezTo>
                <a:cubicBezTo>
                  <a:pt x="583" y="3927"/>
                  <a:pt x="583" y="3927"/>
                  <a:pt x="583" y="3927"/>
                </a:cubicBezTo>
                <a:cubicBezTo>
                  <a:pt x="-466" y="2719"/>
                  <a:pt x="-47" y="1208"/>
                  <a:pt x="1421" y="453"/>
                </a:cubicBezTo>
                <a:cubicBezTo>
                  <a:pt x="2680" y="-151"/>
                  <a:pt x="4148" y="-151"/>
                  <a:pt x="5406" y="453"/>
                </a:cubicBezTo>
                <a:cubicBezTo>
                  <a:pt x="5406" y="3474"/>
                  <a:pt x="5406" y="3474"/>
                  <a:pt x="5406" y="3474"/>
                </a:cubicBezTo>
                <a:cubicBezTo>
                  <a:pt x="3938" y="4532"/>
                  <a:pt x="3938" y="4532"/>
                  <a:pt x="3938" y="4532"/>
                </a:cubicBezTo>
                <a:cubicBezTo>
                  <a:pt x="5406" y="3776"/>
                  <a:pt x="5406" y="3776"/>
                  <a:pt x="5406" y="3776"/>
                </a:cubicBezTo>
                <a:cubicBezTo>
                  <a:pt x="5406" y="6646"/>
                  <a:pt x="5406" y="6646"/>
                  <a:pt x="5406" y="6646"/>
                </a:cubicBezTo>
                <a:cubicBezTo>
                  <a:pt x="4148" y="5438"/>
                  <a:pt x="4148" y="5438"/>
                  <a:pt x="4148" y="5438"/>
                </a:cubicBezTo>
                <a:cubicBezTo>
                  <a:pt x="3938" y="5287"/>
                  <a:pt x="3938" y="4985"/>
                  <a:pt x="4148" y="4834"/>
                </a:cubicBezTo>
                <a:cubicBezTo>
                  <a:pt x="2680" y="5438"/>
                  <a:pt x="2680" y="5438"/>
                  <a:pt x="2680" y="5438"/>
                </a:cubicBezTo>
                <a:cubicBezTo>
                  <a:pt x="2470" y="5740"/>
                  <a:pt x="2260" y="6042"/>
                  <a:pt x="2470" y="6344"/>
                </a:cubicBezTo>
                <a:cubicBezTo>
                  <a:pt x="5406" y="9365"/>
                  <a:pt x="5406" y="9365"/>
                  <a:pt x="5406" y="9365"/>
                </a:cubicBezTo>
                <a:lnTo>
                  <a:pt x="5406" y="9969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4" name="Freeform 80"/>
          <p:cNvSpPr/>
          <p:nvPr/>
        </p:nvSpPr>
        <p:spPr xmlns:m="http://schemas.openxmlformats.org/officeDocument/2006/math" xmlns:a14="http://schemas.microsoft.com/office/drawing/2010/main">
          <a:xfrm>
            <a:off x="8966558" y="2610700"/>
            <a:ext cx="282502" cy="3094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17" y="12321"/>
                </a:moveTo>
                <a:cubicBezTo>
                  <a:pt x="16615" y="11561"/>
                  <a:pt x="16782" y="10800"/>
                  <a:pt x="16782" y="9887"/>
                </a:cubicBezTo>
                <a:cubicBezTo>
                  <a:pt x="16782" y="9127"/>
                  <a:pt x="16615" y="8366"/>
                  <a:pt x="16117" y="7606"/>
                </a:cubicBezTo>
                <a:cubicBezTo>
                  <a:pt x="16117" y="12321"/>
                  <a:pt x="16117" y="12321"/>
                  <a:pt x="16117" y="12321"/>
                </a:cubicBezTo>
                <a:close/>
                <a:moveTo>
                  <a:pt x="16117" y="15668"/>
                </a:moveTo>
                <a:cubicBezTo>
                  <a:pt x="16117" y="14299"/>
                  <a:pt x="16117" y="14299"/>
                  <a:pt x="16117" y="14299"/>
                </a:cubicBezTo>
                <a:cubicBezTo>
                  <a:pt x="16283" y="14299"/>
                  <a:pt x="16449" y="14451"/>
                  <a:pt x="16615" y="14451"/>
                </a:cubicBezTo>
                <a:cubicBezTo>
                  <a:pt x="16615" y="14451"/>
                  <a:pt x="16615" y="14451"/>
                  <a:pt x="16615" y="14451"/>
                </a:cubicBezTo>
                <a:cubicBezTo>
                  <a:pt x="18443" y="16276"/>
                  <a:pt x="18443" y="16276"/>
                  <a:pt x="18443" y="16276"/>
                </a:cubicBezTo>
                <a:cubicBezTo>
                  <a:pt x="18775" y="16428"/>
                  <a:pt x="18775" y="16732"/>
                  <a:pt x="18443" y="17037"/>
                </a:cubicBezTo>
                <a:cubicBezTo>
                  <a:pt x="18277" y="17189"/>
                  <a:pt x="17945" y="17189"/>
                  <a:pt x="17612" y="17037"/>
                </a:cubicBezTo>
                <a:cubicBezTo>
                  <a:pt x="16117" y="15668"/>
                  <a:pt x="16117" y="15668"/>
                  <a:pt x="16117" y="15668"/>
                </a:cubicBezTo>
                <a:close/>
                <a:moveTo>
                  <a:pt x="16117" y="5476"/>
                </a:moveTo>
                <a:cubicBezTo>
                  <a:pt x="16117" y="4259"/>
                  <a:pt x="16117" y="4259"/>
                  <a:pt x="16117" y="4259"/>
                </a:cubicBezTo>
                <a:cubicBezTo>
                  <a:pt x="17612" y="2890"/>
                  <a:pt x="17612" y="2890"/>
                  <a:pt x="17612" y="2890"/>
                </a:cubicBezTo>
                <a:cubicBezTo>
                  <a:pt x="17945" y="2738"/>
                  <a:pt x="18277" y="2738"/>
                  <a:pt x="18443" y="2890"/>
                </a:cubicBezTo>
                <a:cubicBezTo>
                  <a:pt x="18775" y="3042"/>
                  <a:pt x="18775" y="3499"/>
                  <a:pt x="18443" y="3651"/>
                </a:cubicBezTo>
                <a:cubicBezTo>
                  <a:pt x="16615" y="5324"/>
                  <a:pt x="16615" y="5324"/>
                  <a:pt x="16615" y="5324"/>
                </a:cubicBezTo>
                <a:cubicBezTo>
                  <a:pt x="16615" y="5324"/>
                  <a:pt x="16615" y="5324"/>
                  <a:pt x="16615" y="5324"/>
                </a:cubicBezTo>
                <a:cubicBezTo>
                  <a:pt x="16449" y="5476"/>
                  <a:pt x="16283" y="5476"/>
                  <a:pt x="16117" y="5476"/>
                </a:cubicBezTo>
                <a:close/>
                <a:moveTo>
                  <a:pt x="21102" y="9431"/>
                </a:moveTo>
                <a:cubicBezTo>
                  <a:pt x="21102" y="9431"/>
                  <a:pt x="21102" y="9431"/>
                  <a:pt x="21102" y="9431"/>
                </a:cubicBezTo>
                <a:cubicBezTo>
                  <a:pt x="18443" y="9431"/>
                  <a:pt x="18443" y="9431"/>
                  <a:pt x="18443" y="9431"/>
                </a:cubicBezTo>
                <a:cubicBezTo>
                  <a:pt x="18111" y="9431"/>
                  <a:pt x="17945" y="9735"/>
                  <a:pt x="17945" y="9887"/>
                </a:cubicBezTo>
                <a:cubicBezTo>
                  <a:pt x="17945" y="10192"/>
                  <a:pt x="18111" y="10496"/>
                  <a:pt x="18443" y="10496"/>
                </a:cubicBezTo>
                <a:cubicBezTo>
                  <a:pt x="21102" y="10496"/>
                  <a:pt x="21102" y="10496"/>
                  <a:pt x="21102" y="10496"/>
                </a:cubicBezTo>
                <a:cubicBezTo>
                  <a:pt x="21434" y="10496"/>
                  <a:pt x="21600" y="10192"/>
                  <a:pt x="21600" y="9887"/>
                </a:cubicBezTo>
                <a:cubicBezTo>
                  <a:pt x="21600" y="9735"/>
                  <a:pt x="21434" y="9431"/>
                  <a:pt x="21102" y="9431"/>
                </a:cubicBezTo>
                <a:close/>
                <a:moveTo>
                  <a:pt x="10800" y="21600"/>
                </a:moveTo>
                <a:cubicBezTo>
                  <a:pt x="11132" y="21600"/>
                  <a:pt x="11132" y="21600"/>
                  <a:pt x="11132" y="21600"/>
                </a:cubicBezTo>
                <a:cubicBezTo>
                  <a:pt x="12794" y="21600"/>
                  <a:pt x="14123" y="20383"/>
                  <a:pt x="14123" y="18862"/>
                </a:cubicBezTo>
                <a:cubicBezTo>
                  <a:pt x="14123" y="14451"/>
                  <a:pt x="14123" y="14451"/>
                  <a:pt x="14123" y="14451"/>
                </a:cubicBezTo>
                <a:cubicBezTo>
                  <a:pt x="14954" y="13994"/>
                  <a:pt x="15785" y="13234"/>
                  <a:pt x="16117" y="12321"/>
                </a:cubicBezTo>
                <a:cubicBezTo>
                  <a:pt x="16117" y="7606"/>
                  <a:pt x="16117" y="7606"/>
                  <a:pt x="16117" y="7606"/>
                </a:cubicBezTo>
                <a:cubicBezTo>
                  <a:pt x="15286" y="5780"/>
                  <a:pt x="13126" y="4411"/>
                  <a:pt x="10800" y="4411"/>
                </a:cubicBezTo>
                <a:cubicBezTo>
                  <a:pt x="10800" y="5628"/>
                  <a:pt x="10800" y="5628"/>
                  <a:pt x="10800" y="5628"/>
                </a:cubicBezTo>
                <a:cubicBezTo>
                  <a:pt x="12129" y="5628"/>
                  <a:pt x="13292" y="6085"/>
                  <a:pt x="14123" y="6845"/>
                </a:cubicBezTo>
                <a:cubicBezTo>
                  <a:pt x="14954" y="7606"/>
                  <a:pt x="15452" y="8670"/>
                  <a:pt x="15452" y="9887"/>
                </a:cubicBezTo>
                <a:cubicBezTo>
                  <a:pt x="15452" y="11561"/>
                  <a:pt x="14622" y="12930"/>
                  <a:pt x="13126" y="13690"/>
                </a:cubicBezTo>
                <a:cubicBezTo>
                  <a:pt x="13126" y="13690"/>
                  <a:pt x="13126" y="13690"/>
                  <a:pt x="13126" y="13690"/>
                </a:cubicBezTo>
                <a:cubicBezTo>
                  <a:pt x="12960" y="13842"/>
                  <a:pt x="12960" y="13994"/>
                  <a:pt x="12960" y="14146"/>
                </a:cubicBezTo>
                <a:cubicBezTo>
                  <a:pt x="12960" y="16732"/>
                  <a:pt x="12960" y="16732"/>
                  <a:pt x="12960" y="16732"/>
                </a:cubicBezTo>
                <a:cubicBezTo>
                  <a:pt x="10800" y="16732"/>
                  <a:pt x="10800" y="16732"/>
                  <a:pt x="10800" y="16732"/>
                </a:cubicBezTo>
                <a:cubicBezTo>
                  <a:pt x="10800" y="21600"/>
                  <a:pt x="10800" y="21600"/>
                  <a:pt x="10800" y="21600"/>
                </a:cubicBezTo>
                <a:close/>
                <a:moveTo>
                  <a:pt x="16117" y="4259"/>
                </a:moveTo>
                <a:cubicBezTo>
                  <a:pt x="16117" y="5476"/>
                  <a:pt x="16117" y="5476"/>
                  <a:pt x="16117" y="5476"/>
                </a:cubicBezTo>
                <a:cubicBezTo>
                  <a:pt x="16117" y="5476"/>
                  <a:pt x="15951" y="5476"/>
                  <a:pt x="15785" y="5324"/>
                </a:cubicBezTo>
                <a:cubicBezTo>
                  <a:pt x="15618" y="5172"/>
                  <a:pt x="15618" y="4868"/>
                  <a:pt x="15785" y="4715"/>
                </a:cubicBezTo>
                <a:cubicBezTo>
                  <a:pt x="16117" y="4259"/>
                  <a:pt x="16117" y="4259"/>
                  <a:pt x="16117" y="4259"/>
                </a:cubicBezTo>
                <a:close/>
                <a:moveTo>
                  <a:pt x="16117" y="14299"/>
                </a:moveTo>
                <a:cubicBezTo>
                  <a:pt x="16117" y="15668"/>
                  <a:pt x="16117" y="15668"/>
                  <a:pt x="16117" y="15668"/>
                </a:cubicBezTo>
                <a:cubicBezTo>
                  <a:pt x="15785" y="15211"/>
                  <a:pt x="15785" y="15211"/>
                  <a:pt x="15785" y="15211"/>
                </a:cubicBezTo>
                <a:cubicBezTo>
                  <a:pt x="15618" y="15059"/>
                  <a:pt x="15618" y="14755"/>
                  <a:pt x="15785" y="14451"/>
                </a:cubicBezTo>
                <a:cubicBezTo>
                  <a:pt x="15951" y="14451"/>
                  <a:pt x="16117" y="14299"/>
                  <a:pt x="16117" y="14299"/>
                </a:cubicBezTo>
                <a:close/>
                <a:moveTo>
                  <a:pt x="10800" y="3499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11132" y="0"/>
                  <a:pt x="11298" y="304"/>
                  <a:pt x="11298" y="456"/>
                </a:cubicBezTo>
                <a:cubicBezTo>
                  <a:pt x="11298" y="3042"/>
                  <a:pt x="11298" y="3042"/>
                  <a:pt x="11298" y="3042"/>
                </a:cubicBezTo>
                <a:cubicBezTo>
                  <a:pt x="11298" y="3194"/>
                  <a:pt x="11132" y="3499"/>
                  <a:pt x="10800" y="3499"/>
                </a:cubicBezTo>
                <a:cubicBezTo>
                  <a:pt x="10800" y="3499"/>
                  <a:pt x="10800" y="3499"/>
                  <a:pt x="10800" y="3499"/>
                </a:cubicBezTo>
                <a:cubicBezTo>
                  <a:pt x="10800" y="3499"/>
                  <a:pt x="10800" y="3499"/>
                  <a:pt x="10800" y="3499"/>
                </a:cubicBezTo>
                <a:close/>
                <a:moveTo>
                  <a:pt x="10800" y="4411"/>
                </a:moveTo>
                <a:cubicBezTo>
                  <a:pt x="8308" y="4411"/>
                  <a:pt x="6314" y="5628"/>
                  <a:pt x="5317" y="7606"/>
                </a:cubicBezTo>
                <a:cubicBezTo>
                  <a:pt x="5317" y="12321"/>
                  <a:pt x="5317" y="12321"/>
                  <a:pt x="5317" y="12321"/>
                </a:cubicBezTo>
                <a:cubicBezTo>
                  <a:pt x="5815" y="13234"/>
                  <a:pt x="6646" y="13994"/>
                  <a:pt x="7477" y="14603"/>
                </a:cubicBezTo>
                <a:cubicBezTo>
                  <a:pt x="7477" y="18862"/>
                  <a:pt x="7477" y="18862"/>
                  <a:pt x="7477" y="18862"/>
                </a:cubicBezTo>
                <a:cubicBezTo>
                  <a:pt x="7477" y="20383"/>
                  <a:pt x="8806" y="21600"/>
                  <a:pt x="10468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16732"/>
                  <a:pt x="10800" y="16732"/>
                  <a:pt x="10800" y="16732"/>
                </a:cubicBezTo>
                <a:cubicBezTo>
                  <a:pt x="8640" y="16732"/>
                  <a:pt x="8640" y="16732"/>
                  <a:pt x="8640" y="16732"/>
                </a:cubicBezTo>
                <a:cubicBezTo>
                  <a:pt x="8640" y="14146"/>
                  <a:pt x="8640" y="14146"/>
                  <a:pt x="8640" y="14146"/>
                </a:cubicBezTo>
                <a:cubicBezTo>
                  <a:pt x="8640" y="13994"/>
                  <a:pt x="8640" y="13842"/>
                  <a:pt x="8474" y="13690"/>
                </a:cubicBezTo>
                <a:cubicBezTo>
                  <a:pt x="6978" y="12930"/>
                  <a:pt x="5982" y="11561"/>
                  <a:pt x="5982" y="9887"/>
                </a:cubicBezTo>
                <a:cubicBezTo>
                  <a:pt x="5982" y="8670"/>
                  <a:pt x="6480" y="7606"/>
                  <a:pt x="7311" y="6845"/>
                </a:cubicBezTo>
                <a:cubicBezTo>
                  <a:pt x="8308" y="6085"/>
                  <a:pt x="9471" y="5628"/>
                  <a:pt x="10800" y="5628"/>
                </a:cubicBezTo>
                <a:cubicBezTo>
                  <a:pt x="10800" y="5628"/>
                  <a:pt x="10800" y="5628"/>
                  <a:pt x="10800" y="5628"/>
                </a:cubicBezTo>
                <a:cubicBezTo>
                  <a:pt x="10800" y="4411"/>
                  <a:pt x="10800" y="4411"/>
                  <a:pt x="10800" y="4411"/>
                </a:cubicBezTo>
                <a:cubicBezTo>
                  <a:pt x="10800" y="4411"/>
                  <a:pt x="10800" y="4411"/>
                  <a:pt x="10800" y="4411"/>
                </a:cubicBezTo>
                <a:close/>
                <a:moveTo>
                  <a:pt x="10800" y="0"/>
                </a:moveTo>
                <a:cubicBezTo>
                  <a:pt x="10800" y="3499"/>
                  <a:pt x="10800" y="3499"/>
                  <a:pt x="10800" y="3499"/>
                </a:cubicBezTo>
                <a:cubicBezTo>
                  <a:pt x="10468" y="3499"/>
                  <a:pt x="10302" y="3194"/>
                  <a:pt x="10302" y="3042"/>
                </a:cubicBezTo>
                <a:cubicBezTo>
                  <a:pt x="10302" y="456"/>
                  <a:pt x="10302" y="456"/>
                  <a:pt x="10302" y="456"/>
                </a:cubicBezTo>
                <a:cubicBezTo>
                  <a:pt x="10302" y="304"/>
                  <a:pt x="10468" y="0"/>
                  <a:pt x="10800" y="0"/>
                </a:cubicBezTo>
                <a:close/>
                <a:moveTo>
                  <a:pt x="5317" y="15668"/>
                </a:moveTo>
                <a:cubicBezTo>
                  <a:pt x="5317" y="14299"/>
                  <a:pt x="5317" y="14299"/>
                  <a:pt x="5317" y="14299"/>
                </a:cubicBezTo>
                <a:cubicBezTo>
                  <a:pt x="5483" y="14299"/>
                  <a:pt x="5649" y="14451"/>
                  <a:pt x="5815" y="14451"/>
                </a:cubicBezTo>
                <a:cubicBezTo>
                  <a:pt x="5982" y="14755"/>
                  <a:pt x="5982" y="15059"/>
                  <a:pt x="5815" y="15211"/>
                </a:cubicBezTo>
                <a:cubicBezTo>
                  <a:pt x="5317" y="15668"/>
                  <a:pt x="5317" y="15668"/>
                  <a:pt x="5317" y="15668"/>
                </a:cubicBezTo>
                <a:close/>
                <a:moveTo>
                  <a:pt x="5317" y="5476"/>
                </a:moveTo>
                <a:cubicBezTo>
                  <a:pt x="5317" y="4259"/>
                  <a:pt x="5317" y="4259"/>
                  <a:pt x="5317" y="4259"/>
                </a:cubicBezTo>
                <a:cubicBezTo>
                  <a:pt x="5815" y="4715"/>
                  <a:pt x="5815" y="4715"/>
                  <a:pt x="5815" y="4715"/>
                </a:cubicBezTo>
                <a:cubicBezTo>
                  <a:pt x="5982" y="4868"/>
                  <a:pt x="5982" y="5172"/>
                  <a:pt x="5815" y="5324"/>
                </a:cubicBezTo>
                <a:cubicBezTo>
                  <a:pt x="5649" y="5476"/>
                  <a:pt x="5483" y="5476"/>
                  <a:pt x="5317" y="5476"/>
                </a:cubicBezTo>
                <a:close/>
                <a:moveTo>
                  <a:pt x="5317" y="7606"/>
                </a:moveTo>
                <a:cubicBezTo>
                  <a:pt x="4985" y="8214"/>
                  <a:pt x="4818" y="9127"/>
                  <a:pt x="4818" y="9887"/>
                </a:cubicBezTo>
                <a:cubicBezTo>
                  <a:pt x="4818" y="10800"/>
                  <a:pt x="4985" y="11561"/>
                  <a:pt x="5317" y="12321"/>
                </a:cubicBezTo>
                <a:cubicBezTo>
                  <a:pt x="5317" y="7606"/>
                  <a:pt x="5317" y="7606"/>
                  <a:pt x="5317" y="7606"/>
                </a:cubicBezTo>
                <a:close/>
                <a:moveTo>
                  <a:pt x="5317" y="4259"/>
                </a:moveTo>
                <a:cubicBezTo>
                  <a:pt x="5317" y="5476"/>
                  <a:pt x="5317" y="5476"/>
                  <a:pt x="5317" y="5476"/>
                </a:cubicBezTo>
                <a:cubicBezTo>
                  <a:pt x="5317" y="5476"/>
                  <a:pt x="5151" y="5476"/>
                  <a:pt x="4985" y="5324"/>
                </a:cubicBezTo>
                <a:cubicBezTo>
                  <a:pt x="4985" y="5324"/>
                  <a:pt x="4985" y="5324"/>
                  <a:pt x="4985" y="5324"/>
                </a:cubicBezTo>
                <a:cubicBezTo>
                  <a:pt x="3157" y="3651"/>
                  <a:pt x="3157" y="3651"/>
                  <a:pt x="3157" y="3651"/>
                </a:cubicBezTo>
                <a:cubicBezTo>
                  <a:pt x="2825" y="3499"/>
                  <a:pt x="2825" y="3042"/>
                  <a:pt x="3157" y="2890"/>
                </a:cubicBezTo>
                <a:cubicBezTo>
                  <a:pt x="3323" y="2738"/>
                  <a:pt x="3655" y="2738"/>
                  <a:pt x="3988" y="2890"/>
                </a:cubicBezTo>
                <a:cubicBezTo>
                  <a:pt x="5317" y="4259"/>
                  <a:pt x="5317" y="4259"/>
                  <a:pt x="5317" y="4259"/>
                </a:cubicBezTo>
                <a:close/>
                <a:moveTo>
                  <a:pt x="5317" y="14299"/>
                </a:moveTo>
                <a:cubicBezTo>
                  <a:pt x="5317" y="15668"/>
                  <a:pt x="5317" y="15668"/>
                  <a:pt x="5317" y="15668"/>
                </a:cubicBezTo>
                <a:cubicBezTo>
                  <a:pt x="3988" y="17037"/>
                  <a:pt x="3988" y="17037"/>
                  <a:pt x="3988" y="17037"/>
                </a:cubicBezTo>
                <a:cubicBezTo>
                  <a:pt x="3655" y="17189"/>
                  <a:pt x="3323" y="17189"/>
                  <a:pt x="3157" y="17037"/>
                </a:cubicBezTo>
                <a:cubicBezTo>
                  <a:pt x="2825" y="16732"/>
                  <a:pt x="2825" y="16428"/>
                  <a:pt x="3157" y="16276"/>
                </a:cubicBezTo>
                <a:cubicBezTo>
                  <a:pt x="4985" y="14451"/>
                  <a:pt x="4985" y="14451"/>
                  <a:pt x="4985" y="14451"/>
                </a:cubicBezTo>
                <a:cubicBezTo>
                  <a:pt x="4985" y="14451"/>
                  <a:pt x="4985" y="14451"/>
                  <a:pt x="4985" y="14451"/>
                </a:cubicBezTo>
                <a:cubicBezTo>
                  <a:pt x="5151" y="14451"/>
                  <a:pt x="5317" y="14451"/>
                  <a:pt x="5317" y="14299"/>
                </a:cubicBezTo>
                <a:close/>
                <a:moveTo>
                  <a:pt x="3655" y="9887"/>
                </a:moveTo>
                <a:cubicBezTo>
                  <a:pt x="3655" y="9887"/>
                  <a:pt x="3655" y="9887"/>
                  <a:pt x="3655" y="9887"/>
                </a:cubicBezTo>
                <a:cubicBezTo>
                  <a:pt x="3655" y="9735"/>
                  <a:pt x="3489" y="9431"/>
                  <a:pt x="3157" y="9431"/>
                </a:cubicBezTo>
                <a:cubicBezTo>
                  <a:pt x="498" y="9431"/>
                  <a:pt x="498" y="9431"/>
                  <a:pt x="498" y="9431"/>
                </a:cubicBezTo>
                <a:cubicBezTo>
                  <a:pt x="166" y="9431"/>
                  <a:pt x="0" y="9735"/>
                  <a:pt x="0" y="9887"/>
                </a:cubicBezTo>
                <a:cubicBezTo>
                  <a:pt x="0" y="10192"/>
                  <a:pt x="166" y="10496"/>
                  <a:pt x="498" y="10496"/>
                </a:cubicBezTo>
                <a:cubicBezTo>
                  <a:pt x="3157" y="10496"/>
                  <a:pt x="3157" y="10496"/>
                  <a:pt x="3157" y="10496"/>
                </a:cubicBezTo>
                <a:cubicBezTo>
                  <a:pt x="3489" y="10496"/>
                  <a:pt x="3655" y="10192"/>
                  <a:pt x="3655" y="9887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5" name="Freeform 81"/>
          <p:cNvSpPr/>
          <p:nvPr/>
        </p:nvSpPr>
        <p:spPr xmlns:m="http://schemas.openxmlformats.org/officeDocument/2006/math" xmlns:a14="http://schemas.microsoft.com/office/drawing/2010/main">
          <a:xfrm>
            <a:off x="7554051" y="2194884"/>
            <a:ext cx="426928" cy="6142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383"/>
                </a:moveTo>
                <a:cubicBezTo>
                  <a:pt x="12453" y="0"/>
                  <a:pt x="12453" y="0"/>
                  <a:pt x="12453" y="0"/>
                </a:cubicBezTo>
                <a:cubicBezTo>
                  <a:pt x="17082" y="9804"/>
                  <a:pt x="17082" y="9804"/>
                  <a:pt x="17082" y="9804"/>
                </a:cubicBezTo>
                <a:cubicBezTo>
                  <a:pt x="11902" y="10953"/>
                  <a:pt x="11902" y="10953"/>
                  <a:pt x="11902" y="10953"/>
                </a:cubicBezTo>
                <a:cubicBezTo>
                  <a:pt x="10800" y="8502"/>
                  <a:pt x="10800" y="8502"/>
                  <a:pt x="10800" y="8502"/>
                </a:cubicBezTo>
                <a:cubicBezTo>
                  <a:pt x="10800" y="383"/>
                  <a:pt x="10800" y="383"/>
                  <a:pt x="10800" y="383"/>
                </a:cubicBezTo>
                <a:close/>
                <a:moveTo>
                  <a:pt x="10800" y="17004"/>
                </a:moveTo>
                <a:cubicBezTo>
                  <a:pt x="12343" y="17004"/>
                  <a:pt x="13776" y="16621"/>
                  <a:pt x="14988" y="16009"/>
                </a:cubicBezTo>
                <a:cubicBezTo>
                  <a:pt x="11792" y="16009"/>
                  <a:pt x="11792" y="16009"/>
                  <a:pt x="11792" y="16009"/>
                </a:cubicBezTo>
                <a:cubicBezTo>
                  <a:pt x="11792" y="14706"/>
                  <a:pt x="11792" y="14706"/>
                  <a:pt x="11792" y="14706"/>
                </a:cubicBezTo>
                <a:cubicBezTo>
                  <a:pt x="16751" y="14706"/>
                  <a:pt x="16751" y="14706"/>
                  <a:pt x="16751" y="14706"/>
                </a:cubicBezTo>
                <a:cubicBezTo>
                  <a:pt x="20829" y="14706"/>
                  <a:pt x="20829" y="14706"/>
                  <a:pt x="20829" y="14706"/>
                </a:cubicBezTo>
                <a:cubicBezTo>
                  <a:pt x="21600" y="14706"/>
                  <a:pt x="21600" y="14706"/>
                  <a:pt x="21600" y="14706"/>
                </a:cubicBezTo>
                <a:cubicBezTo>
                  <a:pt x="21600" y="16009"/>
                  <a:pt x="21600" y="16009"/>
                  <a:pt x="21600" y="16009"/>
                </a:cubicBezTo>
                <a:cubicBezTo>
                  <a:pt x="19837" y="16009"/>
                  <a:pt x="19837" y="16009"/>
                  <a:pt x="19837" y="16009"/>
                </a:cubicBezTo>
                <a:cubicBezTo>
                  <a:pt x="18624" y="17311"/>
                  <a:pt x="16861" y="18306"/>
                  <a:pt x="14767" y="18919"/>
                </a:cubicBezTo>
                <a:cubicBezTo>
                  <a:pt x="16971" y="19226"/>
                  <a:pt x="18624" y="19685"/>
                  <a:pt x="18624" y="20451"/>
                </a:cubicBezTo>
                <a:cubicBezTo>
                  <a:pt x="18624" y="21600"/>
                  <a:pt x="18624" y="21600"/>
                  <a:pt x="18624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20528"/>
                  <a:pt x="10800" y="20528"/>
                  <a:pt x="10800" y="20528"/>
                </a:cubicBezTo>
                <a:cubicBezTo>
                  <a:pt x="11571" y="20528"/>
                  <a:pt x="12233" y="20068"/>
                  <a:pt x="12233" y="19532"/>
                </a:cubicBezTo>
                <a:cubicBezTo>
                  <a:pt x="12233" y="18996"/>
                  <a:pt x="11571" y="18536"/>
                  <a:pt x="10800" y="18536"/>
                </a:cubicBezTo>
                <a:lnTo>
                  <a:pt x="10800" y="17004"/>
                </a:lnTo>
                <a:close/>
                <a:moveTo>
                  <a:pt x="7384" y="1149"/>
                </a:moveTo>
                <a:cubicBezTo>
                  <a:pt x="10800" y="383"/>
                  <a:pt x="10800" y="383"/>
                  <a:pt x="10800" y="383"/>
                </a:cubicBezTo>
                <a:cubicBezTo>
                  <a:pt x="10800" y="8502"/>
                  <a:pt x="10800" y="8502"/>
                  <a:pt x="10800" y="8502"/>
                </a:cubicBezTo>
                <a:cubicBezTo>
                  <a:pt x="10139" y="7047"/>
                  <a:pt x="10139" y="7047"/>
                  <a:pt x="10139" y="7047"/>
                </a:cubicBezTo>
                <a:cubicBezTo>
                  <a:pt x="6502" y="7277"/>
                  <a:pt x="3637" y="9421"/>
                  <a:pt x="3637" y="12026"/>
                </a:cubicBezTo>
                <a:cubicBezTo>
                  <a:pt x="3637" y="14783"/>
                  <a:pt x="6833" y="17004"/>
                  <a:pt x="10800" y="17004"/>
                </a:cubicBezTo>
                <a:cubicBezTo>
                  <a:pt x="10800" y="17004"/>
                  <a:pt x="10800" y="17004"/>
                  <a:pt x="10800" y="17004"/>
                </a:cubicBezTo>
                <a:cubicBezTo>
                  <a:pt x="10800" y="18536"/>
                  <a:pt x="10800" y="18536"/>
                  <a:pt x="10800" y="18536"/>
                </a:cubicBezTo>
                <a:cubicBezTo>
                  <a:pt x="10029" y="18536"/>
                  <a:pt x="9367" y="18996"/>
                  <a:pt x="9367" y="19532"/>
                </a:cubicBezTo>
                <a:cubicBezTo>
                  <a:pt x="9367" y="20068"/>
                  <a:pt x="10029" y="20528"/>
                  <a:pt x="10800" y="20528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2976" y="21600"/>
                  <a:pt x="2976" y="21600"/>
                  <a:pt x="2976" y="21600"/>
                </a:cubicBezTo>
                <a:cubicBezTo>
                  <a:pt x="2976" y="20451"/>
                  <a:pt x="2976" y="20451"/>
                  <a:pt x="2976" y="20451"/>
                </a:cubicBezTo>
                <a:cubicBezTo>
                  <a:pt x="2976" y="19685"/>
                  <a:pt x="4518" y="19226"/>
                  <a:pt x="6722" y="18919"/>
                </a:cubicBezTo>
                <a:cubicBezTo>
                  <a:pt x="2865" y="17847"/>
                  <a:pt x="0" y="15166"/>
                  <a:pt x="0" y="12026"/>
                </a:cubicBezTo>
                <a:cubicBezTo>
                  <a:pt x="0" y="8272"/>
                  <a:pt x="3967" y="5209"/>
                  <a:pt x="9037" y="4672"/>
                </a:cubicBezTo>
                <a:lnTo>
                  <a:pt x="7384" y="1149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6" name="Freeform 82"/>
          <p:cNvSpPr/>
          <p:nvPr/>
        </p:nvSpPr>
        <p:spPr xmlns:m="http://schemas.openxmlformats.org/officeDocument/2006/math" xmlns:a14="http://schemas.microsoft.com/office/drawing/2010/main">
          <a:xfrm>
            <a:off x="7417061" y="2107594"/>
            <a:ext cx="216500" cy="2174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10" h="21600" fill="norm" stroke="1" extrusionOk="0">
                <a:moveTo>
                  <a:pt x="18338" y="6696"/>
                </a:moveTo>
                <a:cubicBezTo>
                  <a:pt x="16809" y="2592"/>
                  <a:pt x="13369" y="0"/>
                  <a:pt x="9546" y="0"/>
                </a:cubicBezTo>
                <a:cubicBezTo>
                  <a:pt x="9546" y="1944"/>
                  <a:pt x="9546" y="1944"/>
                  <a:pt x="9546" y="1944"/>
                </a:cubicBezTo>
                <a:cubicBezTo>
                  <a:pt x="12604" y="1944"/>
                  <a:pt x="15471" y="4104"/>
                  <a:pt x="16809" y="7560"/>
                </a:cubicBezTo>
                <a:cubicBezTo>
                  <a:pt x="18338" y="12096"/>
                  <a:pt x="16427" y="17064"/>
                  <a:pt x="12413" y="19008"/>
                </a:cubicBezTo>
                <a:cubicBezTo>
                  <a:pt x="11457" y="19440"/>
                  <a:pt x="10501" y="19656"/>
                  <a:pt x="9546" y="19656"/>
                </a:cubicBezTo>
                <a:cubicBezTo>
                  <a:pt x="9546" y="21600"/>
                  <a:pt x="9546" y="21600"/>
                  <a:pt x="9546" y="21600"/>
                </a:cubicBezTo>
                <a:cubicBezTo>
                  <a:pt x="10692" y="21600"/>
                  <a:pt x="11839" y="21384"/>
                  <a:pt x="12986" y="20736"/>
                </a:cubicBezTo>
                <a:cubicBezTo>
                  <a:pt x="17956" y="18576"/>
                  <a:pt x="20250" y="12312"/>
                  <a:pt x="18338" y="6696"/>
                </a:cubicBezTo>
                <a:close/>
                <a:moveTo>
                  <a:pt x="9546" y="0"/>
                </a:moveTo>
                <a:cubicBezTo>
                  <a:pt x="8399" y="0"/>
                  <a:pt x="7061" y="216"/>
                  <a:pt x="5914" y="864"/>
                </a:cubicBezTo>
                <a:cubicBezTo>
                  <a:pt x="1135" y="3024"/>
                  <a:pt x="-1350" y="9288"/>
                  <a:pt x="753" y="14688"/>
                </a:cubicBezTo>
                <a:cubicBezTo>
                  <a:pt x="2091" y="19008"/>
                  <a:pt x="5723" y="21600"/>
                  <a:pt x="9546" y="21600"/>
                </a:cubicBezTo>
                <a:cubicBezTo>
                  <a:pt x="9546" y="19656"/>
                  <a:pt x="9546" y="19656"/>
                  <a:pt x="9546" y="19656"/>
                </a:cubicBezTo>
                <a:cubicBezTo>
                  <a:pt x="6487" y="19440"/>
                  <a:pt x="3620" y="17496"/>
                  <a:pt x="2282" y="14040"/>
                </a:cubicBezTo>
                <a:cubicBezTo>
                  <a:pt x="2282" y="14040"/>
                  <a:pt x="2282" y="14040"/>
                  <a:pt x="2282" y="14040"/>
                </a:cubicBezTo>
                <a:cubicBezTo>
                  <a:pt x="753" y="9504"/>
                  <a:pt x="2664" y="4536"/>
                  <a:pt x="6678" y="2592"/>
                </a:cubicBezTo>
                <a:cubicBezTo>
                  <a:pt x="7634" y="2160"/>
                  <a:pt x="8590" y="1944"/>
                  <a:pt x="9546" y="1944"/>
                </a:cubicBezTo>
                <a:lnTo>
                  <a:pt x="9546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7" name="Freeform 83"/>
          <p:cNvSpPr/>
          <p:nvPr/>
        </p:nvSpPr>
        <p:spPr xmlns:m="http://schemas.openxmlformats.org/officeDocument/2006/math" xmlns:a14="http://schemas.microsoft.com/office/drawing/2010/main">
          <a:xfrm>
            <a:off x="7331860" y="2237736"/>
            <a:ext cx="107922" cy="682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24" y="21600"/>
                </a:moveTo>
                <a:lnTo>
                  <a:pt x="0" y="12558"/>
                </a:lnTo>
                <a:lnTo>
                  <a:pt x="19694" y="0"/>
                </a:lnTo>
                <a:lnTo>
                  <a:pt x="21600" y="9042"/>
                </a:lnTo>
                <a:lnTo>
                  <a:pt x="2224" y="216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8" name="Freeform 84"/>
          <p:cNvSpPr/>
          <p:nvPr/>
        </p:nvSpPr>
        <p:spPr xmlns:m="http://schemas.openxmlformats.org/officeDocument/2006/math" xmlns:a14="http://schemas.microsoft.com/office/drawing/2010/main">
          <a:xfrm>
            <a:off x="7266338" y="2250236"/>
            <a:ext cx="139316" cy="831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09" h="20218" fill="norm" stroke="1" extrusionOk="0">
                <a:moveTo>
                  <a:pt x="4755" y="19822"/>
                </a:moveTo>
                <a:cubicBezTo>
                  <a:pt x="2821" y="20876"/>
                  <a:pt x="887" y="19822"/>
                  <a:pt x="242" y="16661"/>
                </a:cubicBezTo>
                <a:cubicBezTo>
                  <a:pt x="-403" y="14027"/>
                  <a:pt x="242" y="10339"/>
                  <a:pt x="2176" y="9286"/>
                </a:cubicBezTo>
                <a:cubicBezTo>
                  <a:pt x="15716" y="330"/>
                  <a:pt x="15716" y="330"/>
                  <a:pt x="15716" y="330"/>
                </a:cubicBezTo>
                <a:cubicBezTo>
                  <a:pt x="17651" y="-724"/>
                  <a:pt x="19585" y="856"/>
                  <a:pt x="20230" y="3491"/>
                </a:cubicBezTo>
                <a:cubicBezTo>
                  <a:pt x="21197" y="6652"/>
                  <a:pt x="20230" y="9813"/>
                  <a:pt x="18296" y="10866"/>
                </a:cubicBezTo>
                <a:lnTo>
                  <a:pt x="4755" y="19822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9" name="Freeform 85"/>
          <p:cNvSpPr/>
          <p:nvPr/>
        </p:nvSpPr>
        <p:spPr xmlns:m="http://schemas.openxmlformats.org/officeDocument/2006/math" xmlns:a14="http://schemas.microsoft.com/office/drawing/2010/main">
          <a:xfrm>
            <a:off x="7179498" y="3409438"/>
            <a:ext cx="440836" cy="155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1" h="21109" fill="norm" stroke="1" extrusionOk="0">
                <a:moveTo>
                  <a:pt x="14962" y="988"/>
                </a:moveTo>
                <a:cubicBezTo>
                  <a:pt x="16542" y="101"/>
                  <a:pt x="16542" y="101"/>
                  <a:pt x="16542" y="101"/>
                </a:cubicBezTo>
                <a:cubicBezTo>
                  <a:pt x="16859" y="-195"/>
                  <a:pt x="17175" y="397"/>
                  <a:pt x="17280" y="988"/>
                </a:cubicBezTo>
                <a:cubicBezTo>
                  <a:pt x="18860" y="101"/>
                  <a:pt x="18860" y="101"/>
                  <a:pt x="18860" y="101"/>
                </a:cubicBezTo>
                <a:cubicBezTo>
                  <a:pt x="20020" y="-491"/>
                  <a:pt x="21073" y="1580"/>
                  <a:pt x="21284" y="4835"/>
                </a:cubicBezTo>
                <a:cubicBezTo>
                  <a:pt x="21600" y="8090"/>
                  <a:pt x="20757" y="11049"/>
                  <a:pt x="19703" y="11936"/>
                </a:cubicBezTo>
                <a:cubicBezTo>
                  <a:pt x="18650" y="12232"/>
                  <a:pt x="18650" y="12232"/>
                  <a:pt x="18650" y="12232"/>
                </a:cubicBezTo>
                <a:cubicBezTo>
                  <a:pt x="17491" y="4835"/>
                  <a:pt x="17491" y="4835"/>
                  <a:pt x="17491" y="4835"/>
                </a:cubicBezTo>
                <a:cubicBezTo>
                  <a:pt x="18123" y="12824"/>
                  <a:pt x="18123" y="12824"/>
                  <a:pt x="18123" y="12824"/>
                </a:cubicBezTo>
                <a:cubicBezTo>
                  <a:pt x="18123" y="13416"/>
                  <a:pt x="17912" y="14304"/>
                  <a:pt x="17596" y="14304"/>
                </a:cubicBezTo>
                <a:cubicBezTo>
                  <a:pt x="14962" y="15783"/>
                  <a:pt x="14962" y="15783"/>
                  <a:pt x="14962" y="15783"/>
                </a:cubicBezTo>
                <a:cubicBezTo>
                  <a:pt x="14962" y="5427"/>
                  <a:pt x="14962" y="5427"/>
                  <a:pt x="14962" y="5427"/>
                </a:cubicBezTo>
                <a:cubicBezTo>
                  <a:pt x="16648" y="4539"/>
                  <a:pt x="16648" y="4539"/>
                  <a:pt x="16648" y="4539"/>
                </a:cubicBezTo>
                <a:cubicBezTo>
                  <a:pt x="16859" y="4539"/>
                  <a:pt x="17069" y="4835"/>
                  <a:pt x="17175" y="5131"/>
                </a:cubicBezTo>
                <a:cubicBezTo>
                  <a:pt x="16964" y="2172"/>
                  <a:pt x="16964" y="2172"/>
                  <a:pt x="16964" y="2172"/>
                </a:cubicBezTo>
                <a:cubicBezTo>
                  <a:pt x="16964" y="1284"/>
                  <a:pt x="16648" y="988"/>
                  <a:pt x="16332" y="988"/>
                </a:cubicBezTo>
                <a:cubicBezTo>
                  <a:pt x="14962" y="1876"/>
                  <a:pt x="14962" y="1876"/>
                  <a:pt x="14962" y="1876"/>
                </a:cubicBezTo>
                <a:lnTo>
                  <a:pt x="14962" y="988"/>
                </a:lnTo>
                <a:close/>
                <a:moveTo>
                  <a:pt x="2950" y="8386"/>
                </a:moveTo>
                <a:cubicBezTo>
                  <a:pt x="12222" y="3356"/>
                  <a:pt x="12222" y="3356"/>
                  <a:pt x="12222" y="3356"/>
                </a:cubicBezTo>
                <a:cubicBezTo>
                  <a:pt x="12328" y="2764"/>
                  <a:pt x="12539" y="2172"/>
                  <a:pt x="12749" y="2172"/>
                </a:cubicBezTo>
                <a:cubicBezTo>
                  <a:pt x="14962" y="988"/>
                  <a:pt x="14962" y="988"/>
                  <a:pt x="14962" y="988"/>
                </a:cubicBezTo>
                <a:cubicBezTo>
                  <a:pt x="14962" y="1876"/>
                  <a:pt x="14962" y="1876"/>
                  <a:pt x="14962" y="1876"/>
                </a:cubicBezTo>
                <a:cubicBezTo>
                  <a:pt x="13065" y="2764"/>
                  <a:pt x="13065" y="2764"/>
                  <a:pt x="13065" y="2764"/>
                </a:cubicBezTo>
                <a:cubicBezTo>
                  <a:pt x="12749" y="3060"/>
                  <a:pt x="12539" y="3947"/>
                  <a:pt x="12644" y="4539"/>
                </a:cubicBezTo>
                <a:cubicBezTo>
                  <a:pt x="12855" y="7794"/>
                  <a:pt x="12855" y="7794"/>
                  <a:pt x="12855" y="7794"/>
                </a:cubicBezTo>
                <a:cubicBezTo>
                  <a:pt x="12855" y="7794"/>
                  <a:pt x="12855" y="7794"/>
                  <a:pt x="12855" y="7794"/>
                </a:cubicBezTo>
                <a:cubicBezTo>
                  <a:pt x="12855" y="7202"/>
                  <a:pt x="13065" y="6610"/>
                  <a:pt x="13276" y="6610"/>
                </a:cubicBezTo>
                <a:cubicBezTo>
                  <a:pt x="14962" y="5427"/>
                  <a:pt x="14962" y="5427"/>
                  <a:pt x="14962" y="5427"/>
                </a:cubicBezTo>
                <a:cubicBezTo>
                  <a:pt x="14962" y="15783"/>
                  <a:pt x="14962" y="15783"/>
                  <a:pt x="14962" y="15783"/>
                </a:cubicBezTo>
                <a:cubicBezTo>
                  <a:pt x="13698" y="16375"/>
                  <a:pt x="13698" y="16375"/>
                  <a:pt x="13698" y="16375"/>
                </a:cubicBezTo>
                <a:cubicBezTo>
                  <a:pt x="13487" y="16671"/>
                  <a:pt x="13276" y="16375"/>
                  <a:pt x="13171" y="16079"/>
                </a:cubicBezTo>
                <a:cubicBezTo>
                  <a:pt x="3688" y="21109"/>
                  <a:pt x="3688" y="21109"/>
                  <a:pt x="3688" y="21109"/>
                </a:cubicBezTo>
                <a:cubicBezTo>
                  <a:pt x="2950" y="20221"/>
                  <a:pt x="2950" y="20221"/>
                  <a:pt x="2950" y="20221"/>
                </a:cubicBezTo>
                <a:cubicBezTo>
                  <a:pt x="2950" y="19334"/>
                  <a:pt x="2950" y="19334"/>
                  <a:pt x="2950" y="19334"/>
                </a:cubicBezTo>
                <a:cubicBezTo>
                  <a:pt x="3688" y="20221"/>
                  <a:pt x="3688" y="20221"/>
                  <a:pt x="3688" y="20221"/>
                </a:cubicBezTo>
                <a:cubicBezTo>
                  <a:pt x="3688" y="20221"/>
                  <a:pt x="3688" y="20221"/>
                  <a:pt x="3688" y="20221"/>
                </a:cubicBezTo>
                <a:cubicBezTo>
                  <a:pt x="3899" y="20221"/>
                  <a:pt x="3899" y="20221"/>
                  <a:pt x="3899" y="20221"/>
                </a:cubicBezTo>
                <a:cubicBezTo>
                  <a:pt x="4320" y="19925"/>
                  <a:pt x="4531" y="19038"/>
                  <a:pt x="4425" y="17854"/>
                </a:cubicBezTo>
                <a:cubicBezTo>
                  <a:pt x="4425" y="16967"/>
                  <a:pt x="4109" y="16375"/>
                  <a:pt x="3793" y="16375"/>
                </a:cubicBezTo>
                <a:cubicBezTo>
                  <a:pt x="4109" y="16079"/>
                  <a:pt x="4215" y="15191"/>
                  <a:pt x="4215" y="14304"/>
                </a:cubicBezTo>
                <a:cubicBezTo>
                  <a:pt x="4109" y="13416"/>
                  <a:pt x="3899" y="12824"/>
                  <a:pt x="3582" y="12824"/>
                </a:cubicBezTo>
                <a:cubicBezTo>
                  <a:pt x="3793" y="12528"/>
                  <a:pt x="4004" y="11641"/>
                  <a:pt x="3899" y="10753"/>
                </a:cubicBezTo>
                <a:cubicBezTo>
                  <a:pt x="3899" y="9569"/>
                  <a:pt x="3477" y="8977"/>
                  <a:pt x="3161" y="9273"/>
                </a:cubicBezTo>
                <a:cubicBezTo>
                  <a:pt x="2950" y="9273"/>
                  <a:pt x="2950" y="9273"/>
                  <a:pt x="2950" y="9273"/>
                </a:cubicBezTo>
                <a:cubicBezTo>
                  <a:pt x="2950" y="9569"/>
                  <a:pt x="2950" y="9569"/>
                  <a:pt x="2950" y="9569"/>
                </a:cubicBezTo>
                <a:lnTo>
                  <a:pt x="2950" y="8386"/>
                </a:lnTo>
                <a:close/>
                <a:moveTo>
                  <a:pt x="2740" y="8682"/>
                </a:moveTo>
                <a:cubicBezTo>
                  <a:pt x="2950" y="8386"/>
                  <a:pt x="2950" y="8386"/>
                  <a:pt x="2950" y="8386"/>
                </a:cubicBezTo>
                <a:cubicBezTo>
                  <a:pt x="2950" y="9569"/>
                  <a:pt x="2950" y="9569"/>
                  <a:pt x="2950" y="9569"/>
                </a:cubicBezTo>
                <a:cubicBezTo>
                  <a:pt x="1370" y="14008"/>
                  <a:pt x="1370" y="14008"/>
                  <a:pt x="1370" y="14008"/>
                </a:cubicBezTo>
                <a:cubicBezTo>
                  <a:pt x="1580" y="17854"/>
                  <a:pt x="1580" y="17854"/>
                  <a:pt x="1580" y="17854"/>
                </a:cubicBezTo>
                <a:cubicBezTo>
                  <a:pt x="2950" y="19334"/>
                  <a:pt x="2950" y="19334"/>
                  <a:pt x="2950" y="19334"/>
                </a:cubicBezTo>
                <a:cubicBezTo>
                  <a:pt x="2950" y="20221"/>
                  <a:pt x="2950" y="20221"/>
                  <a:pt x="2950" y="20221"/>
                </a:cubicBezTo>
                <a:cubicBezTo>
                  <a:pt x="0" y="16671"/>
                  <a:pt x="0" y="16671"/>
                  <a:pt x="0" y="16671"/>
                </a:cubicBezTo>
                <a:lnTo>
                  <a:pt x="2740" y="8682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0" name="Freeform 86"/>
          <p:cNvSpPr/>
          <p:nvPr/>
        </p:nvSpPr>
        <p:spPr xmlns:m="http://schemas.openxmlformats.org/officeDocument/2006/math" xmlns:a14="http://schemas.microsoft.com/office/drawing/2010/main">
          <a:xfrm>
            <a:off x="9033864" y="3815300"/>
            <a:ext cx="239005" cy="3088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86" h="21126" fill="norm" stroke="1" extrusionOk="0">
                <a:moveTo>
                  <a:pt x="20986" y="3724"/>
                </a:moveTo>
                <a:cubicBezTo>
                  <a:pt x="20030" y="3277"/>
                  <a:pt x="20030" y="3277"/>
                  <a:pt x="20030" y="3277"/>
                </a:cubicBezTo>
                <a:cubicBezTo>
                  <a:pt x="7414" y="19068"/>
                  <a:pt x="7414" y="19068"/>
                  <a:pt x="7414" y="19068"/>
                </a:cubicBezTo>
                <a:cubicBezTo>
                  <a:pt x="6650" y="20110"/>
                  <a:pt x="4547" y="20408"/>
                  <a:pt x="3018" y="19663"/>
                </a:cubicBezTo>
                <a:cubicBezTo>
                  <a:pt x="1489" y="18919"/>
                  <a:pt x="915" y="17429"/>
                  <a:pt x="1680" y="16237"/>
                </a:cubicBezTo>
                <a:cubicBezTo>
                  <a:pt x="14296" y="447"/>
                  <a:pt x="14296" y="447"/>
                  <a:pt x="14296" y="447"/>
                </a:cubicBezTo>
                <a:cubicBezTo>
                  <a:pt x="13340" y="0"/>
                  <a:pt x="13340" y="0"/>
                  <a:pt x="13340" y="0"/>
                </a:cubicBezTo>
                <a:cubicBezTo>
                  <a:pt x="533" y="15939"/>
                  <a:pt x="533" y="15939"/>
                  <a:pt x="533" y="15939"/>
                </a:cubicBezTo>
                <a:cubicBezTo>
                  <a:pt x="-614" y="17429"/>
                  <a:pt x="151" y="19514"/>
                  <a:pt x="2253" y="20557"/>
                </a:cubicBezTo>
                <a:cubicBezTo>
                  <a:pt x="4356" y="21600"/>
                  <a:pt x="7032" y="21153"/>
                  <a:pt x="8370" y="19663"/>
                </a:cubicBezTo>
                <a:lnTo>
                  <a:pt x="20986" y="3724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1" name="Freeform 87"/>
          <p:cNvSpPr/>
          <p:nvPr/>
        </p:nvSpPr>
        <p:spPr xmlns:m="http://schemas.openxmlformats.org/officeDocument/2006/math" xmlns:a14="http://schemas.microsoft.com/office/drawing/2010/main">
          <a:xfrm>
            <a:off x="9168500" y="3805510"/>
            <a:ext cx="116322" cy="7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08" h="20909" fill="norm" stroke="1" extrusionOk="0">
                <a:moveTo>
                  <a:pt x="20850" y="19550"/>
                </a:moveTo>
                <a:cubicBezTo>
                  <a:pt x="20458" y="20687"/>
                  <a:pt x="19279" y="21255"/>
                  <a:pt x="18494" y="20687"/>
                </a:cubicBezTo>
                <a:cubicBezTo>
                  <a:pt x="821" y="4771"/>
                  <a:pt x="821" y="4771"/>
                  <a:pt x="821" y="4771"/>
                </a:cubicBezTo>
                <a:cubicBezTo>
                  <a:pt x="36" y="3634"/>
                  <a:pt x="-357" y="2497"/>
                  <a:pt x="428" y="1360"/>
                </a:cubicBezTo>
                <a:cubicBezTo>
                  <a:pt x="821" y="223"/>
                  <a:pt x="1999" y="-345"/>
                  <a:pt x="2785" y="223"/>
                </a:cubicBezTo>
                <a:cubicBezTo>
                  <a:pt x="20458" y="16139"/>
                  <a:pt x="20458" y="16139"/>
                  <a:pt x="20458" y="16139"/>
                </a:cubicBezTo>
                <a:cubicBezTo>
                  <a:pt x="21243" y="17276"/>
                  <a:pt x="21243" y="18413"/>
                  <a:pt x="20850" y="1955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2" name="Freeform 88"/>
          <p:cNvSpPr/>
          <p:nvPr/>
        </p:nvSpPr>
        <p:spPr xmlns:m="http://schemas.openxmlformats.org/officeDocument/2006/math" xmlns:a14="http://schemas.microsoft.com/office/drawing/2010/main">
          <a:xfrm>
            <a:off x="9074480" y="3869261"/>
            <a:ext cx="163473" cy="2240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27" fill="norm" stroke="1" extrusionOk="0">
                <a:moveTo>
                  <a:pt x="21600" y="831"/>
                </a:moveTo>
                <a:cubicBezTo>
                  <a:pt x="19872" y="0"/>
                  <a:pt x="19872" y="0"/>
                  <a:pt x="19872" y="0"/>
                </a:cubicBezTo>
                <a:cubicBezTo>
                  <a:pt x="2880" y="19731"/>
                  <a:pt x="2880" y="19731"/>
                  <a:pt x="2880" y="19731"/>
                </a:cubicBezTo>
                <a:cubicBezTo>
                  <a:pt x="2304" y="20354"/>
                  <a:pt x="1152" y="20769"/>
                  <a:pt x="0" y="20769"/>
                </a:cubicBezTo>
                <a:cubicBezTo>
                  <a:pt x="0" y="20769"/>
                  <a:pt x="288" y="20769"/>
                  <a:pt x="288" y="20977"/>
                </a:cubicBezTo>
                <a:cubicBezTo>
                  <a:pt x="2016" y="21600"/>
                  <a:pt x="4032" y="21392"/>
                  <a:pt x="4896" y="20354"/>
                </a:cubicBezTo>
                <a:lnTo>
                  <a:pt x="21600" y="831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3" name="Freeform 89"/>
          <p:cNvSpPr/>
          <p:nvPr/>
        </p:nvSpPr>
        <p:spPr xmlns:m="http://schemas.openxmlformats.org/officeDocument/2006/math" xmlns:a14="http://schemas.microsoft.com/office/drawing/2010/main">
          <a:xfrm>
            <a:off x="8697597" y="2580170"/>
            <a:ext cx="203748" cy="1590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07" h="21227" fill="norm" stroke="1" extrusionOk="0">
                <a:moveTo>
                  <a:pt x="16338" y="1670"/>
                </a:moveTo>
                <a:cubicBezTo>
                  <a:pt x="21209" y="6049"/>
                  <a:pt x="20362" y="17724"/>
                  <a:pt x="17397" y="20351"/>
                </a:cubicBezTo>
                <a:cubicBezTo>
                  <a:pt x="16974" y="20643"/>
                  <a:pt x="16550" y="20935"/>
                  <a:pt x="16338" y="20935"/>
                </a:cubicBezTo>
                <a:cubicBezTo>
                  <a:pt x="16338" y="19768"/>
                  <a:pt x="16338" y="19768"/>
                  <a:pt x="16338" y="19768"/>
                </a:cubicBezTo>
                <a:cubicBezTo>
                  <a:pt x="16338" y="19768"/>
                  <a:pt x="16338" y="19768"/>
                  <a:pt x="16338" y="19768"/>
                </a:cubicBezTo>
                <a:cubicBezTo>
                  <a:pt x="16338" y="19768"/>
                  <a:pt x="16338" y="19768"/>
                  <a:pt x="16338" y="19768"/>
                </a:cubicBezTo>
                <a:cubicBezTo>
                  <a:pt x="17185" y="19184"/>
                  <a:pt x="17609" y="17432"/>
                  <a:pt x="17185" y="16265"/>
                </a:cubicBezTo>
                <a:cubicBezTo>
                  <a:pt x="16974" y="15681"/>
                  <a:pt x="16550" y="15097"/>
                  <a:pt x="16338" y="14805"/>
                </a:cubicBezTo>
                <a:cubicBezTo>
                  <a:pt x="16338" y="13930"/>
                  <a:pt x="16338" y="13930"/>
                  <a:pt x="16338" y="13930"/>
                </a:cubicBezTo>
                <a:cubicBezTo>
                  <a:pt x="16762" y="14222"/>
                  <a:pt x="17397" y="14222"/>
                  <a:pt x="17821" y="13930"/>
                </a:cubicBezTo>
                <a:cubicBezTo>
                  <a:pt x="17821" y="13930"/>
                  <a:pt x="17821" y="13930"/>
                  <a:pt x="17821" y="13930"/>
                </a:cubicBezTo>
                <a:cubicBezTo>
                  <a:pt x="18668" y="13346"/>
                  <a:pt x="19091" y="11886"/>
                  <a:pt x="18668" y="10719"/>
                </a:cubicBezTo>
                <a:cubicBezTo>
                  <a:pt x="18244" y="9551"/>
                  <a:pt x="17185" y="8968"/>
                  <a:pt x="16338" y="9551"/>
                </a:cubicBezTo>
                <a:cubicBezTo>
                  <a:pt x="16338" y="8676"/>
                  <a:pt x="16338" y="8676"/>
                  <a:pt x="16338" y="8676"/>
                </a:cubicBezTo>
                <a:cubicBezTo>
                  <a:pt x="16550" y="8676"/>
                  <a:pt x="16762" y="8384"/>
                  <a:pt x="16974" y="8384"/>
                </a:cubicBezTo>
                <a:cubicBezTo>
                  <a:pt x="17821" y="7800"/>
                  <a:pt x="18033" y="6632"/>
                  <a:pt x="17609" y="5465"/>
                </a:cubicBezTo>
                <a:cubicBezTo>
                  <a:pt x="17609" y="5465"/>
                  <a:pt x="17609" y="5465"/>
                  <a:pt x="17609" y="5465"/>
                </a:cubicBezTo>
                <a:cubicBezTo>
                  <a:pt x="17397" y="4589"/>
                  <a:pt x="16762" y="4297"/>
                  <a:pt x="16338" y="4297"/>
                </a:cubicBezTo>
                <a:lnTo>
                  <a:pt x="16338" y="1670"/>
                </a:lnTo>
                <a:close/>
                <a:moveTo>
                  <a:pt x="14856" y="503"/>
                </a:moveTo>
                <a:cubicBezTo>
                  <a:pt x="15280" y="795"/>
                  <a:pt x="15703" y="1086"/>
                  <a:pt x="16338" y="1670"/>
                </a:cubicBezTo>
                <a:cubicBezTo>
                  <a:pt x="16338" y="4297"/>
                  <a:pt x="16338" y="4297"/>
                  <a:pt x="16338" y="4297"/>
                </a:cubicBezTo>
                <a:cubicBezTo>
                  <a:pt x="15915" y="4297"/>
                  <a:pt x="15703" y="4297"/>
                  <a:pt x="15491" y="4589"/>
                </a:cubicBezTo>
                <a:cubicBezTo>
                  <a:pt x="15068" y="4589"/>
                  <a:pt x="14856" y="5173"/>
                  <a:pt x="14856" y="5757"/>
                </a:cubicBezTo>
                <a:cubicBezTo>
                  <a:pt x="14856" y="3422"/>
                  <a:pt x="14856" y="3422"/>
                  <a:pt x="14856" y="3422"/>
                </a:cubicBezTo>
                <a:cubicBezTo>
                  <a:pt x="14856" y="3130"/>
                  <a:pt x="14856" y="2546"/>
                  <a:pt x="14856" y="2254"/>
                </a:cubicBezTo>
                <a:cubicBezTo>
                  <a:pt x="14856" y="503"/>
                  <a:pt x="14856" y="503"/>
                  <a:pt x="14856" y="503"/>
                </a:cubicBezTo>
                <a:close/>
                <a:moveTo>
                  <a:pt x="16338" y="20935"/>
                </a:moveTo>
                <a:cubicBezTo>
                  <a:pt x="15703" y="21227"/>
                  <a:pt x="15280" y="21227"/>
                  <a:pt x="14856" y="21227"/>
                </a:cubicBezTo>
                <a:cubicBezTo>
                  <a:pt x="14856" y="19768"/>
                  <a:pt x="14856" y="19768"/>
                  <a:pt x="14856" y="19768"/>
                </a:cubicBezTo>
                <a:cubicBezTo>
                  <a:pt x="15280" y="20059"/>
                  <a:pt x="15703" y="20059"/>
                  <a:pt x="16338" y="19768"/>
                </a:cubicBezTo>
                <a:cubicBezTo>
                  <a:pt x="16338" y="20935"/>
                  <a:pt x="16338" y="20935"/>
                  <a:pt x="16338" y="20935"/>
                </a:cubicBezTo>
                <a:close/>
                <a:moveTo>
                  <a:pt x="16338" y="8676"/>
                </a:moveTo>
                <a:cubicBezTo>
                  <a:pt x="16338" y="9551"/>
                  <a:pt x="16338" y="9551"/>
                  <a:pt x="16338" y="9551"/>
                </a:cubicBezTo>
                <a:cubicBezTo>
                  <a:pt x="16127" y="9551"/>
                  <a:pt x="16127" y="9551"/>
                  <a:pt x="16127" y="9551"/>
                </a:cubicBezTo>
                <a:cubicBezTo>
                  <a:pt x="15280" y="10135"/>
                  <a:pt x="15068" y="11595"/>
                  <a:pt x="15491" y="12762"/>
                </a:cubicBezTo>
                <a:cubicBezTo>
                  <a:pt x="15703" y="13346"/>
                  <a:pt x="15915" y="13638"/>
                  <a:pt x="16338" y="13930"/>
                </a:cubicBezTo>
                <a:cubicBezTo>
                  <a:pt x="16338" y="14805"/>
                  <a:pt x="16338" y="14805"/>
                  <a:pt x="16338" y="14805"/>
                </a:cubicBezTo>
                <a:cubicBezTo>
                  <a:pt x="15703" y="14513"/>
                  <a:pt x="15280" y="14513"/>
                  <a:pt x="14856" y="14805"/>
                </a:cubicBezTo>
                <a:cubicBezTo>
                  <a:pt x="14856" y="6924"/>
                  <a:pt x="14856" y="6924"/>
                  <a:pt x="14856" y="6924"/>
                </a:cubicBezTo>
                <a:cubicBezTo>
                  <a:pt x="14856" y="7216"/>
                  <a:pt x="14856" y="7216"/>
                  <a:pt x="14856" y="7216"/>
                </a:cubicBezTo>
                <a:cubicBezTo>
                  <a:pt x="15068" y="8092"/>
                  <a:pt x="15703" y="8676"/>
                  <a:pt x="16338" y="8676"/>
                </a:cubicBezTo>
                <a:close/>
                <a:moveTo>
                  <a:pt x="13585" y="211"/>
                </a:moveTo>
                <a:cubicBezTo>
                  <a:pt x="14009" y="211"/>
                  <a:pt x="14433" y="503"/>
                  <a:pt x="14856" y="503"/>
                </a:cubicBezTo>
                <a:cubicBezTo>
                  <a:pt x="14856" y="2254"/>
                  <a:pt x="14856" y="2254"/>
                  <a:pt x="14856" y="2254"/>
                </a:cubicBezTo>
                <a:cubicBezTo>
                  <a:pt x="14644" y="2254"/>
                  <a:pt x="14644" y="2254"/>
                  <a:pt x="14644" y="1962"/>
                </a:cubicBezTo>
                <a:cubicBezTo>
                  <a:pt x="14433" y="1670"/>
                  <a:pt x="14009" y="1086"/>
                  <a:pt x="13585" y="1086"/>
                </a:cubicBezTo>
                <a:cubicBezTo>
                  <a:pt x="13585" y="211"/>
                  <a:pt x="13585" y="211"/>
                  <a:pt x="13585" y="211"/>
                </a:cubicBezTo>
                <a:close/>
                <a:moveTo>
                  <a:pt x="14856" y="21227"/>
                </a:moveTo>
                <a:cubicBezTo>
                  <a:pt x="14433" y="21227"/>
                  <a:pt x="14009" y="20935"/>
                  <a:pt x="13585" y="20935"/>
                </a:cubicBezTo>
                <a:cubicBezTo>
                  <a:pt x="13585" y="18308"/>
                  <a:pt x="13585" y="18308"/>
                  <a:pt x="13585" y="18308"/>
                </a:cubicBezTo>
                <a:cubicBezTo>
                  <a:pt x="13585" y="18308"/>
                  <a:pt x="13797" y="18308"/>
                  <a:pt x="13797" y="18600"/>
                </a:cubicBezTo>
                <a:cubicBezTo>
                  <a:pt x="14009" y="19184"/>
                  <a:pt x="14433" y="19476"/>
                  <a:pt x="14856" y="19768"/>
                </a:cubicBezTo>
                <a:cubicBezTo>
                  <a:pt x="14856" y="21227"/>
                  <a:pt x="14856" y="21227"/>
                  <a:pt x="14856" y="21227"/>
                </a:cubicBezTo>
                <a:close/>
                <a:moveTo>
                  <a:pt x="14856" y="3422"/>
                </a:moveTo>
                <a:cubicBezTo>
                  <a:pt x="14856" y="5757"/>
                  <a:pt x="14856" y="5757"/>
                  <a:pt x="14856" y="5757"/>
                </a:cubicBezTo>
                <a:cubicBezTo>
                  <a:pt x="14644" y="6049"/>
                  <a:pt x="14644" y="6632"/>
                  <a:pt x="14856" y="6924"/>
                </a:cubicBezTo>
                <a:cubicBezTo>
                  <a:pt x="14856" y="14805"/>
                  <a:pt x="14856" y="14805"/>
                  <a:pt x="14856" y="14805"/>
                </a:cubicBezTo>
                <a:cubicBezTo>
                  <a:pt x="14644" y="14805"/>
                  <a:pt x="14644" y="14805"/>
                  <a:pt x="14644" y="14805"/>
                </a:cubicBezTo>
                <a:cubicBezTo>
                  <a:pt x="14221" y="15389"/>
                  <a:pt x="13797" y="15681"/>
                  <a:pt x="13585" y="16265"/>
                </a:cubicBezTo>
                <a:cubicBezTo>
                  <a:pt x="13585" y="4297"/>
                  <a:pt x="13585" y="4297"/>
                  <a:pt x="13585" y="4297"/>
                </a:cubicBezTo>
                <a:cubicBezTo>
                  <a:pt x="13797" y="4297"/>
                  <a:pt x="14009" y="4297"/>
                  <a:pt x="14221" y="4297"/>
                </a:cubicBezTo>
                <a:cubicBezTo>
                  <a:pt x="14433" y="4005"/>
                  <a:pt x="14644" y="3713"/>
                  <a:pt x="14856" y="3422"/>
                </a:cubicBezTo>
                <a:close/>
                <a:moveTo>
                  <a:pt x="4268" y="2546"/>
                </a:moveTo>
                <a:cubicBezTo>
                  <a:pt x="8291" y="211"/>
                  <a:pt x="11256" y="-373"/>
                  <a:pt x="13585" y="211"/>
                </a:cubicBezTo>
                <a:cubicBezTo>
                  <a:pt x="13585" y="1086"/>
                  <a:pt x="13585" y="1086"/>
                  <a:pt x="13585" y="1086"/>
                </a:cubicBezTo>
                <a:cubicBezTo>
                  <a:pt x="13374" y="1086"/>
                  <a:pt x="13374" y="1378"/>
                  <a:pt x="13162" y="1378"/>
                </a:cubicBezTo>
                <a:cubicBezTo>
                  <a:pt x="13162" y="1378"/>
                  <a:pt x="13162" y="1378"/>
                  <a:pt x="13162" y="1378"/>
                </a:cubicBezTo>
                <a:cubicBezTo>
                  <a:pt x="12527" y="1670"/>
                  <a:pt x="12315" y="2838"/>
                  <a:pt x="12527" y="3422"/>
                </a:cubicBezTo>
                <a:cubicBezTo>
                  <a:pt x="12738" y="4005"/>
                  <a:pt x="13162" y="4297"/>
                  <a:pt x="13585" y="4297"/>
                </a:cubicBezTo>
                <a:cubicBezTo>
                  <a:pt x="13585" y="16265"/>
                  <a:pt x="13585" y="16265"/>
                  <a:pt x="13585" y="16265"/>
                </a:cubicBezTo>
                <a:cubicBezTo>
                  <a:pt x="13585" y="16849"/>
                  <a:pt x="13585" y="17724"/>
                  <a:pt x="13585" y="18308"/>
                </a:cubicBezTo>
                <a:cubicBezTo>
                  <a:pt x="13585" y="20935"/>
                  <a:pt x="13585" y="20935"/>
                  <a:pt x="13585" y="20935"/>
                </a:cubicBezTo>
                <a:cubicBezTo>
                  <a:pt x="11468" y="19476"/>
                  <a:pt x="9774" y="15973"/>
                  <a:pt x="7444" y="16265"/>
                </a:cubicBezTo>
                <a:cubicBezTo>
                  <a:pt x="6385" y="16265"/>
                  <a:pt x="5327" y="16557"/>
                  <a:pt x="4268" y="16265"/>
                </a:cubicBezTo>
                <a:cubicBezTo>
                  <a:pt x="4268" y="13930"/>
                  <a:pt x="4268" y="13930"/>
                  <a:pt x="4268" y="13930"/>
                </a:cubicBezTo>
                <a:cubicBezTo>
                  <a:pt x="4691" y="13930"/>
                  <a:pt x="4903" y="13638"/>
                  <a:pt x="5327" y="13638"/>
                </a:cubicBezTo>
                <a:cubicBezTo>
                  <a:pt x="5327" y="13638"/>
                  <a:pt x="5327" y="13638"/>
                  <a:pt x="5327" y="13638"/>
                </a:cubicBezTo>
                <a:cubicBezTo>
                  <a:pt x="6385" y="12762"/>
                  <a:pt x="6809" y="10719"/>
                  <a:pt x="6385" y="9259"/>
                </a:cubicBezTo>
                <a:cubicBezTo>
                  <a:pt x="5962" y="8092"/>
                  <a:pt x="5115" y="7508"/>
                  <a:pt x="4268" y="7508"/>
                </a:cubicBezTo>
                <a:lnTo>
                  <a:pt x="4268" y="2546"/>
                </a:lnTo>
                <a:close/>
                <a:moveTo>
                  <a:pt x="33" y="11595"/>
                </a:moveTo>
                <a:cubicBezTo>
                  <a:pt x="-391" y="6341"/>
                  <a:pt x="3421" y="3130"/>
                  <a:pt x="3421" y="3130"/>
                </a:cubicBezTo>
                <a:cubicBezTo>
                  <a:pt x="3844" y="3130"/>
                  <a:pt x="4056" y="2838"/>
                  <a:pt x="4268" y="2546"/>
                </a:cubicBezTo>
                <a:cubicBezTo>
                  <a:pt x="4268" y="7508"/>
                  <a:pt x="4268" y="7508"/>
                  <a:pt x="4268" y="7508"/>
                </a:cubicBezTo>
                <a:cubicBezTo>
                  <a:pt x="3844" y="7508"/>
                  <a:pt x="3633" y="7508"/>
                  <a:pt x="3209" y="7800"/>
                </a:cubicBezTo>
                <a:cubicBezTo>
                  <a:pt x="2150" y="8676"/>
                  <a:pt x="1515" y="10427"/>
                  <a:pt x="2150" y="12178"/>
                </a:cubicBezTo>
                <a:cubicBezTo>
                  <a:pt x="2574" y="13346"/>
                  <a:pt x="3421" y="13930"/>
                  <a:pt x="4268" y="13930"/>
                </a:cubicBezTo>
                <a:cubicBezTo>
                  <a:pt x="4268" y="16265"/>
                  <a:pt x="4268" y="16265"/>
                  <a:pt x="4268" y="16265"/>
                </a:cubicBezTo>
                <a:cubicBezTo>
                  <a:pt x="2150" y="16265"/>
                  <a:pt x="456" y="15097"/>
                  <a:pt x="33" y="11595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4" name="Freeform 90"/>
          <p:cNvSpPr/>
          <p:nvPr/>
        </p:nvSpPr>
        <p:spPr xmlns:m="http://schemas.openxmlformats.org/officeDocument/2006/math" xmlns:a14="http://schemas.microsoft.com/office/drawing/2010/main">
          <a:xfrm>
            <a:off x="6841449" y="3637546"/>
            <a:ext cx="200622" cy="261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3" h="21149" fill="norm" stroke="1" extrusionOk="0">
                <a:moveTo>
                  <a:pt x="0" y="3688"/>
                </a:moveTo>
                <a:cubicBezTo>
                  <a:pt x="909" y="3337"/>
                  <a:pt x="909" y="3337"/>
                  <a:pt x="909" y="3337"/>
                </a:cubicBezTo>
                <a:cubicBezTo>
                  <a:pt x="13415" y="19141"/>
                  <a:pt x="13415" y="19141"/>
                  <a:pt x="13415" y="19141"/>
                </a:cubicBezTo>
                <a:cubicBezTo>
                  <a:pt x="14324" y="20195"/>
                  <a:pt x="16371" y="20546"/>
                  <a:pt x="17962" y="19668"/>
                </a:cubicBezTo>
                <a:cubicBezTo>
                  <a:pt x="19781" y="18966"/>
                  <a:pt x="20236" y="17385"/>
                  <a:pt x="19326" y="16332"/>
                </a:cubicBezTo>
                <a:cubicBezTo>
                  <a:pt x="6594" y="527"/>
                  <a:pt x="6594" y="527"/>
                  <a:pt x="6594" y="527"/>
                </a:cubicBezTo>
                <a:cubicBezTo>
                  <a:pt x="7731" y="0"/>
                  <a:pt x="7731" y="0"/>
                  <a:pt x="7731" y="0"/>
                </a:cubicBezTo>
                <a:cubicBezTo>
                  <a:pt x="20463" y="15980"/>
                  <a:pt x="20463" y="15980"/>
                  <a:pt x="20463" y="15980"/>
                </a:cubicBezTo>
                <a:cubicBezTo>
                  <a:pt x="21600" y="17561"/>
                  <a:pt x="20918" y="19493"/>
                  <a:pt x="18644" y="20546"/>
                </a:cubicBezTo>
                <a:cubicBezTo>
                  <a:pt x="16598" y="21600"/>
                  <a:pt x="13869" y="21249"/>
                  <a:pt x="12733" y="19668"/>
                </a:cubicBezTo>
                <a:lnTo>
                  <a:pt x="0" y="3688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5" name="Freeform 91"/>
          <p:cNvSpPr/>
          <p:nvPr/>
        </p:nvSpPr>
        <p:spPr xmlns:m="http://schemas.openxmlformats.org/officeDocument/2006/math" xmlns:a14="http://schemas.microsoft.com/office/drawing/2010/main">
          <a:xfrm>
            <a:off x="6830019" y="3629302"/>
            <a:ext cx="98995" cy="678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52" h="20973" fill="norm" stroke="1" extrusionOk="0">
                <a:moveTo>
                  <a:pt x="191" y="19855"/>
                </a:moveTo>
                <a:cubicBezTo>
                  <a:pt x="650" y="21205"/>
                  <a:pt x="1569" y="21205"/>
                  <a:pt x="2488" y="20530"/>
                </a:cubicBezTo>
                <a:cubicBezTo>
                  <a:pt x="19952" y="4330"/>
                  <a:pt x="19952" y="4330"/>
                  <a:pt x="19952" y="4330"/>
                </a:cubicBezTo>
                <a:cubicBezTo>
                  <a:pt x="20871" y="3655"/>
                  <a:pt x="21331" y="2305"/>
                  <a:pt x="20871" y="955"/>
                </a:cubicBezTo>
                <a:cubicBezTo>
                  <a:pt x="20412" y="280"/>
                  <a:pt x="19033" y="-395"/>
                  <a:pt x="18574" y="280"/>
                </a:cubicBezTo>
                <a:cubicBezTo>
                  <a:pt x="650" y="16480"/>
                  <a:pt x="650" y="16480"/>
                  <a:pt x="650" y="16480"/>
                </a:cubicBezTo>
                <a:cubicBezTo>
                  <a:pt x="191" y="17155"/>
                  <a:pt x="-269" y="18505"/>
                  <a:pt x="191" y="19855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6" name="Freeform 92"/>
          <p:cNvSpPr/>
          <p:nvPr/>
        </p:nvSpPr>
        <p:spPr xmlns:m="http://schemas.openxmlformats.org/officeDocument/2006/math" xmlns:a14="http://schemas.microsoft.com/office/drawing/2010/main">
          <a:xfrm>
            <a:off x="6870017" y="3685159"/>
            <a:ext cx="139665" cy="1891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78" fill="norm" stroke="1" extrusionOk="0">
                <a:moveTo>
                  <a:pt x="0" y="736"/>
                </a:moveTo>
                <a:cubicBezTo>
                  <a:pt x="1687" y="0"/>
                  <a:pt x="1687" y="0"/>
                  <a:pt x="1687" y="0"/>
                </a:cubicBezTo>
                <a:cubicBezTo>
                  <a:pt x="18563" y="19636"/>
                  <a:pt x="18563" y="19636"/>
                  <a:pt x="18563" y="19636"/>
                </a:cubicBezTo>
                <a:cubicBezTo>
                  <a:pt x="19237" y="20373"/>
                  <a:pt x="20250" y="20864"/>
                  <a:pt x="21600" y="20864"/>
                </a:cubicBezTo>
                <a:cubicBezTo>
                  <a:pt x="21262" y="20864"/>
                  <a:pt x="21262" y="20864"/>
                  <a:pt x="21262" y="20864"/>
                </a:cubicBezTo>
                <a:cubicBezTo>
                  <a:pt x="19575" y="21600"/>
                  <a:pt x="17550" y="21355"/>
                  <a:pt x="16537" y="20127"/>
                </a:cubicBezTo>
                <a:lnTo>
                  <a:pt x="0" y="736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7" name="Freeform 93"/>
          <p:cNvSpPr/>
          <p:nvPr/>
        </p:nvSpPr>
        <p:spPr xmlns:m="http://schemas.openxmlformats.org/officeDocument/2006/math" xmlns:a14="http://schemas.microsoft.com/office/drawing/2010/main">
          <a:xfrm>
            <a:off x="8201583" y="5288117"/>
            <a:ext cx="219018" cy="2396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040" y="12371"/>
                </a:moveTo>
                <a:cubicBezTo>
                  <a:pt x="16467" y="11585"/>
                  <a:pt x="16681" y="10800"/>
                  <a:pt x="16681" y="10015"/>
                </a:cubicBezTo>
                <a:cubicBezTo>
                  <a:pt x="16681" y="9229"/>
                  <a:pt x="16467" y="8444"/>
                  <a:pt x="16040" y="7658"/>
                </a:cubicBezTo>
                <a:cubicBezTo>
                  <a:pt x="16040" y="12371"/>
                  <a:pt x="16040" y="12371"/>
                  <a:pt x="16040" y="12371"/>
                </a:cubicBezTo>
                <a:close/>
                <a:moveTo>
                  <a:pt x="16040" y="15709"/>
                </a:moveTo>
                <a:cubicBezTo>
                  <a:pt x="16040" y="14335"/>
                  <a:pt x="16040" y="14335"/>
                  <a:pt x="16040" y="14335"/>
                </a:cubicBezTo>
                <a:cubicBezTo>
                  <a:pt x="16253" y="14335"/>
                  <a:pt x="16467" y="14335"/>
                  <a:pt x="16467" y="14531"/>
                </a:cubicBezTo>
                <a:cubicBezTo>
                  <a:pt x="16467" y="14531"/>
                  <a:pt x="16467" y="14531"/>
                  <a:pt x="16467" y="14531"/>
                </a:cubicBezTo>
                <a:cubicBezTo>
                  <a:pt x="18392" y="16298"/>
                  <a:pt x="18392" y="16298"/>
                  <a:pt x="18392" y="16298"/>
                </a:cubicBezTo>
                <a:cubicBezTo>
                  <a:pt x="18606" y="16495"/>
                  <a:pt x="18606" y="16691"/>
                  <a:pt x="18392" y="16887"/>
                </a:cubicBezTo>
                <a:cubicBezTo>
                  <a:pt x="18178" y="17084"/>
                  <a:pt x="17750" y="17084"/>
                  <a:pt x="17537" y="16887"/>
                </a:cubicBezTo>
                <a:cubicBezTo>
                  <a:pt x="16040" y="15709"/>
                  <a:pt x="16040" y="15709"/>
                  <a:pt x="16040" y="15709"/>
                </a:cubicBezTo>
                <a:close/>
                <a:moveTo>
                  <a:pt x="16040" y="5498"/>
                </a:moveTo>
                <a:cubicBezTo>
                  <a:pt x="16040" y="4320"/>
                  <a:pt x="16040" y="4320"/>
                  <a:pt x="16040" y="4320"/>
                </a:cubicBezTo>
                <a:cubicBezTo>
                  <a:pt x="17537" y="2945"/>
                  <a:pt x="17537" y="2945"/>
                  <a:pt x="17537" y="2945"/>
                </a:cubicBezTo>
                <a:cubicBezTo>
                  <a:pt x="17750" y="2749"/>
                  <a:pt x="18178" y="2749"/>
                  <a:pt x="18392" y="2945"/>
                </a:cubicBezTo>
                <a:cubicBezTo>
                  <a:pt x="18606" y="3142"/>
                  <a:pt x="18606" y="3535"/>
                  <a:pt x="18392" y="3731"/>
                </a:cubicBezTo>
                <a:cubicBezTo>
                  <a:pt x="16467" y="5498"/>
                  <a:pt x="16467" y="5498"/>
                  <a:pt x="16467" y="5498"/>
                </a:cubicBezTo>
                <a:cubicBezTo>
                  <a:pt x="16467" y="5498"/>
                  <a:pt x="16467" y="5498"/>
                  <a:pt x="16467" y="5498"/>
                </a:cubicBezTo>
                <a:cubicBezTo>
                  <a:pt x="16467" y="5498"/>
                  <a:pt x="16253" y="5498"/>
                  <a:pt x="16040" y="5498"/>
                </a:cubicBezTo>
                <a:close/>
                <a:moveTo>
                  <a:pt x="20958" y="9425"/>
                </a:moveTo>
                <a:cubicBezTo>
                  <a:pt x="20958" y="9425"/>
                  <a:pt x="20958" y="9425"/>
                  <a:pt x="20958" y="9425"/>
                </a:cubicBezTo>
                <a:cubicBezTo>
                  <a:pt x="18392" y="9425"/>
                  <a:pt x="18392" y="9425"/>
                  <a:pt x="18392" y="9425"/>
                </a:cubicBezTo>
                <a:cubicBezTo>
                  <a:pt x="17964" y="9425"/>
                  <a:pt x="17750" y="9622"/>
                  <a:pt x="17750" y="10015"/>
                </a:cubicBezTo>
                <a:cubicBezTo>
                  <a:pt x="17750" y="10211"/>
                  <a:pt x="17964" y="10407"/>
                  <a:pt x="18392" y="10407"/>
                </a:cubicBezTo>
                <a:cubicBezTo>
                  <a:pt x="20958" y="10407"/>
                  <a:pt x="20958" y="10407"/>
                  <a:pt x="20958" y="10407"/>
                </a:cubicBezTo>
                <a:cubicBezTo>
                  <a:pt x="21386" y="10407"/>
                  <a:pt x="21600" y="10211"/>
                  <a:pt x="21600" y="10015"/>
                </a:cubicBezTo>
                <a:cubicBezTo>
                  <a:pt x="21600" y="9622"/>
                  <a:pt x="21386" y="9425"/>
                  <a:pt x="20958" y="9425"/>
                </a:cubicBezTo>
                <a:close/>
                <a:moveTo>
                  <a:pt x="10693" y="21600"/>
                </a:moveTo>
                <a:cubicBezTo>
                  <a:pt x="11121" y="21600"/>
                  <a:pt x="11121" y="21600"/>
                  <a:pt x="11121" y="21600"/>
                </a:cubicBezTo>
                <a:cubicBezTo>
                  <a:pt x="12832" y="21600"/>
                  <a:pt x="14115" y="20422"/>
                  <a:pt x="14115" y="18851"/>
                </a:cubicBezTo>
                <a:cubicBezTo>
                  <a:pt x="14115" y="14531"/>
                  <a:pt x="14115" y="14531"/>
                  <a:pt x="14115" y="14531"/>
                </a:cubicBezTo>
                <a:cubicBezTo>
                  <a:pt x="14970" y="13942"/>
                  <a:pt x="15612" y="13156"/>
                  <a:pt x="16040" y="12371"/>
                </a:cubicBezTo>
                <a:cubicBezTo>
                  <a:pt x="16040" y="7658"/>
                  <a:pt x="16040" y="7658"/>
                  <a:pt x="16040" y="7658"/>
                </a:cubicBezTo>
                <a:cubicBezTo>
                  <a:pt x="15184" y="5695"/>
                  <a:pt x="13046" y="4516"/>
                  <a:pt x="10693" y="4516"/>
                </a:cubicBezTo>
                <a:cubicBezTo>
                  <a:pt x="10693" y="5695"/>
                  <a:pt x="10693" y="5695"/>
                  <a:pt x="10693" y="5695"/>
                </a:cubicBezTo>
                <a:cubicBezTo>
                  <a:pt x="11976" y="5695"/>
                  <a:pt x="13259" y="6087"/>
                  <a:pt x="14115" y="6873"/>
                </a:cubicBezTo>
                <a:cubicBezTo>
                  <a:pt x="14970" y="7658"/>
                  <a:pt x="15398" y="8836"/>
                  <a:pt x="15398" y="10015"/>
                </a:cubicBezTo>
                <a:cubicBezTo>
                  <a:pt x="15398" y="11585"/>
                  <a:pt x="14543" y="12960"/>
                  <a:pt x="13259" y="13745"/>
                </a:cubicBezTo>
                <a:cubicBezTo>
                  <a:pt x="13259" y="13745"/>
                  <a:pt x="13259" y="13745"/>
                  <a:pt x="13259" y="13745"/>
                </a:cubicBezTo>
                <a:cubicBezTo>
                  <a:pt x="13046" y="13745"/>
                  <a:pt x="12832" y="13942"/>
                  <a:pt x="12832" y="14138"/>
                </a:cubicBezTo>
                <a:cubicBezTo>
                  <a:pt x="12832" y="16691"/>
                  <a:pt x="12832" y="16691"/>
                  <a:pt x="12832" y="16691"/>
                </a:cubicBezTo>
                <a:cubicBezTo>
                  <a:pt x="10693" y="16691"/>
                  <a:pt x="10693" y="16691"/>
                  <a:pt x="10693" y="16691"/>
                </a:cubicBezTo>
                <a:cubicBezTo>
                  <a:pt x="10693" y="21600"/>
                  <a:pt x="10693" y="21600"/>
                  <a:pt x="10693" y="21600"/>
                </a:cubicBezTo>
                <a:close/>
                <a:moveTo>
                  <a:pt x="16040" y="4320"/>
                </a:moveTo>
                <a:cubicBezTo>
                  <a:pt x="16040" y="5498"/>
                  <a:pt x="16040" y="5498"/>
                  <a:pt x="16040" y="5498"/>
                </a:cubicBezTo>
                <a:cubicBezTo>
                  <a:pt x="16040" y="5498"/>
                  <a:pt x="15826" y="5498"/>
                  <a:pt x="15826" y="5498"/>
                </a:cubicBezTo>
                <a:cubicBezTo>
                  <a:pt x="15398" y="5302"/>
                  <a:pt x="15398" y="4909"/>
                  <a:pt x="15826" y="4713"/>
                </a:cubicBezTo>
                <a:cubicBezTo>
                  <a:pt x="16040" y="4320"/>
                  <a:pt x="16040" y="4320"/>
                  <a:pt x="16040" y="4320"/>
                </a:cubicBezTo>
                <a:close/>
                <a:moveTo>
                  <a:pt x="16040" y="14335"/>
                </a:moveTo>
                <a:cubicBezTo>
                  <a:pt x="16040" y="15709"/>
                  <a:pt x="16040" y="15709"/>
                  <a:pt x="16040" y="15709"/>
                </a:cubicBezTo>
                <a:cubicBezTo>
                  <a:pt x="15826" y="15316"/>
                  <a:pt x="15826" y="15316"/>
                  <a:pt x="15826" y="15316"/>
                </a:cubicBezTo>
                <a:cubicBezTo>
                  <a:pt x="15398" y="15120"/>
                  <a:pt x="15398" y="14727"/>
                  <a:pt x="15826" y="14531"/>
                </a:cubicBezTo>
                <a:cubicBezTo>
                  <a:pt x="15826" y="14335"/>
                  <a:pt x="16040" y="14335"/>
                  <a:pt x="16040" y="14335"/>
                </a:cubicBezTo>
                <a:close/>
                <a:moveTo>
                  <a:pt x="10693" y="3535"/>
                </a:moveTo>
                <a:cubicBezTo>
                  <a:pt x="10693" y="0"/>
                  <a:pt x="10693" y="0"/>
                  <a:pt x="10693" y="0"/>
                </a:cubicBezTo>
                <a:cubicBezTo>
                  <a:pt x="10693" y="0"/>
                  <a:pt x="10693" y="0"/>
                  <a:pt x="10693" y="0"/>
                </a:cubicBezTo>
                <a:cubicBezTo>
                  <a:pt x="11121" y="0"/>
                  <a:pt x="11335" y="393"/>
                  <a:pt x="11335" y="589"/>
                </a:cubicBezTo>
                <a:cubicBezTo>
                  <a:pt x="11335" y="2945"/>
                  <a:pt x="11335" y="2945"/>
                  <a:pt x="11335" y="2945"/>
                </a:cubicBezTo>
                <a:cubicBezTo>
                  <a:pt x="11335" y="3338"/>
                  <a:pt x="11121" y="3535"/>
                  <a:pt x="10693" y="3535"/>
                </a:cubicBezTo>
                <a:cubicBezTo>
                  <a:pt x="10693" y="3535"/>
                  <a:pt x="10693" y="3535"/>
                  <a:pt x="10693" y="3535"/>
                </a:cubicBezTo>
                <a:close/>
                <a:moveTo>
                  <a:pt x="10693" y="4516"/>
                </a:moveTo>
                <a:cubicBezTo>
                  <a:pt x="8341" y="4516"/>
                  <a:pt x="6416" y="5695"/>
                  <a:pt x="5347" y="7658"/>
                </a:cubicBezTo>
                <a:cubicBezTo>
                  <a:pt x="5347" y="12371"/>
                  <a:pt x="5347" y="12371"/>
                  <a:pt x="5347" y="12371"/>
                </a:cubicBezTo>
                <a:cubicBezTo>
                  <a:pt x="5774" y="13353"/>
                  <a:pt x="6630" y="13942"/>
                  <a:pt x="7485" y="14531"/>
                </a:cubicBezTo>
                <a:cubicBezTo>
                  <a:pt x="7485" y="18851"/>
                  <a:pt x="7485" y="18851"/>
                  <a:pt x="7485" y="18851"/>
                </a:cubicBezTo>
                <a:cubicBezTo>
                  <a:pt x="7485" y="20422"/>
                  <a:pt x="8768" y="21600"/>
                  <a:pt x="10479" y="21600"/>
                </a:cubicBezTo>
                <a:cubicBezTo>
                  <a:pt x="10693" y="21600"/>
                  <a:pt x="10693" y="21600"/>
                  <a:pt x="10693" y="21600"/>
                </a:cubicBezTo>
                <a:cubicBezTo>
                  <a:pt x="10693" y="16691"/>
                  <a:pt x="10693" y="16691"/>
                  <a:pt x="10693" y="16691"/>
                </a:cubicBezTo>
                <a:cubicBezTo>
                  <a:pt x="8768" y="16691"/>
                  <a:pt x="8768" y="16691"/>
                  <a:pt x="8768" y="16691"/>
                </a:cubicBezTo>
                <a:cubicBezTo>
                  <a:pt x="8768" y="14138"/>
                  <a:pt x="8768" y="14138"/>
                  <a:pt x="8768" y="14138"/>
                </a:cubicBezTo>
                <a:cubicBezTo>
                  <a:pt x="8768" y="13942"/>
                  <a:pt x="8554" y="13942"/>
                  <a:pt x="8341" y="13745"/>
                </a:cubicBezTo>
                <a:cubicBezTo>
                  <a:pt x="7057" y="12960"/>
                  <a:pt x="5988" y="11585"/>
                  <a:pt x="5988" y="10015"/>
                </a:cubicBezTo>
                <a:cubicBezTo>
                  <a:pt x="5988" y="8836"/>
                  <a:pt x="6416" y="7658"/>
                  <a:pt x="7271" y="6873"/>
                </a:cubicBezTo>
                <a:cubicBezTo>
                  <a:pt x="8341" y="6087"/>
                  <a:pt x="9410" y="5695"/>
                  <a:pt x="10693" y="5695"/>
                </a:cubicBezTo>
                <a:cubicBezTo>
                  <a:pt x="10693" y="4516"/>
                  <a:pt x="10693" y="4516"/>
                  <a:pt x="10693" y="4516"/>
                </a:cubicBezTo>
                <a:close/>
                <a:moveTo>
                  <a:pt x="10693" y="0"/>
                </a:moveTo>
                <a:cubicBezTo>
                  <a:pt x="10693" y="3535"/>
                  <a:pt x="10693" y="3535"/>
                  <a:pt x="10693" y="3535"/>
                </a:cubicBezTo>
                <a:cubicBezTo>
                  <a:pt x="10479" y="3535"/>
                  <a:pt x="10265" y="3338"/>
                  <a:pt x="10265" y="2945"/>
                </a:cubicBezTo>
                <a:cubicBezTo>
                  <a:pt x="10265" y="589"/>
                  <a:pt x="10265" y="589"/>
                  <a:pt x="10265" y="589"/>
                </a:cubicBezTo>
                <a:cubicBezTo>
                  <a:pt x="10265" y="393"/>
                  <a:pt x="10479" y="196"/>
                  <a:pt x="10693" y="0"/>
                </a:cubicBezTo>
                <a:close/>
                <a:moveTo>
                  <a:pt x="5347" y="15709"/>
                </a:moveTo>
                <a:cubicBezTo>
                  <a:pt x="5347" y="14335"/>
                  <a:pt x="5347" y="14335"/>
                  <a:pt x="5347" y="14335"/>
                </a:cubicBezTo>
                <a:cubicBezTo>
                  <a:pt x="5560" y="14335"/>
                  <a:pt x="5774" y="14335"/>
                  <a:pt x="5774" y="14531"/>
                </a:cubicBezTo>
                <a:cubicBezTo>
                  <a:pt x="5988" y="14727"/>
                  <a:pt x="5988" y="15120"/>
                  <a:pt x="5774" y="15316"/>
                </a:cubicBezTo>
                <a:cubicBezTo>
                  <a:pt x="5347" y="15709"/>
                  <a:pt x="5347" y="15709"/>
                  <a:pt x="5347" y="15709"/>
                </a:cubicBezTo>
                <a:close/>
                <a:moveTo>
                  <a:pt x="5347" y="5498"/>
                </a:moveTo>
                <a:cubicBezTo>
                  <a:pt x="5347" y="4320"/>
                  <a:pt x="5347" y="4320"/>
                  <a:pt x="5347" y="4320"/>
                </a:cubicBezTo>
                <a:cubicBezTo>
                  <a:pt x="5774" y="4713"/>
                  <a:pt x="5774" y="4713"/>
                  <a:pt x="5774" y="4713"/>
                </a:cubicBezTo>
                <a:cubicBezTo>
                  <a:pt x="5988" y="4909"/>
                  <a:pt x="5988" y="5302"/>
                  <a:pt x="5774" y="5498"/>
                </a:cubicBezTo>
                <a:cubicBezTo>
                  <a:pt x="5774" y="5498"/>
                  <a:pt x="5560" y="5498"/>
                  <a:pt x="5347" y="5498"/>
                </a:cubicBezTo>
                <a:close/>
                <a:moveTo>
                  <a:pt x="5347" y="7658"/>
                </a:moveTo>
                <a:cubicBezTo>
                  <a:pt x="4919" y="8247"/>
                  <a:pt x="4705" y="9033"/>
                  <a:pt x="4705" y="10015"/>
                </a:cubicBezTo>
                <a:cubicBezTo>
                  <a:pt x="4705" y="10800"/>
                  <a:pt x="4919" y="11585"/>
                  <a:pt x="5347" y="12371"/>
                </a:cubicBezTo>
                <a:cubicBezTo>
                  <a:pt x="5347" y="7658"/>
                  <a:pt x="5347" y="7658"/>
                  <a:pt x="5347" y="7658"/>
                </a:cubicBezTo>
                <a:close/>
                <a:moveTo>
                  <a:pt x="5347" y="4320"/>
                </a:moveTo>
                <a:cubicBezTo>
                  <a:pt x="5347" y="5498"/>
                  <a:pt x="5347" y="5498"/>
                  <a:pt x="5347" y="5498"/>
                </a:cubicBezTo>
                <a:cubicBezTo>
                  <a:pt x="5347" y="5498"/>
                  <a:pt x="5133" y="5498"/>
                  <a:pt x="4919" y="5498"/>
                </a:cubicBezTo>
                <a:cubicBezTo>
                  <a:pt x="4919" y="5498"/>
                  <a:pt x="4919" y="5498"/>
                  <a:pt x="4919" y="5498"/>
                </a:cubicBezTo>
                <a:cubicBezTo>
                  <a:pt x="3208" y="3731"/>
                  <a:pt x="3208" y="3731"/>
                  <a:pt x="3208" y="3731"/>
                </a:cubicBezTo>
                <a:cubicBezTo>
                  <a:pt x="2994" y="3535"/>
                  <a:pt x="2994" y="3142"/>
                  <a:pt x="3208" y="2945"/>
                </a:cubicBezTo>
                <a:cubicBezTo>
                  <a:pt x="3422" y="2749"/>
                  <a:pt x="3636" y="2749"/>
                  <a:pt x="3850" y="2945"/>
                </a:cubicBezTo>
                <a:cubicBezTo>
                  <a:pt x="5347" y="4320"/>
                  <a:pt x="5347" y="4320"/>
                  <a:pt x="5347" y="4320"/>
                </a:cubicBezTo>
                <a:close/>
                <a:moveTo>
                  <a:pt x="5347" y="14335"/>
                </a:moveTo>
                <a:cubicBezTo>
                  <a:pt x="5347" y="15709"/>
                  <a:pt x="5347" y="15709"/>
                  <a:pt x="5347" y="15709"/>
                </a:cubicBezTo>
                <a:cubicBezTo>
                  <a:pt x="3850" y="16887"/>
                  <a:pt x="3850" y="16887"/>
                  <a:pt x="3850" y="16887"/>
                </a:cubicBezTo>
                <a:cubicBezTo>
                  <a:pt x="3636" y="17084"/>
                  <a:pt x="3422" y="17084"/>
                  <a:pt x="3208" y="16887"/>
                </a:cubicBezTo>
                <a:cubicBezTo>
                  <a:pt x="2994" y="16691"/>
                  <a:pt x="2994" y="16495"/>
                  <a:pt x="3208" y="16298"/>
                </a:cubicBezTo>
                <a:cubicBezTo>
                  <a:pt x="4919" y="14531"/>
                  <a:pt x="4919" y="14531"/>
                  <a:pt x="4919" y="14531"/>
                </a:cubicBezTo>
                <a:cubicBezTo>
                  <a:pt x="4919" y="14531"/>
                  <a:pt x="4919" y="14531"/>
                  <a:pt x="4919" y="14531"/>
                </a:cubicBezTo>
                <a:cubicBezTo>
                  <a:pt x="5133" y="14531"/>
                  <a:pt x="5347" y="14335"/>
                  <a:pt x="5347" y="14335"/>
                </a:cubicBezTo>
                <a:close/>
                <a:moveTo>
                  <a:pt x="3850" y="10015"/>
                </a:moveTo>
                <a:cubicBezTo>
                  <a:pt x="3850" y="10015"/>
                  <a:pt x="3850" y="10015"/>
                  <a:pt x="3850" y="10015"/>
                </a:cubicBezTo>
                <a:cubicBezTo>
                  <a:pt x="3850" y="9622"/>
                  <a:pt x="3422" y="9425"/>
                  <a:pt x="3208" y="9425"/>
                </a:cubicBezTo>
                <a:cubicBezTo>
                  <a:pt x="642" y="9425"/>
                  <a:pt x="642" y="9425"/>
                  <a:pt x="642" y="9425"/>
                </a:cubicBezTo>
                <a:cubicBezTo>
                  <a:pt x="214" y="9425"/>
                  <a:pt x="0" y="9622"/>
                  <a:pt x="0" y="10015"/>
                </a:cubicBezTo>
                <a:cubicBezTo>
                  <a:pt x="0" y="10211"/>
                  <a:pt x="214" y="10407"/>
                  <a:pt x="642" y="10407"/>
                </a:cubicBezTo>
                <a:cubicBezTo>
                  <a:pt x="3208" y="10407"/>
                  <a:pt x="3208" y="10407"/>
                  <a:pt x="3208" y="10407"/>
                </a:cubicBezTo>
                <a:cubicBezTo>
                  <a:pt x="3422" y="10407"/>
                  <a:pt x="3850" y="10211"/>
                  <a:pt x="3850" y="10015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8" name="Freeform 94"/>
          <p:cNvSpPr/>
          <p:nvPr/>
        </p:nvSpPr>
        <p:spPr xmlns:m="http://schemas.openxmlformats.org/officeDocument/2006/math" xmlns:a14="http://schemas.microsoft.com/office/drawing/2010/main">
          <a:xfrm>
            <a:off x="7938448" y="3710794"/>
            <a:ext cx="59665" cy="566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00" h="20272" fill="norm" stroke="1" extrusionOk="0">
                <a:moveTo>
                  <a:pt x="20205" y="11688"/>
                </a:moveTo>
                <a:cubicBezTo>
                  <a:pt x="18716" y="17088"/>
                  <a:pt x="13502" y="20945"/>
                  <a:pt x="8288" y="20174"/>
                </a:cubicBezTo>
                <a:cubicBezTo>
                  <a:pt x="3074" y="19402"/>
                  <a:pt x="-650" y="14002"/>
                  <a:pt x="95" y="8602"/>
                </a:cubicBezTo>
                <a:cubicBezTo>
                  <a:pt x="1584" y="2431"/>
                  <a:pt x="6798" y="-655"/>
                  <a:pt x="12012" y="116"/>
                </a:cubicBezTo>
                <a:cubicBezTo>
                  <a:pt x="17226" y="888"/>
                  <a:pt x="20950" y="6288"/>
                  <a:pt x="20205" y="11688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9" name="Freeform 95"/>
          <p:cNvSpPr/>
          <p:nvPr/>
        </p:nvSpPr>
        <p:spPr xmlns:m="http://schemas.openxmlformats.org/officeDocument/2006/math" xmlns:a14="http://schemas.microsoft.com/office/drawing/2010/main">
          <a:xfrm>
            <a:off x="7924338" y="3526451"/>
            <a:ext cx="56641" cy="196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34" h="21600" fill="norm" stroke="1" extrusionOk="0">
                <a:moveTo>
                  <a:pt x="20834" y="21363"/>
                </a:moveTo>
                <a:cubicBezTo>
                  <a:pt x="20834" y="21363"/>
                  <a:pt x="8834" y="3323"/>
                  <a:pt x="8834" y="3323"/>
                </a:cubicBezTo>
                <a:cubicBezTo>
                  <a:pt x="8834" y="3323"/>
                  <a:pt x="1634" y="0"/>
                  <a:pt x="34" y="0"/>
                </a:cubicBezTo>
                <a:cubicBezTo>
                  <a:pt x="-766" y="0"/>
                  <a:pt x="12834" y="21600"/>
                  <a:pt x="12834" y="21600"/>
                </a:cubicBezTo>
                <a:lnTo>
                  <a:pt x="20834" y="21363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0" name="Freeform 96"/>
          <p:cNvSpPr/>
          <p:nvPr/>
        </p:nvSpPr>
        <p:spPr xmlns:m="http://schemas.openxmlformats.org/officeDocument/2006/math" xmlns:a14="http://schemas.microsoft.com/office/drawing/2010/main">
          <a:xfrm>
            <a:off x="7963520" y="3558192"/>
            <a:ext cx="126968" cy="1698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" y="19985"/>
                </a:moveTo>
                <a:lnTo>
                  <a:pt x="16200" y="2624"/>
                </a:lnTo>
                <a:lnTo>
                  <a:pt x="21600" y="0"/>
                </a:lnTo>
                <a:lnTo>
                  <a:pt x="19170" y="4239"/>
                </a:lnTo>
                <a:lnTo>
                  <a:pt x="3240" y="21600"/>
                </a:lnTo>
                <a:lnTo>
                  <a:pt x="0" y="20187"/>
                </a:lnTo>
                <a:lnTo>
                  <a:pt x="270" y="19985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1" name="Freeform 97"/>
          <p:cNvSpPr/>
          <p:nvPr/>
        </p:nvSpPr>
        <p:spPr xmlns:m="http://schemas.openxmlformats.org/officeDocument/2006/math" xmlns:a14="http://schemas.microsoft.com/office/drawing/2010/main">
          <a:xfrm>
            <a:off x="7953788" y="3756276"/>
            <a:ext cx="14494" cy="304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725" h="20725" fill="norm" stroke="1" extrusionOk="0">
                <a:moveTo>
                  <a:pt x="4296" y="3445"/>
                </a:moveTo>
                <a:cubicBezTo>
                  <a:pt x="7382" y="565"/>
                  <a:pt x="10468" y="-875"/>
                  <a:pt x="13554" y="565"/>
                </a:cubicBezTo>
                <a:cubicBezTo>
                  <a:pt x="16639" y="565"/>
                  <a:pt x="19725" y="2005"/>
                  <a:pt x="19725" y="3445"/>
                </a:cubicBezTo>
                <a:cubicBezTo>
                  <a:pt x="13554" y="17845"/>
                  <a:pt x="13554" y="17845"/>
                  <a:pt x="13554" y="17845"/>
                </a:cubicBezTo>
                <a:cubicBezTo>
                  <a:pt x="13554" y="19285"/>
                  <a:pt x="10468" y="20725"/>
                  <a:pt x="7382" y="20725"/>
                </a:cubicBezTo>
                <a:cubicBezTo>
                  <a:pt x="1211" y="20725"/>
                  <a:pt x="-1875" y="17845"/>
                  <a:pt x="1211" y="16405"/>
                </a:cubicBezTo>
                <a:lnTo>
                  <a:pt x="4296" y="3445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2" name="Freeform 98"/>
          <p:cNvSpPr/>
          <p:nvPr/>
        </p:nvSpPr>
        <p:spPr xmlns:m="http://schemas.openxmlformats.org/officeDocument/2006/math" xmlns:a14="http://schemas.microsoft.com/office/drawing/2010/main">
          <a:xfrm>
            <a:off x="7901623" y="2147273"/>
            <a:ext cx="220606" cy="2364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53" y="12286"/>
                </a:moveTo>
                <a:cubicBezTo>
                  <a:pt x="16681" y="11494"/>
                  <a:pt x="16681" y="10701"/>
                  <a:pt x="16681" y="9908"/>
                </a:cubicBezTo>
                <a:cubicBezTo>
                  <a:pt x="16681" y="9116"/>
                  <a:pt x="16681" y="8323"/>
                  <a:pt x="16253" y="7530"/>
                </a:cubicBezTo>
                <a:cubicBezTo>
                  <a:pt x="16253" y="12286"/>
                  <a:pt x="16253" y="12286"/>
                  <a:pt x="16253" y="12286"/>
                </a:cubicBezTo>
                <a:close/>
                <a:moveTo>
                  <a:pt x="16253" y="15655"/>
                </a:moveTo>
                <a:cubicBezTo>
                  <a:pt x="16253" y="14466"/>
                  <a:pt x="16253" y="14466"/>
                  <a:pt x="16253" y="14466"/>
                </a:cubicBezTo>
                <a:cubicBezTo>
                  <a:pt x="16467" y="14466"/>
                  <a:pt x="16467" y="14466"/>
                  <a:pt x="16681" y="14466"/>
                </a:cubicBezTo>
                <a:cubicBezTo>
                  <a:pt x="16681" y="14466"/>
                  <a:pt x="16681" y="14466"/>
                  <a:pt x="16681" y="14466"/>
                </a:cubicBezTo>
                <a:cubicBezTo>
                  <a:pt x="18392" y="16250"/>
                  <a:pt x="18392" y="16250"/>
                  <a:pt x="18392" y="16250"/>
                </a:cubicBezTo>
                <a:cubicBezTo>
                  <a:pt x="18606" y="16448"/>
                  <a:pt x="18606" y="16844"/>
                  <a:pt x="18392" y="17042"/>
                </a:cubicBezTo>
                <a:cubicBezTo>
                  <a:pt x="18178" y="17240"/>
                  <a:pt x="17964" y="17240"/>
                  <a:pt x="17750" y="17042"/>
                </a:cubicBezTo>
                <a:cubicBezTo>
                  <a:pt x="16253" y="15655"/>
                  <a:pt x="16253" y="15655"/>
                  <a:pt x="16253" y="15655"/>
                </a:cubicBezTo>
                <a:close/>
                <a:moveTo>
                  <a:pt x="16253" y="5549"/>
                </a:moveTo>
                <a:cubicBezTo>
                  <a:pt x="16253" y="4360"/>
                  <a:pt x="16253" y="4360"/>
                  <a:pt x="16253" y="4360"/>
                </a:cubicBezTo>
                <a:cubicBezTo>
                  <a:pt x="17750" y="2972"/>
                  <a:pt x="17750" y="2972"/>
                  <a:pt x="17750" y="2972"/>
                </a:cubicBezTo>
                <a:cubicBezTo>
                  <a:pt x="17964" y="2774"/>
                  <a:pt x="18178" y="2774"/>
                  <a:pt x="18392" y="2972"/>
                </a:cubicBezTo>
                <a:cubicBezTo>
                  <a:pt x="18606" y="3171"/>
                  <a:pt x="18606" y="3369"/>
                  <a:pt x="18392" y="3567"/>
                </a:cubicBezTo>
                <a:cubicBezTo>
                  <a:pt x="16681" y="5350"/>
                  <a:pt x="16681" y="5350"/>
                  <a:pt x="16681" y="5350"/>
                </a:cubicBezTo>
                <a:cubicBezTo>
                  <a:pt x="16681" y="5350"/>
                  <a:pt x="16681" y="5350"/>
                  <a:pt x="16681" y="5350"/>
                </a:cubicBezTo>
                <a:cubicBezTo>
                  <a:pt x="16467" y="5549"/>
                  <a:pt x="16467" y="5549"/>
                  <a:pt x="16253" y="5549"/>
                </a:cubicBezTo>
                <a:close/>
                <a:moveTo>
                  <a:pt x="21172" y="9512"/>
                </a:moveTo>
                <a:cubicBezTo>
                  <a:pt x="21172" y="9512"/>
                  <a:pt x="21172" y="9512"/>
                  <a:pt x="21172" y="9512"/>
                </a:cubicBezTo>
                <a:cubicBezTo>
                  <a:pt x="18392" y="9512"/>
                  <a:pt x="18392" y="9512"/>
                  <a:pt x="18392" y="9512"/>
                </a:cubicBezTo>
                <a:cubicBezTo>
                  <a:pt x="18178" y="9512"/>
                  <a:pt x="17964" y="9710"/>
                  <a:pt x="17964" y="9908"/>
                </a:cubicBezTo>
                <a:cubicBezTo>
                  <a:pt x="17964" y="10305"/>
                  <a:pt x="18178" y="10503"/>
                  <a:pt x="18392" y="10503"/>
                </a:cubicBezTo>
                <a:cubicBezTo>
                  <a:pt x="21172" y="10503"/>
                  <a:pt x="21172" y="10503"/>
                  <a:pt x="21172" y="10503"/>
                </a:cubicBezTo>
                <a:cubicBezTo>
                  <a:pt x="21386" y="10503"/>
                  <a:pt x="21600" y="10305"/>
                  <a:pt x="21600" y="9908"/>
                </a:cubicBezTo>
                <a:cubicBezTo>
                  <a:pt x="21600" y="9710"/>
                  <a:pt x="21386" y="9512"/>
                  <a:pt x="21172" y="9512"/>
                </a:cubicBezTo>
                <a:close/>
                <a:moveTo>
                  <a:pt x="10907" y="21600"/>
                </a:moveTo>
                <a:cubicBezTo>
                  <a:pt x="11335" y="21600"/>
                  <a:pt x="11335" y="21600"/>
                  <a:pt x="11335" y="21600"/>
                </a:cubicBezTo>
                <a:cubicBezTo>
                  <a:pt x="12832" y="21600"/>
                  <a:pt x="14115" y="20411"/>
                  <a:pt x="14115" y="18826"/>
                </a:cubicBezTo>
                <a:cubicBezTo>
                  <a:pt x="14115" y="14466"/>
                  <a:pt x="14115" y="14466"/>
                  <a:pt x="14115" y="14466"/>
                </a:cubicBezTo>
                <a:cubicBezTo>
                  <a:pt x="14970" y="13872"/>
                  <a:pt x="15826" y="13277"/>
                  <a:pt x="16253" y="12286"/>
                </a:cubicBezTo>
                <a:cubicBezTo>
                  <a:pt x="16253" y="7530"/>
                  <a:pt x="16253" y="7530"/>
                  <a:pt x="16253" y="7530"/>
                </a:cubicBezTo>
                <a:cubicBezTo>
                  <a:pt x="15184" y="5747"/>
                  <a:pt x="13259" y="4360"/>
                  <a:pt x="10907" y="4360"/>
                </a:cubicBezTo>
                <a:cubicBezTo>
                  <a:pt x="10907" y="5549"/>
                  <a:pt x="10907" y="5549"/>
                  <a:pt x="10907" y="5549"/>
                </a:cubicBezTo>
                <a:cubicBezTo>
                  <a:pt x="12190" y="5549"/>
                  <a:pt x="13259" y="6143"/>
                  <a:pt x="14115" y="6936"/>
                </a:cubicBezTo>
                <a:cubicBezTo>
                  <a:pt x="14970" y="7728"/>
                  <a:pt x="15612" y="8719"/>
                  <a:pt x="15612" y="9908"/>
                </a:cubicBezTo>
                <a:cubicBezTo>
                  <a:pt x="15612" y="11494"/>
                  <a:pt x="14543" y="12881"/>
                  <a:pt x="13259" y="13673"/>
                </a:cubicBezTo>
                <a:cubicBezTo>
                  <a:pt x="13259" y="13673"/>
                  <a:pt x="13259" y="13673"/>
                  <a:pt x="13259" y="13673"/>
                </a:cubicBezTo>
                <a:cubicBezTo>
                  <a:pt x="13046" y="13872"/>
                  <a:pt x="13046" y="14070"/>
                  <a:pt x="13046" y="14268"/>
                </a:cubicBezTo>
                <a:cubicBezTo>
                  <a:pt x="13046" y="16646"/>
                  <a:pt x="13046" y="16646"/>
                  <a:pt x="13046" y="16646"/>
                </a:cubicBezTo>
                <a:cubicBezTo>
                  <a:pt x="10907" y="16646"/>
                  <a:pt x="10907" y="16646"/>
                  <a:pt x="10907" y="16646"/>
                </a:cubicBezTo>
                <a:cubicBezTo>
                  <a:pt x="10907" y="21600"/>
                  <a:pt x="10907" y="21600"/>
                  <a:pt x="10907" y="21600"/>
                </a:cubicBezTo>
                <a:close/>
                <a:moveTo>
                  <a:pt x="16253" y="4360"/>
                </a:moveTo>
                <a:cubicBezTo>
                  <a:pt x="16253" y="5549"/>
                  <a:pt x="16253" y="5549"/>
                  <a:pt x="16253" y="5549"/>
                </a:cubicBezTo>
                <a:cubicBezTo>
                  <a:pt x="16040" y="5549"/>
                  <a:pt x="16040" y="5549"/>
                  <a:pt x="15826" y="5350"/>
                </a:cubicBezTo>
                <a:cubicBezTo>
                  <a:pt x="15612" y="5152"/>
                  <a:pt x="15612" y="4756"/>
                  <a:pt x="15826" y="4558"/>
                </a:cubicBezTo>
                <a:cubicBezTo>
                  <a:pt x="16253" y="4360"/>
                  <a:pt x="16253" y="4360"/>
                  <a:pt x="16253" y="4360"/>
                </a:cubicBezTo>
                <a:close/>
                <a:moveTo>
                  <a:pt x="16253" y="14466"/>
                </a:moveTo>
                <a:cubicBezTo>
                  <a:pt x="16253" y="15655"/>
                  <a:pt x="16253" y="15655"/>
                  <a:pt x="16253" y="15655"/>
                </a:cubicBezTo>
                <a:cubicBezTo>
                  <a:pt x="15826" y="15259"/>
                  <a:pt x="15826" y="15259"/>
                  <a:pt x="15826" y="15259"/>
                </a:cubicBezTo>
                <a:cubicBezTo>
                  <a:pt x="15612" y="15061"/>
                  <a:pt x="15612" y="14664"/>
                  <a:pt x="15826" y="14466"/>
                </a:cubicBezTo>
                <a:cubicBezTo>
                  <a:pt x="16040" y="14466"/>
                  <a:pt x="16040" y="14466"/>
                  <a:pt x="16253" y="14466"/>
                </a:cubicBezTo>
                <a:close/>
                <a:moveTo>
                  <a:pt x="10907" y="3369"/>
                </a:moveTo>
                <a:cubicBezTo>
                  <a:pt x="10907" y="0"/>
                  <a:pt x="10907" y="0"/>
                  <a:pt x="10907" y="0"/>
                </a:cubicBezTo>
                <a:cubicBezTo>
                  <a:pt x="10907" y="0"/>
                  <a:pt x="10907" y="0"/>
                  <a:pt x="10907" y="0"/>
                </a:cubicBezTo>
                <a:cubicBezTo>
                  <a:pt x="11121" y="0"/>
                  <a:pt x="11335" y="198"/>
                  <a:pt x="11335" y="396"/>
                </a:cubicBezTo>
                <a:cubicBezTo>
                  <a:pt x="11335" y="2972"/>
                  <a:pt x="11335" y="2972"/>
                  <a:pt x="11335" y="2972"/>
                </a:cubicBezTo>
                <a:cubicBezTo>
                  <a:pt x="11335" y="3171"/>
                  <a:pt x="11121" y="3369"/>
                  <a:pt x="10907" y="3369"/>
                </a:cubicBezTo>
                <a:cubicBezTo>
                  <a:pt x="10907" y="3369"/>
                  <a:pt x="10907" y="3369"/>
                  <a:pt x="10907" y="3369"/>
                </a:cubicBezTo>
                <a:close/>
                <a:moveTo>
                  <a:pt x="10907" y="4360"/>
                </a:moveTo>
                <a:cubicBezTo>
                  <a:pt x="8554" y="4360"/>
                  <a:pt x="6416" y="5747"/>
                  <a:pt x="5560" y="7530"/>
                </a:cubicBezTo>
                <a:cubicBezTo>
                  <a:pt x="5560" y="12286"/>
                  <a:pt x="5560" y="12286"/>
                  <a:pt x="5560" y="12286"/>
                </a:cubicBezTo>
                <a:cubicBezTo>
                  <a:pt x="5988" y="13277"/>
                  <a:pt x="6630" y="14070"/>
                  <a:pt x="7485" y="14664"/>
                </a:cubicBezTo>
                <a:cubicBezTo>
                  <a:pt x="7485" y="18826"/>
                  <a:pt x="7485" y="18826"/>
                  <a:pt x="7485" y="18826"/>
                </a:cubicBezTo>
                <a:cubicBezTo>
                  <a:pt x="7485" y="20411"/>
                  <a:pt x="8982" y="21600"/>
                  <a:pt x="10479" y="21600"/>
                </a:cubicBezTo>
                <a:cubicBezTo>
                  <a:pt x="10907" y="21600"/>
                  <a:pt x="10907" y="21600"/>
                  <a:pt x="10907" y="21600"/>
                </a:cubicBezTo>
                <a:cubicBezTo>
                  <a:pt x="10907" y="16646"/>
                  <a:pt x="10907" y="16646"/>
                  <a:pt x="10907" y="16646"/>
                </a:cubicBezTo>
                <a:cubicBezTo>
                  <a:pt x="8768" y="16646"/>
                  <a:pt x="8768" y="16646"/>
                  <a:pt x="8768" y="16646"/>
                </a:cubicBezTo>
                <a:cubicBezTo>
                  <a:pt x="8768" y="14268"/>
                  <a:pt x="8768" y="14268"/>
                  <a:pt x="8768" y="14268"/>
                </a:cubicBezTo>
                <a:cubicBezTo>
                  <a:pt x="8768" y="14070"/>
                  <a:pt x="8768" y="13872"/>
                  <a:pt x="8554" y="13673"/>
                </a:cubicBezTo>
                <a:cubicBezTo>
                  <a:pt x="7057" y="13079"/>
                  <a:pt x="5988" y="11494"/>
                  <a:pt x="5988" y="9908"/>
                </a:cubicBezTo>
                <a:cubicBezTo>
                  <a:pt x="5988" y="8719"/>
                  <a:pt x="6630" y="7728"/>
                  <a:pt x="7485" y="6936"/>
                </a:cubicBezTo>
                <a:cubicBezTo>
                  <a:pt x="8341" y="6143"/>
                  <a:pt x="9410" y="5549"/>
                  <a:pt x="10907" y="5549"/>
                </a:cubicBezTo>
                <a:cubicBezTo>
                  <a:pt x="10907" y="4360"/>
                  <a:pt x="10907" y="4360"/>
                  <a:pt x="10907" y="4360"/>
                </a:cubicBezTo>
                <a:close/>
                <a:moveTo>
                  <a:pt x="10907" y="0"/>
                </a:moveTo>
                <a:cubicBezTo>
                  <a:pt x="10907" y="3369"/>
                  <a:pt x="10907" y="3369"/>
                  <a:pt x="10907" y="3369"/>
                </a:cubicBezTo>
                <a:cubicBezTo>
                  <a:pt x="10479" y="3369"/>
                  <a:pt x="10265" y="3171"/>
                  <a:pt x="10265" y="2972"/>
                </a:cubicBezTo>
                <a:cubicBezTo>
                  <a:pt x="10265" y="396"/>
                  <a:pt x="10265" y="396"/>
                  <a:pt x="10265" y="396"/>
                </a:cubicBezTo>
                <a:cubicBezTo>
                  <a:pt x="10265" y="198"/>
                  <a:pt x="10479" y="0"/>
                  <a:pt x="10907" y="0"/>
                </a:cubicBezTo>
                <a:close/>
                <a:moveTo>
                  <a:pt x="5560" y="15655"/>
                </a:moveTo>
                <a:cubicBezTo>
                  <a:pt x="5560" y="14466"/>
                  <a:pt x="5560" y="14466"/>
                  <a:pt x="5560" y="14466"/>
                </a:cubicBezTo>
                <a:cubicBezTo>
                  <a:pt x="5560" y="14466"/>
                  <a:pt x="5774" y="14466"/>
                  <a:pt x="5988" y="14466"/>
                </a:cubicBezTo>
                <a:cubicBezTo>
                  <a:pt x="6202" y="14664"/>
                  <a:pt x="6202" y="15061"/>
                  <a:pt x="5988" y="15259"/>
                </a:cubicBezTo>
                <a:cubicBezTo>
                  <a:pt x="5560" y="15655"/>
                  <a:pt x="5560" y="15655"/>
                  <a:pt x="5560" y="15655"/>
                </a:cubicBezTo>
                <a:close/>
                <a:moveTo>
                  <a:pt x="5560" y="5549"/>
                </a:moveTo>
                <a:cubicBezTo>
                  <a:pt x="5560" y="4161"/>
                  <a:pt x="5560" y="4161"/>
                  <a:pt x="5560" y="4161"/>
                </a:cubicBezTo>
                <a:cubicBezTo>
                  <a:pt x="5988" y="4558"/>
                  <a:pt x="5988" y="4558"/>
                  <a:pt x="5988" y="4558"/>
                </a:cubicBezTo>
                <a:cubicBezTo>
                  <a:pt x="6202" y="4756"/>
                  <a:pt x="6202" y="5152"/>
                  <a:pt x="5988" y="5350"/>
                </a:cubicBezTo>
                <a:cubicBezTo>
                  <a:pt x="5774" y="5549"/>
                  <a:pt x="5560" y="5549"/>
                  <a:pt x="5560" y="5549"/>
                </a:cubicBezTo>
                <a:close/>
                <a:moveTo>
                  <a:pt x="5560" y="7530"/>
                </a:moveTo>
                <a:cubicBezTo>
                  <a:pt x="5133" y="8323"/>
                  <a:pt x="4919" y="9116"/>
                  <a:pt x="4919" y="9908"/>
                </a:cubicBezTo>
                <a:cubicBezTo>
                  <a:pt x="4919" y="10899"/>
                  <a:pt x="5133" y="11692"/>
                  <a:pt x="5560" y="12286"/>
                </a:cubicBezTo>
                <a:cubicBezTo>
                  <a:pt x="5560" y="7530"/>
                  <a:pt x="5560" y="7530"/>
                  <a:pt x="5560" y="7530"/>
                </a:cubicBezTo>
                <a:close/>
                <a:moveTo>
                  <a:pt x="5560" y="4161"/>
                </a:moveTo>
                <a:cubicBezTo>
                  <a:pt x="5560" y="5549"/>
                  <a:pt x="5560" y="5549"/>
                  <a:pt x="5560" y="5549"/>
                </a:cubicBezTo>
                <a:cubicBezTo>
                  <a:pt x="5347" y="5549"/>
                  <a:pt x="5133" y="5350"/>
                  <a:pt x="5133" y="5350"/>
                </a:cubicBezTo>
                <a:cubicBezTo>
                  <a:pt x="5133" y="5350"/>
                  <a:pt x="5133" y="5350"/>
                  <a:pt x="5133" y="5350"/>
                </a:cubicBezTo>
                <a:cubicBezTo>
                  <a:pt x="3208" y="3567"/>
                  <a:pt x="3208" y="3567"/>
                  <a:pt x="3208" y="3567"/>
                </a:cubicBezTo>
                <a:cubicBezTo>
                  <a:pt x="2994" y="3369"/>
                  <a:pt x="2994" y="3171"/>
                  <a:pt x="3208" y="2972"/>
                </a:cubicBezTo>
                <a:cubicBezTo>
                  <a:pt x="3422" y="2774"/>
                  <a:pt x="3850" y="2774"/>
                  <a:pt x="4063" y="2972"/>
                </a:cubicBezTo>
                <a:cubicBezTo>
                  <a:pt x="5560" y="4161"/>
                  <a:pt x="5560" y="4161"/>
                  <a:pt x="5560" y="4161"/>
                </a:cubicBezTo>
                <a:close/>
                <a:moveTo>
                  <a:pt x="5560" y="14466"/>
                </a:moveTo>
                <a:cubicBezTo>
                  <a:pt x="5560" y="15655"/>
                  <a:pt x="5560" y="15655"/>
                  <a:pt x="5560" y="15655"/>
                </a:cubicBezTo>
                <a:cubicBezTo>
                  <a:pt x="4063" y="17042"/>
                  <a:pt x="4063" y="17042"/>
                  <a:pt x="4063" y="17042"/>
                </a:cubicBezTo>
                <a:cubicBezTo>
                  <a:pt x="3850" y="17240"/>
                  <a:pt x="3422" y="17240"/>
                  <a:pt x="3208" y="17042"/>
                </a:cubicBezTo>
                <a:cubicBezTo>
                  <a:pt x="2994" y="16844"/>
                  <a:pt x="2994" y="16448"/>
                  <a:pt x="3208" y="16250"/>
                </a:cubicBezTo>
                <a:cubicBezTo>
                  <a:pt x="5133" y="14466"/>
                  <a:pt x="5133" y="14466"/>
                  <a:pt x="5133" y="14466"/>
                </a:cubicBezTo>
                <a:cubicBezTo>
                  <a:pt x="5133" y="14466"/>
                  <a:pt x="5133" y="14466"/>
                  <a:pt x="5133" y="14466"/>
                </a:cubicBezTo>
                <a:cubicBezTo>
                  <a:pt x="5133" y="14466"/>
                  <a:pt x="5347" y="14466"/>
                  <a:pt x="5560" y="14466"/>
                </a:cubicBezTo>
                <a:close/>
                <a:moveTo>
                  <a:pt x="3850" y="9908"/>
                </a:moveTo>
                <a:cubicBezTo>
                  <a:pt x="3850" y="9908"/>
                  <a:pt x="3850" y="9908"/>
                  <a:pt x="3850" y="9908"/>
                </a:cubicBezTo>
                <a:cubicBezTo>
                  <a:pt x="3850" y="9710"/>
                  <a:pt x="3636" y="9512"/>
                  <a:pt x="3208" y="9512"/>
                </a:cubicBezTo>
                <a:cubicBezTo>
                  <a:pt x="642" y="9512"/>
                  <a:pt x="642" y="9512"/>
                  <a:pt x="642" y="9512"/>
                </a:cubicBezTo>
                <a:cubicBezTo>
                  <a:pt x="428" y="9512"/>
                  <a:pt x="0" y="9710"/>
                  <a:pt x="0" y="9908"/>
                </a:cubicBezTo>
                <a:cubicBezTo>
                  <a:pt x="0" y="10305"/>
                  <a:pt x="428" y="10503"/>
                  <a:pt x="642" y="10503"/>
                </a:cubicBezTo>
                <a:cubicBezTo>
                  <a:pt x="3208" y="10503"/>
                  <a:pt x="3208" y="10503"/>
                  <a:pt x="3208" y="10503"/>
                </a:cubicBezTo>
                <a:cubicBezTo>
                  <a:pt x="3636" y="10503"/>
                  <a:pt x="3850" y="10305"/>
                  <a:pt x="3850" y="9908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3" name="燕尾形 103"/>
          <p:cNvSpPr/>
          <p:nvPr/>
        </p:nvSpPr>
        <p:spPr xmlns:m="http://schemas.openxmlformats.org/officeDocument/2006/math" xmlns:a14="http://schemas.microsoft.com/office/drawing/2010/main">
          <a:xfrm rot="5400000">
            <a:off x="1833410" y="2637731"/>
            <a:ext cx="359948" cy="575916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84" name="直接连接符 104"/>
          <p:cNvSpPr/>
          <p:nvPr/>
        </p:nvSpPr>
        <p:spPr>
          <a:xfrm>
            <a:off x="2016560" y="3213643"/>
            <a:ext cx="3629108" cy="1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rgbClr val="808080"/>
            </a:solidFill>
            <a:prstDash val="sysDash"/>
            <a:miter/>
            <a:headEnd type="oval"/>
            <a:tailEnd type="oval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85" name="矩形 105"/>
          <p:cNvSpPr txBox="1"/>
          <p:nvPr/>
        </p:nvSpPr>
        <p:spPr>
          <a:xfrm>
            <a:off x="2395997" y="2117794"/>
            <a:ext cx="612109" cy="44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03" tIns="45703" rIns="45703" bIns="45703">
            <a:noAutofit/>
          </a:bodyPr>
          <a:lstStyle>
            <a:lvl1pPr>
              <a:defRPr b="1" sz="20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86" name="矩形 47"/>
          <p:cNvSpPr txBox="1"/>
          <p:nvPr/>
        </p:nvSpPr>
        <p:spPr>
          <a:xfrm>
            <a:off x="2383040" y="2532423"/>
            <a:ext cx="3220099" cy="65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03" tIns="45703" rIns="45703" bIns="45703">
            <a:noAutofit/>
          </a:bodyPr>
          <a:lstStyle>
            <a:lvl1pPr>
              <a:lnSpc>
                <a:spcPct val="120000"/>
              </a:lnSpc>
              <a:spcBef>
                <a:spcPts val="30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87" name="燕尾形 107"/>
          <p:cNvSpPr/>
          <p:nvPr/>
        </p:nvSpPr>
        <p:spPr xmlns:m="http://schemas.openxmlformats.org/officeDocument/2006/math" xmlns:a14="http://schemas.microsoft.com/office/drawing/2010/main">
          <a:xfrm rot="5400000">
            <a:off x="1833410" y="4005526"/>
            <a:ext cx="359948" cy="575916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88" name="直接连接符 108"/>
          <p:cNvSpPr/>
          <p:nvPr/>
        </p:nvSpPr>
        <p:spPr>
          <a:xfrm>
            <a:off x="2016560" y="4581440"/>
            <a:ext cx="3629108" cy="1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rgbClr val="808080"/>
            </a:solidFill>
            <a:prstDash val="sysDash"/>
            <a:miter/>
            <a:headEnd type="oval"/>
            <a:tailEnd type="oval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89" name="矩形 109"/>
          <p:cNvSpPr txBox="1"/>
          <p:nvPr/>
        </p:nvSpPr>
        <p:spPr>
          <a:xfrm>
            <a:off x="2395997" y="3485591"/>
            <a:ext cx="612109" cy="44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03" tIns="45703" rIns="45703" bIns="45703">
            <a:noAutofit/>
          </a:bodyPr>
          <a:lstStyle>
            <a:lvl1pPr>
              <a:defRPr b="1" sz="20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90" name="矩形 47"/>
          <p:cNvSpPr txBox="1"/>
          <p:nvPr/>
        </p:nvSpPr>
        <p:spPr>
          <a:xfrm>
            <a:off x="2383040" y="3900220"/>
            <a:ext cx="3220099" cy="65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03" tIns="45703" rIns="45703" bIns="45703">
            <a:noAutofit/>
          </a:bodyPr>
          <a:lstStyle>
            <a:lvl1pPr>
              <a:lnSpc>
                <a:spcPct val="120000"/>
              </a:lnSpc>
              <a:spcBef>
                <a:spcPts val="30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91" name="燕尾形 111"/>
          <p:cNvSpPr/>
          <p:nvPr/>
        </p:nvSpPr>
        <p:spPr xmlns:m="http://schemas.openxmlformats.org/officeDocument/2006/math" xmlns:a14="http://schemas.microsoft.com/office/drawing/2010/main">
          <a:xfrm rot="5400000">
            <a:off x="1833410" y="5445311"/>
            <a:ext cx="359948" cy="575916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92" name="直接连接符 112"/>
          <p:cNvSpPr/>
          <p:nvPr/>
        </p:nvSpPr>
        <p:spPr>
          <a:xfrm>
            <a:off x="2016560" y="6021225"/>
            <a:ext cx="3629108" cy="1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rgbClr val="808080"/>
            </a:solidFill>
            <a:prstDash val="sysDash"/>
            <a:miter/>
            <a:headEnd type="oval"/>
            <a:tailEnd type="oval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93" name="矩形 113"/>
          <p:cNvSpPr txBox="1"/>
          <p:nvPr/>
        </p:nvSpPr>
        <p:spPr>
          <a:xfrm>
            <a:off x="2395997" y="4925376"/>
            <a:ext cx="612109" cy="44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03" tIns="45703" rIns="45703" bIns="45703">
            <a:noAutofit/>
          </a:bodyPr>
          <a:lstStyle>
            <a:lvl1pPr>
              <a:defRPr b="1" sz="20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94" name="矩形 47"/>
          <p:cNvSpPr txBox="1"/>
          <p:nvPr/>
        </p:nvSpPr>
        <p:spPr>
          <a:xfrm>
            <a:off x="2383040" y="5340005"/>
            <a:ext cx="3220099" cy="65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03" tIns="45703" rIns="45703" bIns="45703">
            <a:noAutofit/>
          </a:bodyPr>
          <a:lstStyle>
            <a:lvl1pPr>
              <a:lnSpc>
                <a:spcPct val="120000"/>
              </a:lnSpc>
              <a:spcBef>
                <a:spcPts val="30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95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96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97" name="直线连接符 123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98" name="Freeform 14"/>
          <p:cNvSpPr/>
          <p:nvPr/>
        </p:nvSpPr>
        <p:spPr xmlns:m="http://schemas.openxmlformats.org/officeDocument/2006/math" xmlns:a14="http://schemas.microsoft.com/office/drawing/2010/main">
          <a:xfrm>
            <a:off x="6952546" y="4875079"/>
            <a:ext cx="785610" cy="3539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35" y="21600"/>
                </a:moveTo>
                <a:lnTo>
                  <a:pt x="0" y="10752"/>
                </a:lnTo>
                <a:lnTo>
                  <a:pt x="10996" y="0"/>
                </a:lnTo>
                <a:lnTo>
                  <a:pt x="21600" y="10558"/>
                </a:lnTo>
                <a:lnTo>
                  <a:pt x="10735" y="21600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99" name="Rectangle 15"/>
          <p:cNvSpPr/>
          <p:nvPr/>
        </p:nvSpPr>
        <p:spPr xmlns:m="http://schemas.openxmlformats.org/officeDocument/2006/math" xmlns:a14="http://schemas.microsoft.com/office/drawing/2010/main">
          <a:xfrm>
            <a:off x="7706412" y="5041723"/>
            <a:ext cx="23807" cy="257109"/>
          </a:xfrm>
          <a:prstGeom prst="rect">
            <a:avLst/>
          </a:pr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0" name="Oval 16"/>
          <p:cNvSpPr/>
          <p:nvPr/>
        </p:nvSpPr>
        <p:spPr xmlns:m="http://schemas.openxmlformats.org/officeDocument/2006/math" xmlns:a14="http://schemas.microsoft.com/office/drawing/2010/main">
          <a:xfrm>
            <a:off x="7679432" y="5270264"/>
            <a:ext cx="76181" cy="77769"/>
          </a:xfrm>
          <a:prstGeom prst="ellipse">
            <a:avLst/>
          </a:pr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1" name="Freeform 17"/>
          <p:cNvSpPr/>
          <p:nvPr/>
        </p:nvSpPr>
        <p:spPr xmlns:m="http://schemas.openxmlformats.org/officeDocument/2006/math" xmlns:a14="http://schemas.microsoft.com/office/drawing/2010/main">
          <a:xfrm>
            <a:off x="7679535" y="5311528"/>
            <a:ext cx="45924" cy="171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7857" h="21600" fill="norm" stroke="1" extrusionOk="0">
                <a:moveTo>
                  <a:pt x="7888" y="1094"/>
                </a:moveTo>
                <a:cubicBezTo>
                  <a:pt x="7888" y="1094"/>
                  <a:pt x="-3743" y="9296"/>
                  <a:pt x="1242" y="21600"/>
                </a:cubicBezTo>
                <a:cubicBezTo>
                  <a:pt x="17857" y="21600"/>
                  <a:pt x="17857" y="21600"/>
                  <a:pt x="17857" y="21600"/>
                </a:cubicBezTo>
                <a:cubicBezTo>
                  <a:pt x="17857" y="0"/>
                  <a:pt x="17857" y="0"/>
                  <a:pt x="17857" y="0"/>
                </a:cubicBezTo>
                <a:cubicBezTo>
                  <a:pt x="17857" y="0"/>
                  <a:pt x="7888" y="1914"/>
                  <a:pt x="7888" y="1094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2" name="Freeform 18"/>
          <p:cNvSpPr/>
          <p:nvPr/>
        </p:nvSpPr>
        <p:spPr xmlns:m="http://schemas.openxmlformats.org/officeDocument/2006/math" xmlns:a14="http://schemas.microsoft.com/office/drawing/2010/main">
          <a:xfrm>
            <a:off x="7714348" y="5311528"/>
            <a:ext cx="46837" cy="171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212" h="21600" fill="norm" stroke="1" extrusionOk="0">
                <a:moveTo>
                  <a:pt x="9504" y="1094"/>
                </a:moveTo>
                <a:cubicBezTo>
                  <a:pt x="9504" y="1094"/>
                  <a:pt x="21600" y="9296"/>
                  <a:pt x="17280" y="21600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9504" y="1914"/>
                  <a:pt x="9504" y="1094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3" name="Freeform 19"/>
          <p:cNvSpPr/>
          <p:nvPr/>
        </p:nvSpPr>
        <p:spPr xmlns:m="http://schemas.openxmlformats.org/officeDocument/2006/math" xmlns:a14="http://schemas.microsoft.com/office/drawing/2010/main">
          <a:xfrm>
            <a:off x="7109667" y="5155994"/>
            <a:ext cx="455496" cy="3396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21600" y="138"/>
                  <a:pt x="12505" y="5677"/>
                  <a:pt x="10748" y="6785"/>
                </a:cubicBezTo>
                <a:cubicBezTo>
                  <a:pt x="8991" y="5677"/>
                  <a:pt x="0" y="138"/>
                  <a:pt x="0" y="0"/>
                </a:cubicBezTo>
                <a:cubicBezTo>
                  <a:pt x="0" y="16615"/>
                  <a:pt x="0" y="16615"/>
                  <a:pt x="0" y="16615"/>
                </a:cubicBezTo>
                <a:cubicBezTo>
                  <a:pt x="2894" y="20769"/>
                  <a:pt x="8681" y="21462"/>
                  <a:pt x="10542" y="21600"/>
                </a:cubicBezTo>
                <a:cubicBezTo>
                  <a:pt x="10542" y="21600"/>
                  <a:pt x="10542" y="21600"/>
                  <a:pt x="10542" y="21600"/>
                </a:cubicBezTo>
                <a:cubicBezTo>
                  <a:pt x="10542" y="21600"/>
                  <a:pt x="10645" y="21600"/>
                  <a:pt x="10748" y="21600"/>
                </a:cubicBezTo>
                <a:cubicBezTo>
                  <a:pt x="10955" y="21600"/>
                  <a:pt x="11058" y="21600"/>
                  <a:pt x="11058" y="21600"/>
                </a:cubicBezTo>
                <a:cubicBezTo>
                  <a:pt x="11058" y="21600"/>
                  <a:pt x="11058" y="21600"/>
                  <a:pt x="11058" y="21600"/>
                </a:cubicBezTo>
                <a:cubicBezTo>
                  <a:pt x="12919" y="21462"/>
                  <a:pt x="18706" y="20769"/>
                  <a:pt x="21600" y="16615"/>
                </a:cubicBezTo>
                <a:lnTo>
                  <a:pt x="21600" y="0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4" name="Freeform 33"/>
          <p:cNvSpPr/>
          <p:nvPr/>
        </p:nvSpPr>
        <p:spPr xmlns:m="http://schemas.openxmlformats.org/officeDocument/2006/math" xmlns:a14="http://schemas.microsoft.com/office/drawing/2010/main">
          <a:xfrm>
            <a:off x="8399970" y="4873887"/>
            <a:ext cx="499934" cy="503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871" y="1122"/>
                </a:moveTo>
                <a:cubicBezTo>
                  <a:pt x="18501" y="2992"/>
                  <a:pt x="20191" y="6078"/>
                  <a:pt x="20191" y="9631"/>
                </a:cubicBezTo>
                <a:cubicBezTo>
                  <a:pt x="20191" y="15429"/>
                  <a:pt x="15496" y="20197"/>
                  <a:pt x="9579" y="20197"/>
                </a:cubicBezTo>
                <a:cubicBezTo>
                  <a:pt x="6104" y="20197"/>
                  <a:pt x="3099" y="18514"/>
                  <a:pt x="1127" y="15990"/>
                </a:cubicBezTo>
                <a:cubicBezTo>
                  <a:pt x="0" y="16925"/>
                  <a:pt x="0" y="16925"/>
                  <a:pt x="0" y="16925"/>
                </a:cubicBezTo>
                <a:cubicBezTo>
                  <a:pt x="2254" y="19730"/>
                  <a:pt x="5729" y="21600"/>
                  <a:pt x="9579" y="21600"/>
                </a:cubicBezTo>
                <a:cubicBezTo>
                  <a:pt x="16247" y="21600"/>
                  <a:pt x="21600" y="16270"/>
                  <a:pt x="21600" y="9631"/>
                </a:cubicBezTo>
                <a:cubicBezTo>
                  <a:pt x="21600" y="5704"/>
                  <a:pt x="19722" y="2151"/>
                  <a:pt x="16717" y="0"/>
                </a:cubicBezTo>
                <a:lnTo>
                  <a:pt x="15871" y="1122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5" name="Freeform 34"/>
          <p:cNvSpPr/>
          <p:nvPr/>
        </p:nvSpPr>
        <p:spPr xmlns:m="http://schemas.openxmlformats.org/officeDocument/2006/math" xmlns:a14="http://schemas.microsoft.com/office/drawing/2010/main">
          <a:xfrm>
            <a:off x="8403144" y="4883409"/>
            <a:ext cx="442799" cy="441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53" y="21600"/>
                </a:moveTo>
                <a:cubicBezTo>
                  <a:pt x="16812" y="21600"/>
                  <a:pt x="21600" y="16705"/>
                  <a:pt x="21600" y="10747"/>
                </a:cubicBezTo>
                <a:cubicBezTo>
                  <a:pt x="21600" y="4788"/>
                  <a:pt x="16812" y="0"/>
                  <a:pt x="10853" y="0"/>
                </a:cubicBezTo>
                <a:cubicBezTo>
                  <a:pt x="10853" y="532"/>
                  <a:pt x="10853" y="532"/>
                  <a:pt x="10853" y="532"/>
                </a:cubicBezTo>
                <a:cubicBezTo>
                  <a:pt x="16493" y="532"/>
                  <a:pt x="21068" y="5107"/>
                  <a:pt x="21068" y="10747"/>
                </a:cubicBezTo>
                <a:cubicBezTo>
                  <a:pt x="21068" y="16493"/>
                  <a:pt x="16493" y="21068"/>
                  <a:pt x="10853" y="21068"/>
                </a:cubicBezTo>
                <a:lnTo>
                  <a:pt x="10853" y="21600"/>
                </a:lnTo>
                <a:close/>
                <a:moveTo>
                  <a:pt x="10853" y="0"/>
                </a:moveTo>
                <a:cubicBezTo>
                  <a:pt x="4895" y="0"/>
                  <a:pt x="0" y="4788"/>
                  <a:pt x="0" y="10747"/>
                </a:cubicBezTo>
                <a:cubicBezTo>
                  <a:pt x="0" y="16705"/>
                  <a:pt x="4895" y="21600"/>
                  <a:pt x="10853" y="21600"/>
                </a:cubicBezTo>
                <a:cubicBezTo>
                  <a:pt x="10853" y="21600"/>
                  <a:pt x="10853" y="21600"/>
                  <a:pt x="10853" y="21600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5107" y="21068"/>
                  <a:pt x="532" y="16493"/>
                  <a:pt x="532" y="10747"/>
                </a:cubicBezTo>
                <a:cubicBezTo>
                  <a:pt x="532" y="5107"/>
                  <a:pt x="5107" y="532"/>
                  <a:pt x="10853" y="532"/>
                </a:cubicBezTo>
                <a:cubicBezTo>
                  <a:pt x="10853" y="532"/>
                  <a:pt x="10853" y="532"/>
                  <a:pt x="10853" y="532"/>
                </a:cubicBezTo>
                <a:cubicBezTo>
                  <a:pt x="10853" y="0"/>
                  <a:pt x="10853" y="0"/>
                  <a:pt x="10853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6" name="Freeform 35"/>
          <p:cNvSpPr/>
          <p:nvPr/>
        </p:nvSpPr>
        <p:spPr xmlns:m="http://schemas.openxmlformats.org/officeDocument/2006/math" xmlns:a14="http://schemas.microsoft.com/office/drawing/2010/main">
          <a:xfrm>
            <a:off x="8413185" y="4891345"/>
            <a:ext cx="438031" cy="4289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46" h="21384" fill="norm" stroke="1" extrusionOk="0">
                <a:moveTo>
                  <a:pt x="7796" y="0"/>
                </a:moveTo>
                <a:cubicBezTo>
                  <a:pt x="7796" y="0"/>
                  <a:pt x="4575" y="543"/>
                  <a:pt x="2396" y="3365"/>
                </a:cubicBezTo>
                <a:cubicBezTo>
                  <a:pt x="2396" y="3365"/>
                  <a:pt x="4101" y="1411"/>
                  <a:pt x="5143" y="1411"/>
                </a:cubicBezTo>
                <a:cubicBezTo>
                  <a:pt x="5333" y="1520"/>
                  <a:pt x="5333" y="1520"/>
                  <a:pt x="5333" y="1520"/>
                </a:cubicBezTo>
                <a:cubicBezTo>
                  <a:pt x="5333" y="1520"/>
                  <a:pt x="5333" y="1628"/>
                  <a:pt x="5238" y="1628"/>
                </a:cubicBezTo>
                <a:cubicBezTo>
                  <a:pt x="5238" y="1737"/>
                  <a:pt x="5143" y="1845"/>
                  <a:pt x="5143" y="1954"/>
                </a:cubicBezTo>
                <a:cubicBezTo>
                  <a:pt x="5143" y="1954"/>
                  <a:pt x="5143" y="2171"/>
                  <a:pt x="5143" y="2171"/>
                </a:cubicBezTo>
                <a:cubicBezTo>
                  <a:pt x="5048" y="2279"/>
                  <a:pt x="5048" y="2279"/>
                  <a:pt x="5048" y="2279"/>
                </a:cubicBezTo>
                <a:cubicBezTo>
                  <a:pt x="5048" y="2279"/>
                  <a:pt x="4954" y="2279"/>
                  <a:pt x="4954" y="2388"/>
                </a:cubicBezTo>
                <a:cubicBezTo>
                  <a:pt x="4954" y="2388"/>
                  <a:pt x="4859" y="2388"/>
                  <a:pt x="4859" y="2496"/>
                </a:cubicBezTo>
                <a:cubicBezTo>
                  <a:pt x="4859" y="2605"/>
                  <a:pt x="4859" y="2714"/>
                  <a:pt x="4859" y="2714"/>
                </a:cubicBezTo>
                <a:cubicBezTo>
                  <a:pt x="4954" y="2931"/>
                  <a:pt x="4954" y="2931"/>
                  <a:pt x="4954" y="2931"/>
                </a:cubicBezTo>
                <a:cubicBezTo>
                  <a:pt x="4859" y="3039"/>
                  <a:pt x="4859" y="3039"/>
                  <a:pt x="4859" y="3039"/>
                </a:cubicBezTo>
                <a:cubicBezTo>
                  <a:pt x="4669" y="3148"/>
                  <a:pt x="4669" y="3148"/>
                  <a:pt x="4669" y="3148"/>
                </a:cubicBezTo>
                <a:cubicBezTo>
                  <a:pt x="4669" y="3148"/>
                  <a:pt x="4575" y="3148"/>
                  <a:pt x="4480" y="3148"/>
                </a:cubicBezTo>
                <a:cubicBezTo>
                  <a:pt x="4385" y="3148"/>
                  <a:pt x="4385" y="2931"/>
                  <a:pt x="4385" y="2931"/>
                </a:cubicBezTo>
                <a:cubicBezTo>
                  <a:pt x="4575" y="2822"/>
                  <a:pt x="4575" y="2822"/>
                  <a:pt x="4575" y="2822"/>
                </a:cubicBezTo>
                <a:cubicBezTo>
                  <a:pt x="4575" y="2822"/>
                  <a:pt x="4575" y="2822"/>
                  <a:pt x="4575" y="2714"/>
                </a:cubicBezTo>
                <a:cubicBezTo>
                  <a:pt x="4480" y="2714"/>
                  <a:pt x="4480" y="2605"/>
                  <a:pt x="4385" y="2605"/>
                </a:cubicBezTo>
                <a:cubicBezTo>
                  <a:pt x="4291" y="2605"/>
                  <a:pt x="4196" y="2822"/>
                  <a:pt x="4196" y="2822"/>
                </a:cubicBezTo>
                <a:cubicBezTo>
                  <a:pt x="4006" y="2931"/>
                  <a:pt x="4006" y="2931"/>
                  <a:pt x="4006" y="2931"/>
                </a:cubicBezTo>
                <a:cubicBezTo>
                  <a:pt x="4006" y="2931"/>
                  <a:pt x="3912" y="3148"/>
                  <a:pt x="3912" y="3148"/>
                </a:cubicBezTo>
                <a:cubicBezTo>
                  <a:pt x="4006" y="3148"/>
                  <a:pt x="4101" y="3148"/>
                  <a:pt x="4101" y="3148"/>
                </a:cubicBezTo>
                <a:cubicBezTo>
                  <a:pt x="4101" y="3148"/>
                  <a:pt x="4101" y="3256"/>
                  <a:pt x="4101" y="3365"/>
                </a:cubicBezTo>
                <a:cubicBezTo>
                  <a:pt x="4101" y="3365"/>
                  <a:pt x="4006" y="3473"/>
                  <a:pt x="4006" y="3473"/>
                </a:cubicBezTo>
                <a:cubicBezTo>
                  <a:pt x="4006" y="3473"/>
                  <a:pt x="4006" y="3582"/>
                  <a:pt x="3912" y="3582"/>
                </a:cubicBezTo>
                <a:cubicBezTo>
                  <a:pt x="3817" y="3473"/>
                  <a:pt x="3722" y="3473"/>
                  <a:pt x="3627" y="3473"/>
                </a:cubicBezTo>
                <a:cubicBezTo>
                  <a:pt x="3533" y="3473"/>
                  <a:pt x="3438" y="3365"/>
                  <a:pt x="3438" y="3473"/>
                </a:cubicBezTo>
                <a:cubicBezTo>
                  <a:pt x="3343" y="3473"/>
                  <a:pt x="3343" y="3473"/>
                  <a:pt x="3343" y="3473"/>
                </a:cubicBezTo>
                <a:cubicBezTo>
                  <a:pt x="3343" y="3582"/>
                  <a:pt x="3059" y="3690"/>
                  <a:pt x="3059" y="3690"/>
                </a:cubicBezTo>
                <a:cubicBezTo>
                  <a:pt x="3059" y="3690"/>
                  <a:pt x="2964" y="3799"/>
                  <a:pt x="2964" y="3799"/>
                </a:cubicBezTo>
                <a:cubicBezTo>
                  <a:pt x="2964" y="3799"/>
                  <a:pt x="2964" y="4016"/>
                  <a:pt x="2964" y="4016"/>
                </a:cubicBezTo>
                <a:cubicBezTo>
                  <a:pt x="2964" y="4016"/>
                  <a:pt x="2869" y="4125"/>
                  <a:pt x="2680" y="4125"/>
                </a:cubicBezTo>
                <a:cubicBezTo>
                  <a:pt x="2585" y="4233"/>
                  <a:pt x="2491" y="4233"/>
                  <a:pt x="2491" y="4233"/>
                </a:cubicBezTo>
                <a:cubicBezTo>
                  <a:pt x="2491" y="4450"/>
                  <a:pt x="2491" y="4450"/>
                  <a:pt x="2491" y="4450"/>
                </a:cubicBezTo>
                <a:cubicBezTo>
                  <a:pt x="2491" y="4450"/>
                  <a:pt x="2301" y="4559"/>
                  <a:pt x="2301" y="4667"/>
                </a:cubicBezTo>
                <a:cubicBezTo>
                  <a:pt x="2206" y="4776"/>
                  <a:pt x="1922" y="4993"/>
                  <a:pt x="1922" y="4993"/>
                </a:cubicBezTo>
                <a:cubicBezTo>
                  <a:pt x="1922" y="4993"/>
                  <a:pt x="1827" y="5102"/>
                  <a:pt x="1733" y="5210"/>
                </a:cubicBezTo>
                <a:cubicBezTo>
                  <a:pt x="1733" y="5319"/>
                  <a:pt x="1733" y="5427"/>
                  <a:pt x="1733" y="5536"/>
                </a:cubicBezTo>
                <a:cubicBezTo>
                  <a:pt x="1733" y="5536"/>
                  <a:pt x="1638" y="5644"/>
                  <a:pt x="1638" y="5753"/>
                </a:cubicBezTo>
                <a:cubicBezTo>
                  <a:pt x="1638" y="5861"/>
                  <a:pt x="1543" y="5970"/>
                  <a:pt x="1543" y="6078"/>
                </a:cubicBezTo>
                <a:cubicBezTo>
                  <a:pt x="1448" y="6078"/>
                  <a:pt x="1448" y="6187"/>
                  <a:pt x="1354" y="6187"/>
                </a:cubicBezTo>
                <a:cubicBezTo>
                  <a:pt x="1354" y="6187"/>
                  <a:pt x="1164" y="6295"/>
                  <a:pt x="1069" y="6295"/>
                </a:cubicBezTo>
                <a:cubicBezTo>
                  <a:pt x="975" y="6404"/>
                  <a:pt x="975" y="6513"/>
                  <a:pt x="975" y="6513"/>
                </a:cubicBezTo>
                <a:cubicBezTo>
                  <a:pt x="975" y="6513"/>
                  <a:pt x="1069" y="6621"/>
                  <a:pt x="1069" y="6621"/>
                </a:cubicBezTo>
                <a:cubicBezTo>
                  <a:pt x="1164" y="6621"/>
                  <a:pt x="1259" y="6730"/>
                  <a:pt x="1259" y="6730"/>
                </a:cubicBezTo>
                <a:cubicBezTo>
                  <a:pt x="1259" y="6730"/>
                  <a:pt x="1259" y="6838"/>
                  <a:pt x="1259" y="6947"/>
                </a:cubicBezTo>
                <a:cubicBezTo>
                  <a:pt x="1259" y="6947"/>
                  <a:pt x="1164" y="7164"/>
                  <a:pt x="1259" y="7164"/>
                </a:cubicBezTo>
                <a:cubicBezTo>
                  <a:pt x="1354" y="7164"/>
                  <a:pt x="1448" y="7164"/>
                  <a:pt x="1448" y="7164"/>
                </a:cubicBezTo>
                <a:cubicBezTo>
                  <a:pt x="1638" y="7272"/>
                  <a:pt x="1638" y="7272"/>
                  <a:pt x="1638" y="7272"/>
                </a:cubicBezTo>
                <a:cubicBezTo>
                  <a:pt x="1733" y="7381"/>
                  <a:pt x="1733" y="7381"/>
                  <a:pt x="1733" y="7381"/>
                </a:cubicBezTo>
                <a:cubicBezTo>
                  <a:pt x="1827" y="7381"/>
                  <a:pt x="1827" y="7381"/>
                  <a:pt x="1827" y="7381"/>
                </a:cubicBezTo>
                <a:cubicBezTo>
                  <a:pt x="1827" y="7381"/>
                  <a:pt x="1827" y="7489"/>
                  <a:pt x="1827" y="7598"/>
                </a:cubicBezTo>
                <a:cubicBezTo>
                  <a:pt x="1733" y="7598"/>
                  <a:pt x="1733" y="7707"/>
                  <a:pt x="1733" y="7707"/>
                </a:cubicBezTo>
                <a:cubicBezTo>
                  <a:pt x="1638" y="7707"/>
                  <a:pt x="1638" y="7707"/>
                  <a:pt x="1638" y="7598"/>
                </a:cubicBezTo>
                <a:cubicBezTo>
                  <a:pt x="1638" y="7489"/>
                  <a:pt x="1638" y="7489"/>
                  <a:pt x="1543" y="7381"/>
                </a:cubicBezTo>
                <a:cubicBezTo>
                  <a:pt x="1448" y="7381"/>
                  <a:pt x="1354" y="7489"/>
                  <a:pt x="1354" y="7489"/>
                </a:cubicBezTo>
                <a:cubicBezTo>
                  <a:pt x="1354" y="7489"/>
                  <a:pt x="1259" y="7489"/>
                  <a:pt x="1259" y="7381"/>
                </a:cubicBezTo>
                <a:cubicBezTo>
                  <a:pt x="1164" y="7272"/>
                  <a:pt x="1164" y="7381"/>
                  <a:pt x="1164" y="7272"/>
                </a:cubicBezTo>
                <a:cubicBezTo>
                  <a:pt x="1164" y="7164"/>
                  <a:pt x="1259" y="7164"/>
                  <a:pt x="1164" y="7055"/>
                </a:cubicBezTo>
                <a:cubicBezTo>
                  <a:pt x="1164" y="7055"/>
                  <a:pt x="1069" y="6947"/>
                  <a:pt x="1069" y="6947"/>
                </a:cubicBezTo>
                <a:cubicBezTo>
                  <a:pt x="975" y="6947"/>
                  <a:pt x="1069" y="7055"/>
                  <a:pt x="975" y="6947"/>
                </a:cubicBezTo>
                <a:cubicBezTo>
                  <a:pt x="975" y="6838"/>
                  <a:pt x="880" y="6838"/>
                  <a:pt x="880" y="6838"/>
                </a:cubicBezTo>
                <a:cubicBezTo>
                  <a:pt x="880" y="6838"/>
                  <a:pt x="785" y="6838"/>
                  <a:pt x="785" y="6730"/>
                </a:cubicBezTo>
                <a:cubicBezTo>
                  <a:pt x="785" y="6730"/>
                  <a:pt x="785" y="6621"/>
                  <a:pt x="785" y="6513"/>
                </a:cubicBezTo>
                <a:cubicBezTo>
                  <a:pt x="785" y="6513"/>
                  <a:pt x="880" y="6404"/>
                  <a:pt x="880" y="6295"/>
                </a:cubicBezTo>
                <a:cubicBezTo>
                  <a:pt x="880" y="6295"/>
                  <a:pt x="880" y="5970"/>
                  <a:pt x="880" y="5970"/>
                </a:cubicBezTo>
                <a:cubicBezTo>
                  <a:pt x="880" y="5970"/>
                  <a:pt x="596" y="6621"/>
                  <a:pt x="501" y="7164"/>
                </a:cubicBezTo>
                <a:cubicBezTo>
                  <a:pt x="501" y="7164"/>
                  <a:pt x="596" y="7055"/>
                  <a:pt x="596" y="7164"/>
                </a:cubicBezTo>
                <a:cubicBezTo>
                  <a:pt x="596" y="7272"/>
                  <a:pt x="691" y="7381"/>
                  <a:pt x="596" y="7489"/>
                </a:cubicBezTo>
                <a:cubicBezTo>
                  <a:pt x="596" y="7489"/>
                  <a:pt x="596" y="7489"/>
                  <a:pt x="596" y="7815"/>
                </a:cubicBezTo>
                <a:cubicBezTo>
                  <a:pt x="596" y="8032"/>
                  <a:pt x="691" y="8141"/>
                  <a:pt x="691" y="8249"/>
                </a:cubicBezTo>
                <a:cubicBezTo>
                  <a:pt x="596" y="8249"/>
                  <a:pt x="596" y="8358"/>
                  <a:pt x="596" y="8466"/>
                </a:cubicBezTo>
                <a:cubicBezTo>
                  <a:pt x="596" y="8575"/>
                  <a:pt x="596" y="8901"/>
                  <a:pt x="691" y="8901"/>
                </a:cubicBezTo>
                <a:cubicBezTo>
                  <a:pt x="691" y="8901"/>
                  <a:pt x="691" y="9009"/>
                  <a:pt x="691" y="9009"/>
                </a:cubicBezTo>
                <a:cubicBezTo>
                  <a:pt x="785" y="9118"/>
                  <a:pt x="691" y="9226"/>
                  <a:pt x="785" y="9118"/>
                </a:cubicBezTo>
                <a:cubicBezTo>
                  <a:pt x="880" y="8901"/>
                  <a:pt x="975" y="8792"/>
                  <a:pt x="975" y="8792"/>
                </a:cubicBezTo>
                <a:cubicBezTo>
                  <a:pt x="975" y="8683"/>
                  <a:pt x="975" y="8683"/>
                  <a:pt x="975" y="8683"/>
                </a:cubicBezTo>
                <a:cubicBezTo>
                  <a:pt x="975" y="8683"/>
                  <a:pt x="975" y="8575"/>
                  <a:pt x="1164" y="8575"/>
                </a:cubicBezTo>
                <a:cubicBezTo>
                  <a:pt x="1259" y="8575"/>
                  <a:pt x="1354" y="8575"/>
                  <a:pt x="1354" y="8683"/>
                </a:cubicBezTo>
                <a:cubicBezTo>
                  <a:pt x="1448" y="8683"/>
                  <a:pt x="1259" y="8901"/>
                  <a:pt x="1354" y="8901"/>
                </a:cubicBezTo>
                <a:cubicBezTo>
                  <a:pt x="1448" y="8901"/>
                  <a:pt x="1638" y="8792"/>
                  <a:pt x="1733" y="8792"/>
                </a:cubicBezTo>
                <a:cubicBezTo>
                  <a:pt x="1827" y="8792"/>
                  <a:pt x="1827" y="8901"/>
                  <a:pt x="1922" y="9009"/>
                </a:cubicBezTo>
                <a:cubicBezTo>
                  <a:pt x="1922" y="9118"/>
                  <a:pt x="1922" y="9226"/>
                  <a:pt x="2017" y="9335"/>
                </a:cubicBezTo>
                <a:cubicBezTo>
                  <a:pt x="2112" y="9335"/>
                  <a:pt x="2017" y="9443"/>
                  <a:pt x="2112" y="9552"/>
                </a:cubicBezTo>
                <a:cubicBezTo>
                  <a:pt x="2112" y="9660"/>
                  <a:pt x="2301" y="9769"/>
                  <a:pt x="2396" y="9769"/>
                </a:cubicBezTo>
                <a:cubicBezTo>
                  <a:pt x="2396" y="9769"/>
                  <a:pt x="2585" y="9769"/>
                  <a:pt x="2680" y="9769"/>
                </a:cubicBezTo>
                <a:cubicBezTo>
                  <a:pt x="2775" y="9877"/>
                  <a:pt x="2680" y="9986"/>
                  <a:pt x="2775" y="9986"/>
                </a:cubicBezTo>
                <a:cubicBezTo>
                  <a:pt x="2869" y="9986"/>
                  <a:pt x="2964" y="10312"/>
                  <a:pt x="2964" y="10312"/>
                </a:cubicBezTo>
                <a:cubicBezTo>
                  <a:pt x="2964" y="10312"/>
                  <a:pt x="2964" y="10529"/>
                  <a:pt x="2964" y="10637"/>
                </a:cubicBezTo>
                <a:cubicBezTo>
                  <a:pt x="2964" y="10637"/>
                  <a:pt x="2964" y="10746"/>
                  <a:pt x="3059" y="10854"/>
                </a:cubicBezTo>
                <a:cubicBezTo>
                  <a:pt x="3059" y="10854"/>
                  <a:pt x="3248" y="10854"/>
                  <a:pt x="3248" y="10854"/>
                </a:cubicBezTo>
                <a:cubicBezTo>
                  <a:pt x="3248" y="10854"/>
                  <a:pt x="3154" y="11071"/>
                  <a:pt x="3343" y="11071"/>
                </a:cubicBezTo>
                <a:cubicBezTo>
                  <a:pt x="3533" y="11180"/>
                  <a:pt x="3627" y="11180"/>
                  <a:pt x="3722" y="11288"/>
                </a:cubicBezTo>
                <a:cubicBezTo>
                  <a:pt x="3722" y="11288"/>
                  <a:pt x="3627" y="11397"/>
                  <a:pt x="3817" y="11397"/>
                </a:cubicBezTo>
                <a:cubicBezTo>
                  <a:pt x="4006" y="11397"/>
                  <a:pt x="4196" y="11397"/>
                  <a:pt x="4291" y="11506"/>
                </a:cubicBezTo>
                <a:cubicBezTo>
                  <a:pt x="4385" y="11506"/>
                  <a:pt x="4291" y="11614"/>
                  <a:pt x="4480" y="11831"/>
                </a:cubicBezTo>
                <a:cubicBezTo>
                  <a:pt x="4764" y="11940"/>
                  <a:pt x="4764" y="12048"/>
                  <a:pt x="4859" y="12048"/>
                </a:cubicBezTo>
                <a:cubicBezTo>
                  <a:pt x="4954" y="12048"/>
                  <a:pt x="5048" y="12048"/>
                  <a:pt x="5048" y="12265"/>
                </a:cubicBezTo>
                <a:cubicBezTo>
                  <a:pt x="4954" y="12482"/>
                  <a:pt x="4954" y="12591"/>
                  <a:pt x="4859" y="12699"/>
                </a:cubicBezTo>
                <a:cubicBezTo>
                  <a:pt x="4764" y="12808"/>
                  <a:pt x="4669" y="13025"/>
                  <a:pt x="4575" y="13134"/>
                </a:cubicBezTo>
                <a:cubicBezTo>
                  <a:pt x="4575" y="13242"/>
                  <a:pt x="4480" y="13351"/>
                  <a:pt x="4575" y="13459"/>
                </a:cubicBezTo>
                <a:cubicBezTo>
                  <a:pt x="4575" y="13676"/>
                  <a:pt x="4669" y="13785"/>
                  <a:pt x="4669" y="13893"/>
                </a:cubicBezTo>
                <a:cubicBezTo>
                  <a:pt x="4669" y="14002"/>
                  <a:pt x="4669" y="14219"/>
                  <a:pt x="4669" y="14328"/>
                </a:cubicBezTo>
                <a:cubicBezTo>
                  <a:pt x="4575" y="14436"/>
                  <a:pt x="4575" y="14545"/>
                  <a:pt x="4575" y="14545"/>
                </a:cubicBezTo>
                <a:cubicBezTo>
                  <a:pt x="4575" y="14545"/>
                  <a:pt x="4669" y="14762"/>
                  <a:pt x="4575" y="14870"/>
                </a:cubicBezTo>
                <a:cubicBezTo>
                  <a:pt x="4480" y="14979"/>
                  <a:pt x="4291" y="15196"/>
                  <a:pt x="4196" y="15196"/>
                </a:cubicBezTo>
                <a:cubicBezTo>
                  <a:pt x="4101" y="15196"/>
                  <a:pt x="3912" y="15413"/>
                  <a:pt x="3912" y="15413"/>
                </a:cubicBezTo>
                <a:cubicBezTo>
                  <a:pt x="3912" y="15413"/>
                  <a:pt x="3912" y="15847"/>
                  <a:pt x="3912" y="15956"/>
                </a:cubicBezTo>
                <a:cubicBezTo>
                  <a:pt x="3912" y="15956"/>
                  <a:pt x="3533" y="16716"/>
                  <a:pt x="3722" y="16824"/>
                </a:cubicBezTo>
                <a:cubicBezTo>
                  <a:pt x="3817" y="16933"/>
                  <a:pt x="3817" y="17150"/>
                  <a:pt x="3817" y="17258"/>
                </a:cubicBezTo>
                <a:cubicBezTo>
                  <a:pt x="3722" y="17367"/>
                  <a:pt x="3722" y="17367"/>
                  <a:pt x="3722" y="17367"/>
                </a:cubicBezTo>
                <a:cubicBezTo>
                  <a:pt x="3627" y="17475"/>
                  <a:pt x="3438" y="17475"/>
                  <a:pt x="3533" y="17692"/>
                </a:cubicBezTo>
                <a:cubicBezTo>
                  <a:pt x="3722" y="17910"/>
                  <a:pt x="3817" y="17910"/>
                  <a:pt x="3817" y="18127"/>
                </a:cubicBezTo>
                <a:cubicBezTo>
                  <a:pt x="3912" y="18235"/>
                  <a:pt x="3912" y="18235"/>
                  <a:pt x="4006" y="18452"/>
                </a:cubicBezTo>
                <a:cubicBezTo>
                  <a:pt x="4101" y="18561"/>
                  <a:pt x="4101" y="18669"/>
                  <a:pt x="4196" y="18778"/>
                </a:cubicBezTo>
                <a:cubicBezTo>
                  <a:pt x="4291" y="18886"/>
                  <a:pt x="4385" y="18995"/>
                  <a:pt x="4385" y="19104"/>
                </a:cubicBezTo>
                <a:cubicBezTo>
                  <a:pt x="4385" y="19212"/>
                  <a:pt x="4669" y="19429"/>
                  <a:pt x="4385" y="19212"/>
                </a:cubicBezTo>
                <a:cubicBezTo>
                  <a:pt x="4101" y="18995"/>
                  <a:pt x="4385" y="19212"/>
                  <a:pt x="4006" y="18886"/>
                </a:cubicBezTo>
                <a:cubicBezTo>
                  <a:pt x="3722" y="18561"/>
                  <a:pt x="3627" y="18778"/>
                  <a:pt x="3438" y="18561"/>
                </a:cubicBezTo>
                <a:cubicBezTo>
                  <a:pt x="3343" y="18344"/>
                  <a:pt x="3533" y="18995"/>
                  <a:pt x="3248" y="18235"/>
                </a:cubicBezTo>
                <a:cubicBezTo>
                  <a:pt x="2964" y="17367"/>
                  <a:pt x="2869" y="17475"/>
                  <a:pt x="2775" y="17258"/>
                </a:cubicBezTo>
                <a:cubicBezTo>
                  <a:pt x="2775" y="17041"/>
                  <a:pt x="2775" y="17258"/>
                  <a:pt x="2585" y="16824"/>
                </a:cubicBezTo>
                <a:cubicBezTo>
                  <a:pt x="2396" y="16390"/>
                  <a:pt x="2585" y="16716"/>
                  <a:pt x="2396" y="16390"/>
                </a:cubicBezTo>
                <a:cubicBezTo>
                  <a:pt x="2206" y="16173"/>
                  <a:pt x="2206" y="16498"/>
                  <a:pt x="2112" y="16064"/>
                </a:cubicBezTo>
                <a:cubicBezTo>
                  <a:pt x="2017" y="15522"/>
                  <a:pt x="2017" y="15847"/>
                  <a:pt x="1922" y="15305"/>
                </a:cubicBezTo>
                <a:cubicBezTo>
                  <a:pt x="1733" y="14762"/>
                  <a:pt x="2017" y="14762"/>
                  <a:pt x="1733" y="14436"/>
                </a:cubicBezTo>
                <a:cubicBezTo>
                  <a:pt x="1448" y="14219"/>
                  <a:pt x="1448" y="14328"/>
                  <a:pt x="1354" y="14219"/>
                </a:cubicBezTo>
                <a:cubicBezTo>
                  <a:pt x="1259" y="14002"/>
                  <a:pt x="1448" y="14111"/>
                  <a:pt x="1164" y="13676"/>
                </a:cubicBezTo>
                <a:cubicBezTo>
                  <a:pt x="975" y="13242"/>
                  <a:pt x="596" y="13025"/>
                  <a:pt x="596" y="12265"/>
                </a:cubicBezTo>
                <a:cubicBezTo>
                  <a:pt x="596" y="11397"/>
                  <a:pt x="596" y="11288"/>
                  <a:pt x="596" y="11288"/>
                </a:cubicBezTo>
                <a:cubicBezTo>
                  <a:pt x="596" y="11288"/>
                  <a:pt x="312" y="10963"/>
                  <a:pt x="406" y="10529"/>
                </a:cubicBezTo>
                <a:cubicBezTo>
                  <a:pt x="501" y="9986"/>
                  <a:pt x="596" y="10203"/>
                  <a:pt x="501" y="9986"/>
                </a:cubicBezTo>
                <a:cubicBezTo>
                  <a:pt x="501" y="9877"/>
                  <a:pt x="406" y="9877"/>
                  <a:pt x="312" y="9660"/>
                </a:cubicBezTo>
                <a:cubicBezTo>
                  <a:pt x="217" y="9552"/>
                  <a:pt x="217" y="9552"/>
                  <a:pt x="122" y="9443"/>
                </a:cubicBezTo>
                <a:cubicBezTo>
                  <a:pt x="122" y="9335"/>
                  <a:pt x="122" y="9009"/>
                  <a:pt x="122" y="9009"/>
                </a:cubicBezTo>
                <a:cubicBezTo>
                  <a:pt x="27" y="9118"/>
                  <a:pt x="27" y="9118"/>
                  <a:pt x="27" y="9118"/>
                </a:cubicBezTo>
                <a:cubicBezTo>
                  <a:pt x="27" y="9118"/>
                  <a:pt x="-920" y="19755"/>
                  <a:pt x="8269" y="21383"/>
                </a:cubicBezTo>
                <a:cubicBezTo>
                  <a:pt x="8269" y="21383"/>
                  <a:pt x="6185" y="20840"/>
                  <a:pt x="5996" y="20297"/>
                </a:cubicBezTo>
                <a:cubicBezTo>
                  <a:pt x="5996" y="20297"/>
                  <a:pt x="5901" y="19863"/>
                  <a:pt x="5996" y="19863"/>
                </a:cubicBezTo>
                <a:cubicBezTo>
                  <a:pt x="6091" y="19863"/>
                  <a:pt x="6280" y="19972"/>
                  <a:pt x="6375" y="19863"/>
                </a:cubicBezTo>
                <a:cubicBezTo>
                  <a:pt x="6564" y="19646"/>
                  <a:pt x="6659" y="19538"/>
                  <a:pt x="6659" y="19538"/>
                </a:cubicBezTo>
                <a:cubicBezTo>
                  <a:pt x="6659" y="19755"/>
                  <a:pt x="6659" y="19755"/>
                  <a:pt x="6659" y="19755"/>
                </a:cubicBezTo>
                <a:cubicBezTo>
                  <a:pt x="6659" y="19755"/>
                  <a:pt x="6564" y="19755"/>
                  <a:pt x="6943" y="19646"/>
                </a:cubicBezTo>
                <a:cubicBezTo>
                  <a:pt x="7417" y="19646"/>
                  <a:pt x="7417" y="19646"/>
                  <a:pt x="7512" y="19646"/>
                </a:cubicBezTo>
                <a:cubicBezTo>
                  <a:pt x="7701" y="19538"/>
                  <a:pt x="7891" y="19104"/>
                  <a:pt x="7985" y="19321"/>
                </a:cubicBezTo>
                <a:cubicBezTo>
                  <a:pt x="8080" y="19646"/>
                  <a:pt x="7891" y="19538"/>
                  <a:pt x="8080" y="19646"/>
                </a:cubicBezTo>
                <a:cubicBezTo>
                  <a:pt x="8269" y="19646"/>
                  <a:pt x="8648" y="19538"/>
                  <a:pt x="8648" y="19538"/>
                </a:cubicBezTo>
                <a:cubicBezTo>
                  <a:pt x="8648" y="19538"/>
                  <a:pt x="9312" y="19646"/>
                  <a:pt x="9312" y="19538"/>
                </a:cubicBezTo>
                <a:cubicBezTo>
                  <a:pt x="9406" y="19429"/>
                  <a:pt x="9406" y="19321"/>
                  <a:pt x="9501" y="19321"/>
                </a:cubicBezTo>
                <a:cubicBezTo>
                  <a:pt x="9596" y="19321"/>
                  <a:pt x="9691" y="19538"/>
                  <a:pt x="9691" y="19538"/>
                </a:cubicBezTo>
                <a:cubicBezTo>
                  <a:pt x="9312" y="19755"/>
                  <a:pt x="9312" y="19755"/>
                  <a:pt x="9312" y="19755"/>
                </a:cubicBezTo>
                <a:cubicBezTo>
                  <a:pt x="9027" y="20080"/>
                  <a:pt x="9027" y="20080"/>
                  <a:pt x="9027" y="20080"/>
                </a:cubicBezTo>
                <a:cubicBezTo>
                  <a:pt x="9027" y="20080"/>
                  <a:pt x="8838" y="20080"/>
                  <a:pt x="9027" y="20189"/>
                </a:cubicBezTo>
                <a:cubicBezTo>
                  <a:pt x="9122" y="20297"/>
                  <a:pt x="9217" y="20297"/>
                  <a:pt x="9312" y="20297"/>
                </a:cubicBezTo>
                <a:cubicBezTo>
                  <a:pt x="9501" y="20297"/>
                  <a:pt x="9880" y="20623"/>
                  <a:pt x="9975" y="20406"/>
                </a:cubicBezTo>
                <a:cubicBezTo>
                  <a:pt x="10069" y="20189"/>
                  <a:pt x="10069" y="20189"/>
                  <a:pt x="10164" y="20080"/>
                </a:cubicBezTo>
                <a:cubicBezTo>
                  <a:pt x="10164" y="19972"/>
                  <a:pt x="10164" y="19755"/>
                  <a:pt x="10354" y="19755"/>
                </a:cubicBezTo>
                <a:cubicBezTo>
                  <a:pt x="10448" y="19755"/>
                  <a:pt x="10638" y="19863"/>
                  <a:pt x="10638" y="19863"/>
                </a:cubicBezTo>
                <a:cubicBezTo>
                  <a:pt x="10543" y="20189"/>
                  <a:pt x="10543" y="20189"/>
                  <a:pt x="10543" y="20189"/>
                </a:cubicBezTo>
                <a:cubicBezTo>
                  <a:pt x="10543" y="20189"/>
                  <a:pt x="10733" y="20189"/>
                  <a:pt x="10922" y="20189"/>
                </a:cubicBezTo>
                <a:cubicBezTo>
                  <a:pt x="11017" y="20189"/>
                  <a:pt x="11017" y="20406"/>
                  <a:pt x="11206" y="20189"/>
                </a:cubicBezTo>
                <a:cubicBezTo>
                  <a:pt x="11301" y="19972"/>
                  <a:pt x="11301" y="19972"/>
                  <a:pt x="11491" y="19972"/>
                </a:cubicBezTo>
                <a:cubicBezTo>
                  <a:pt x="11680" y="19972"/>
                  <a:pt x="11869" y="19863"/>
                  <a:pt x="11964" y="19863"/>
                </a:cubicBezTo>
                <a:cubicBezTo>
                  <a:pt x="11964" y="19972"/>
                  <a:pt x="12154" y="19972"/>
                  <a:pt x="12248" y="19972"/>
                </a:cubicBezTo>
                <a:cubicBezTo>
                  <a:pt x="12248" y="19972"/>
                  <a:pt x="12627" y="20189"/>
                  <a:pt x="12627" y="20189"/>
                </a:cubicBezTo>
                <a:cubicBezTo>
                  <a:pt x="12722" y="20080"/>
                  <a:pt x="13101" y="20189"/>
                  <a:pt x="13101" y="20189"/>
                </a:cubicBezTo>
                <a:cubicBezTo>
                  <a:pt x="13101" y="20189"/>
                  <a:pt x="12059" y="21274"/>
                  <a:pt x="9785" y="21383"/>
                </a:cubicBezTo>
                <a:cubicBezTo>
                  <a:pt x="9785" y="21383"/>
                  <a:pt x="14901" y="21600"/>
                  <a:pt x="17743" y="15847"/>
                </a:cubicBezTo>
                <a:cubicBezTo>
                  <a:pt x="20680" y="10203"/>
                  <a:pt x="18596" y="2822"/>
                  <a:pt x="12059" y="326"/>
                </a:cubicBezTo>
                <a:cubicBezTo>
                  <a:pt x="12059" y="326"/>
                  <a:pt x="16985" y="2388"/>
                  <a:pt x="18312" y="7707"/>
                </a:cubicBezTo>
                <a:cubicBezTo>
                  <a:pt x="18217" y="7815"/>
                  <a:pt x="18217" y="7815"/>
                  <a:pt x="18217" y="7815"/>
                </a:cubicBezTo>
                <a:cubicBezTo>
                  <a:pt x="18122" y="7707"/>
                  <a:pt x="18122" y="7815"/>
                  <a:pt x="18027" y="7489"/>
                </a:cubicBezTo>
                <a:cubicBezTo>
                  <a:pt x="17933" y="7272"/>
                  <a:pt x="17933" y="7381"/>
                  <a:pt x="17933" y="7164"/>
                </a:cubicBezTo>
                <a:cubicBezTo>
                  <a:pt x="17838" y="6947"/>
                  <a:pt x="17838" y="7055"/>
                  <a:pt x="17743" y="6947"/>
                </a:cubicBezTo>
                <a:cubicBezTo>
                  <a:pt x="17554" y="6730"/>
                  <a:pt x="17554" y="6730"/>
                  <a:pt x="17459" y="6621"/>
                </a:cubicBezTo>
                <a:cubicBezTo>
                  <a:pt x="17364" y="6621"/>
                  <a:pt x="17269" y="6295"/>
                  <a:pt x="17269" y="6187"/>
                </a:cubicBezTo>
                <a:cubicBezTo>
                  <a:pt x="17175" y="6078"/>
                  <a:pt x="16985" y="5970"/>
                  <a:pt x="16891" y="5970"/>
                </a:cubicBezTo>
                <a:cubicBezTo>
                  <a:pt x="16796" y="5970"/>
                  <a:pt x="16891" y="5861"/>
                  <a:pt x="16796" y="5970"/>
                </a:cubicBezTo>
                <a:cubicBezTo>
                  <a:pt x="16796" y="6078"/>
                  <a:pt x="16985" y="6295"/>
                  <a:pt x="16985" y="6295"/>
                </a:cubicBezTo>
                <a:cubicBezTo>
                  <a:pt x="16985" y="6730"/>
                  <a:pt x="16985" y="6730"/>
                  <a:pt x="16985" y="6730"/>
                </a:cubicBezTo>
                <a:cubicBezTo>
                  <a:pt x="16985" y="6730"/>
                  <a:pt x="17080" y="7055"/>
                  <a:pt x="17080" y="7164"/>
                </a:cubicBezTo>
                <a:cubicBezTo>
                  <a:pt x="17080" y="7272"/>
                  <a:pt x="16985" y="7598"/>
                  <a:pt x="16985" y="7598"/>
                </a:cubicBezTo>
                <a:cubicBezTo>
                  <a:pt x="16985" y="7598"/>
                  <a:pt x="16891" y="7815"/>
                  <a:pt x="16796" y="7924"/>
                </a:cubicBezTo>
                <a:cubicBezTo>
                  <a:pt x="16701" y="7924"/>
                  <a:pt x="16227" y="8032"/>
                  <a:pt x="16227" y="8032"/>
                </a:cubicBezTo>
                <a:cubicBezTo>
                  <a:pt x="16227" y="8032"/>
                  <a:pt x="16038" y="7815"/>
                  <a:pt x="16038" y="7707"/>
                </a:cubicBezTo>
                <a:cubicBezTo>
                  <a:pt x="15943" y="7489"/>
                  <a:pt x="15659" y="7489"/>
                  <a:pt x="15564" y="7381"/>
                </a:cubicBezTo>
                <a:cubicBezTo>
                  <a:pt x="15564" y="7272"/>
                  <a:pt x="15659" y="7164"/>
                  <a:pt x="15469" y="6947"/>
                </a:cubicBezTo>
                <a:cubicBezTo>
                  <a:pt x="15375" y="6730"/>
                  <a:pt x="15469" y="6838"/>
                  <a:pt x="15375" y="6621"/>
                </a:cubicBezTo>
                <a:cubicBezTo>
                  <a:pt x="15185" y="6404"/>
                  <a:pt x="15185" y="6404"/>
                  <a:pt x="15185" y="6404"/>
                </a:cubicBezTo>
                <a:cubicBezTo>
                  <a:pt x="15185" y="6404"/>
                  <a:pt x="14806" y="6295"/>
                  <a:pt x="14901" y="6513"/>
                </a:cubicBezTo>
                <a:cubicBezTo>
                  <a:pt x="14996" y="6838"/>
                  <a:pt x="14901" y="7055"/>
                  <a:pt x="14996" y="7055"/>
                </a:cubicBezTo>
                <a:cubicBezTo>
                  <a:pt x="15091" y="7164"/>
                  <a:pt x="15185" y="7055"/>
                  <a:pt x="15280" y="7272"/>
                </a:cubicBezTo>
                <a:cubicBezTo>
                  <a:pt x="15375" y="7489"/>
                  <a:pt x="15375" y="7598"/>
                  <a:pt x="15375" y="7707"/>
                </a:cubicBezTo>
                <a:cubicBezTo>
                  <a:pt x="15469" y="7707"/>
                  <a:pt x="15469" y="8032"/>
                  <a:pt x="15564" y="8141"/>
                </a:cubicBezTo>
                <a:cubicBezTo>
                  <a:pt x="15659" y="8141"/>
                  <a:pt x="15943" y="8141"/>
                  <a:pt x="15943" y="8249"/>
                </a:cubicBezTo>
                <a:cubicBezTo>
                  <a:pt x="15848" y="8358"/>
                  <a:pt x="15754" y="8466"/>
                  <a:pt x="15943" y="8575"/>
                </a:cubicBezTo>
                <a:cubicBezTo>
                  <a:pt x="16038" y="8575"/>
                  <a:pt x="16038" y="8683"/>
                  <a:pt x="16133" y="8683"/>
                </a:cubicBezTo>
                <a:cubicBezTo>
                  <a:pt x="16227" y="8683"/>
                  <a:pt x="16227" y="8683"/>
                  <a:pt x="16322" y="8575"/>
                </a:cubicBezTo>
                <a:cubicBezTo>
                  <a:pt x="16512" y="8575"/>
                  <a:pt x="16701" y="8575"/>
                  <a:pt x="16701" y="8575"/>
                </a:cubicBezTo>
                <a:cubicBezTo>
                  <a:pt x="16701" y="8575"/>
                  <a:pt x="16891" y="8683"/>
                  <a:pt x="16891" y="8792"/>
                </a:cubicBezTo>
                <a:cubicBezTo>
                  <a:pt x="16891" y="8901"/>
                  <a:pt x="16796" y="9335"/>
                  <a:pt x="16796" y="9335"/>
                </a:cubicBezTo>
                <a:cubicBezTo>
                  <a:pt x="16606" y="9769"/>
                  <a:pt x="16606" y="9769"/>
                  <a:pt x="16606" y="9769"/>
                </a:cubicBezTo>
                <a:cubicBezTo>
                  <a:pt x="16606" y="9769"/>
                  <a:pt x="16606" y="10529"/>
                  <a:pt x="16512" y="10529"/>
                </a:cubicBezTo>
                <a:cubicBezTo>
                  <a:pt x="16417" y="10529"/>
                  <a:pt x="16322" y="10854"/>
                  <a:pt x="16227" y="10854"/>
                </a:cubicBezTo>
                <a:cubicBezTo>
                  <a:pt x="16133" y="10963"/>
                  <a:pt x="16133" y="11397"/>
                  <a:pt x="16133" y="11397"/>
                </a:cubicBezTo>
                <a:cubicBezTo>
                  <a:pt x="15943" y="11723"/>
                  <a:pt x="15943" y="11723"/>
                  <a:pt x="15943" y="11723"/>
                </a:cubicBezTo>
                <a:cubicBezTo>
                  <a:pt x="15943" y="11723"/>
                  <a:pt x="15943" y="12048"/>
                  <a:pt x="15943" y="12157"/>
                </a:cubicBezTo>
                <a:cubicBezTo>
                  <a:pt x="15943" y="12265"/>
                  <a:pt x="16038" y="12699"/>
                  <a:pt x="15943" y="12917"/>
                </a:cubicBezTo>
                <a:cubicBezTo>
                  <a:pt x="15943" y="13134"/>
                  <a:pt x="15659" y="13242"/>
                  <a:pt x="15659" y="13242"/>
                </a:cubicBezTo>
                <a:cubicBezTo>
                  <a:pt x="15659" y="13242"/>
                  <a:pt x="16038" y="13676"/>
                  <a:pt x="15848" y="13676"/>
                </a:cubicBezTo>
                <a:cubicBezTo>
                  <a:pt x="15659" y="13785"/>
                  <a:pt x="15469" y="14002"/>
                  <a:pt x="15469" y="14111"/>
                </a:cubicBezTo>
                <a:cubicBezTo>
                  <a:pt x="15375" y="14219"/>
                  <a:pt x="15375" y="14328"/>
                  <a:pt x="15280" y="14328"/>
                </a:cubicBezTo>
                <a:cubicBezTo>
                  <a:pt x="15185" y="14436"/>
                  <a:pt x="14996" y="14436"/>
                  <a:pt x="14996" y="14545"/>
                </a:cubicBezTo>
                <a:cubicBezTo>
                  <a:pt x="14996" y="14545"/>
                  <a:pt x="14996" y="14870"/>
                  <a:pt x="14996" y="14870"/>
                </a:cubicBezTo>
                <a:cubicBezTo>
                  <a:pt x="14617" y="15413"/>
                  <a:pt x="14617" y="15413"/>
                  <a:pt x="14617" y="15413"/>
                </a:cubicBezTo>
                <a:cubicBezTo>
                  <a:pt x="14238" y="15847"/>
                  <a:pt x="14238" y="15847"/>
                  <a:pt x="14238" y="15847"/>
                </a:cubicBezTo>
                <a:cubicBezTo>
                  <a:pt x="14238" y="15847"/>
                  <a:pt x="14238" y="16173"/>
                  <a:pt x="14143" y="16173"/>
                </a:cubicBezTo>
                <a:cubicBezTo>
                  <a:pt x="14048" y="16173"/>
                  <a:pt x="13575" y="16390"/>
                  <a:pt x="13480" y="16498"/>
                </a:cubicBezTo>
                <a:cubicBezTo>
                  <a:pt x="13480" y="16498"/>
                  <a:pt x="13101" y="16716"/>
                  <a:pt x="13006" y="16716"/>
                </a:cubicBezTo>
                <a:cubicBezTo>
                  <a:pt x="12912" y="16716"/>
                  <a:pt x="13101" y="17041"/>
                  <a:pt x="12912" y="16716"/>
                </a:cubicBezTo>
                <a:cubicBezTo>
                  <a:pt x="12722" y="16390"/>
                  <a:pt x="12817" y="16607"/>
                  <a:pt x="12722" y="16173"/>
                </a:cubicBezTo>
                <a:cubicBezTo>
                  <a:pt x="12533" y="15739"/>
                  <a:pt x="12533" y="16064"/>
                  <a:pt x="12533" y="15739"/>
                </a:cubicBezTo>
                <a:cubicBezTo>
                  <a:pt x="12533" y="15522"/>
                  <a:pt x="12533" y="15739"/>
                  <a:pt x="12533" y="15522"/>
                </a:cubicBezTo>
                <a:cubicBezTo>
                  <a:pt x="12533" y="15196"/>
                  <a:pt x="12627" y="15413"/>
                  <a:pt x="12438" y="15087"/>
                </a:cubicBezTo>
                <a:cubicBezTo>
                  <a:pt x="12343" y="14762"/>
                  <a:pt x="12343" y="14870"/>
                  <a:pt x="12154" y="14653"/>
                </a:cubicBezTo>
                <a:cubicBezTo>
                  <a:pt x="11964" y="14436"/>
                  <a:pt x="11869" y="14653"/>
                  <a:pt x="11964" y="14328"/>
                </a:cubicBezTo>
                <a:cubicBezTo>
                  <a:pt x="12059" y="14002"/>
                  <a:pt x="12059" y="14328"/>
                  <a:pt x="12059" y="14002"/>
                </a:cubicBezTo>
                <a:cubicBezTo>
                  <a:pt x="12154" y="13676"/>
                  <a:pt x="12059" y="13568"/>
                  <a:pt x="12248" y="13459"/>
                </a:cubicBezTo>
                <a:cubicBezTo>
                  <a:pt x="12438" y="13351"/>
                  <a:pt x="12533" y="13242"/>
                  <a:pt x="12533" y="13134"/>
                </a:cubicBezTo>
                <a:cubicBezTo>
                  <a:pt x="12533" y="12917"/>
                  <a:pt x="12533" y="12808"/>
                  <a:pt x="12533" y="12699"/>
                </a:cubicBezTo>
                <a:cubicBezTo>
                  <a:pt x="12438" y="12591"/>
                  <a:pt x="12248" y="12374"/>
                  <a:pt x="12248" y="12265"/>
                </a:cubicBezTo>
                <a:cubicBezTo>
                  <a:pt x="12248" y="12157"/>
                  <a:pt x="12248" y="12265"/>
                  <a:pt x="12059" y="12048"/>
                </a:cubicBezTo>
                <a:cubicBezTo>
                  <a:pt x="11964" y="11831"/>
                  <a:pt x="11869" y="11723"/>
                  <a:pt x="11869" y="11723"/>
                </a:cubicBezTo>
                <a:cubicBezTo>
                  <a:pt x="11869" y="11723"/>
                  <a:pt x="11869" y="11180"/>
                  <a:pt x="11869" y="10963"/>
                </a:cubicBezTo>
                <a:cubicBezTo>
                  <a:pt x="11869" y="10746"/>
                  <a:pt x="11775" y="11071"/>
                  <a:pt x="11869" y="10746"/>
                </a:cubicBezTo>
                <a:cubicBezTo>
                  <a:pt x="11869" y="10420"/>
                  <a:pt x="11869" y="10203"/>
                  <a:pt x="11869" y="10203"/>
                </a:cubicBezTo>
                <a:cubicBezTo>
                  <a:pt x="11869" y="10203"/>
                  <a:pt x="11585" y="9986"/>
                  <a:pt x="11491" y="9986"/>
                </a:cubicBezTo>
                <a:cubicBezTo>
                  <a:pt x="11301" y="9986"/>
                  <a:pt x="11301" y="10203"/>
                  <a:pt x="11112" y="10094"/>
                </a:cubicBezTo>
                <a:cubicBezTo>
                  <a:pt x="10922" y="9877"/>
                  <a:pt x="11017" y="9769"/>
                  <a:pt x="10922" y="9660"/>
                </a:cubicBezTo>
                <a:cubicBezTo>
                  <a:pt x="10827" y="9660"/>
                  <a:pt x="10733" y="9660"/>
                  <a:pt x="10638" y="9769"/>
                </a:cubicBezTo>
                <a:cubicBezTo>
                  <a:pt x="10543" y="9877"/>
                  <a:pt x="10259" y="9877"/>
                  <a:pt x="10069" y="9877"/>
                </a:cubicBezTo>
                <a:cubicBezTo>
                  <a:pt x="9880" y="9986"/>
                  <a:pt x="9785" y="9986"/>
                  <a:pt x="9501" y="9986"/>
                </a:cubicBezTo>
                <a:cubicBezTo>
                  <a:pt x="9312" y="9986"/>
                  <a:pt x="8933" y="10094"/>
                  <a:pt x="8743" y="9986"/>
                </a:cubicBezTo>
                <a:cubicBezTo>
                  <a:pt x="8554" y="9877"/>
                  <a:pt x="8554" y="9986"/>
                  <a:pt x="8459" y="9769"/>
                </a:cubicBezTo>
                <a:cubicBezTo>
                  <a:pt x="8364" y="9552"/>
                  <a:pt x="8459" y="9552"/>
                  <a:pt x="8269" y="9443"/>
                </a:cubicBezTo>
                <a:cubicBezTo>
                  <a:pt x="8080" y="9335"/>
                  <a:pt x="7985" y="9443"/>
                  <a:pt x="7985" y="9226"/>
                </a:cubicBezTo>
                <a:cubicBezTo>
                  <a:pt x="7985" y="8901"/>
                  <a:pt x="8080" y="9009"/>
                  <a:pt x="7891" y="8792"/>
                </a:cubicBezTo>
                <a:cubicBezTo>
                  <a:pt x="7796" y="8575"/>
                  <a:pt x="7985" y="8901"/>
                  <a:pt x="7796" y="8575"/>
                </a:cubicBezTo>
                <a:cubicBezTo>
                  <a:pt x="7512" y="8249"/>
                  <a:pt x="7417" y="8575"/>
                  <a:pt x="7512" y="8249"/>
                </a:cubicBezTo>
                <a:cubicBezTo>
                  <a:pt x="7606" y="8032"/>
                  <a:pt x="7701" y="8141"/>
                  <a:pt x="7701" y="7924"/>
                </a:cubicBezTo>
                <a:cubicBezTo>
                  <a:pt x="7701" y="7598"/>
                  <a:pt x="8080" y="8032"/>
                  <a:pt x="7796" y="7381"/>
                </a:cubicBezTo>
                <a:cubicBezTo>
                  <a:pt x="7606" y="6838"/>
                  <a:pt x="7512" y="6947"/>
                  <a:pt x="7796" y="6513"/>
                </a:cubicBezTo>
                <a:cubicBezTo>
                  <a:pt x="7985" y="5970"/>
                  <a:pt x="8269" y="5861"/>
                  <a:pt x="8364" y="5753"/>
                </a:cubicBezTo>
                <a:cubicBezTo>
                  <a:pt x="8364" y="5644"/>
                  <a:pt x="8459" y="5427"/>
                  <a:pt x="8554" y="5319"/>
                </a:cubicBezTo>
                <a:cubicBezTo>
                  <a:pt x="8648" y="5210"/>
                  <a:pt x="8554" y="5210"/>
                  <a:pt x="8743" y="5210"/>
                </a:cubicBezTo>
                <a:cubicBezTo>
                  <a:pt x="8933" y="5210"/>
                  <a:pt x="9217" y="5102"/>
                  <a:pt x="9312" y="4993"/>
                </a:cubicBezTo>
                <a:cubicBezTo>
                  <a:pt x="9406" y="4884"/>
                  <a:pt x="9596" y="4559"/>
                  <a:pt x="9691" y="4559"/>
                </a:cubicBezTo>
                <a:cubicBezTo>
                  <a:pt x="9785" y="4559"/>
                  <a:pt x="9785" y="4559"/>
                  <a:pt x="9975" y="4559"/>
                </a:cubicBezTo>
                <a:cubicBezTo>
                  <a:pt x="10164" y="4450"/>
                  <a:pt x="10164" y="4450"/>
                  <a:pt x="10354" y="4450"/>
                </a:cubicBezTo>
                <a:cubicBezTo>
                  <a:pt x="10448" y="4450"/>
                  <a:pt x="10164" y="4559"/>
                  <a:pt x="10543" y="4450"/>
                </a:cubicBezTo>
                <a:cubicBezTo>
                  <a:pt x="10922" y="4342"/>
                  <a:pt x="10827" y="4342"/>
                  <a:pt x="10922" y="4342"/>
                </a:cubicBezTo>
                <a:cubicBezTo>
                  <a:pt x="11017" y="4342"/>
                  <a:pt x="11017" y="4450"/>
                  <a:pt x="11112" y="4450"/>
                </a:cubicBezTo>
                <a:cubicBezTo>
                  <a:pt x="11301" y="4450"/>
                  <a:pt x="11301" y="4125"/>
                  <a:pt x="11301" y="4450"/>
                </a:cubicBezTo>
                <a:cubicBezTo>
                  <a:pt x="11301" y="4884"/>
                  <a:pt x="11206" y="4993"/>
                  <a:pt x="11396" y="4993"/>
                </a:cubicBezTo>
                <a:cubicBezTo>
                  <a:pt x="11680" y="5102"/>
                  <a:pt x="11396" y="5102"/>
                  <a:pt x="11680" y="5102"/>
                </a:cubicBezTo>
                <a:cubicBezTo>
                  <a:pt x="11964" y="5102"/>
                  <a:pt x="11869" y="5102"/>
                  <a:pt x="12059" y="5210"/>
                </a:cubicBezTo>
                <a:cubicBezTo>
                  <a:pt x="12154" y="5210"/>
                  <a:pt x="12248" y="5319"/>
                  <a:pt x="12438" y="5319"/>
                </a:cubicBezTo>
                <a:cubicBezTo>
                  <a:pt x="12627" y="5319"/>
                  <a:pt x="12343" y="5644"/>
                  <a:pt x="12627" y="5319"/>
                </a:cubicBezTo>
                <a:cubicBezTo>
                  <a:pt x="12912" y="4993"/>
                  <a:pt x="12438" y="4993"/>
                  <a:pt x="12912" y="4993"/>
                </a:cubicBezTo>
                <a:cubicBezTo>
                  <a:pt x="13385" y="5102"/>
                  <a:pt x="13480" y="5210"/>
                  <a:pt x="13575" y="5210"/>
                </a:cubicBezTo>
                <a:cubicBezTo>
                  <a:pt x="13669" y="5102"/>
                  <a:pt x="13669" y="5210"/>
                  <a:pt x="13859" y="5102"/>
                </a:cubicBezTo>
                <a:cubicBezTo>
                  <a:pt x="14143" y="4993"/>
                  <a:pt x="14143" y="4993"/>
                  <a:pt x="14238" y="4993"/>
                </a:cubicBezTo>
                <a:cubicBezTo>
                  <a:pt x="14333" y="5102"/>
                  <a:pt x="14333" y="5319"/>
                  <a:pt x="14427" y="5102"/>
                </a:cubicBezTo>
                <a:cubicBezTo>
                  <a:pt x="14522" y="4884"/>
                  <a:pt x="14712" y="4884"/>
                  <a:pt x="14427" y="4776"/>
                </a:cubicBezTo>
                <a:cubicBezTo>
                  <a:pt x="14143" y="4559"/>
                  <a:pt x="14048" y="4776"/>
                  <a:pt x="14048" y="4559"/>
                </a:cubicBezTo>
                <a:cubicBezTo>
                  <a:pt x="13954" y="4342"/>
                  <a:pt x="14238" y="4450"/>
                  <a:pt x="13954" y="4342"/>
                </a:cubicBezTo>
                <a:cubicBezTo>
                  <a:pt x="13669" y="4342"/>
                  <a:pt x="13764" y="4342"/>
                  <a:pt x="13575" y="4233"/>
                </a:cubicBezTo>
                <a:cubicBezTo>
                  <a:pt x="13385" y="4125"/>
                  <a:pt x="13196" y="4450"/>
                  <a:pt x="13101" y="4233"/>
                </a:cubicBezTo>
                <a:cubicBezTo>
                  <a:pt x="13006" y="4016"/>
                  <a:pt x="12627" y="4450"/>
                  <a:pt x="13006" y="4016"/>
                </a:cubicBezTo>
                <a:cubicBezTo>
                  <a:pt x="13385" y="3690"/>
                  <a:pt x="13196" y="3473"/>
                  <a:pt x="13480" y="3582"/>
                </a:cubicBezTo>
                <a:cubicBezTo>
                  <a:pt x="13764" y="3690"/>
                  <a:pt x="13669" y="3908"/>
                  <a:pt x="13764" y="3799"/>
                </a:cubicBezTo>
                <a:cubicBezTo>
                  <a:pt x="13954" y="3582"/>
                  <a:pt x="14238" y="3473"/>
                  <a:pt x="13954" y="3256"/>
                </a:cubicBezTo>
                <a:cubicBezTo>
                  <a:pt x="13669" y="3039"/>
                  <a:pt x="13859" y="3148"/>
                  <a:pt x="13575" y="3039"/>
                </a:cubicBezTo>
                <a:cubicBezTo>
                  <a:pt x="13291" y="2822"/>
                  <a:pt x="13006" y="3582"/>
                  <a:pt x="12912" y="3473"/>
                </a:cubicBezTo>
                <a:cubicBezTo>
                  <a:pt x="12817" y="3365"/>
                  <a:pt x="12722" y="3256"/>
                  <a:pt x="12627" y="3365"/>
                </a:cubicBezTo>
                <a:cubicBezTo>
                  <a:pt x="12533" y="3365"/>
                  <a:pt x="12533" y="3690"/>
                  <a:pt x="12533" y="3908"/>
                </a:cubicBezTo>
                <a:cubicBezTo>
                  <a:pt x="12533" y="4125"/>
                  <a:pt x="12627" y="4125"/>
                  <a:pt x="12343" y="4016"/>
                </a:cubicBezTo>
                <a:cubicBezTo>
                  <a:pt x="12059" y="3799"/>
                  <a:pt x="12722" y="3908"/>
                  <a:pt x="12059" y="3582"/>
                </a:cubicBezTo>
                <a:cubicBezTo>
                  <a:pt x="11396" y="3365"/>
                  <a:pt x="11206" y="3365"/>
                  <a:pt x="11112" y="3473"/>
                </a:cubicBezTo>
                <a:cubicBezTo>
                  <a:pt x="11017" y="3582"/>
                  <a:pt x="10922" y="3582"/>
                  <a:pt x="10827" y="3690"/>
                </a:cubicBezTo>
                <a:cubicBezTo>
                  <a:pt x="10733" y="3799"/>
                  <a:pt x="11017" y="3908"/>
                  <a:pt x="10733" y="3799"/>
                </a:cubicBezTo>
                <a:cubicBezTo>
                  <a:pt x="10448" y="3582"/>
                  <a:pt x="10259" y="3799"/>
                  <a:pt x="10259" y="3799"/>
                </a:cubicBezTo>
                <a:cubicBezTo>
                  <a:pt x="10259" y="3799"/>
                  <a:pt x="10164" y="3799"/>
                  <a:pt x="10069" y="3908"/>
                </a:cubicBezTo>
                <a:cubicBezTo>
                  <a:pt x="9880" y="4016"/>
                  <a:pt x="9691" y="4125"/>
                  <a:pt x="9596" y="4016"/>
                </a:cubicBezTo>
                <a:cubicBezTo>
                  <a:pt x="9406" y="4016"/>
                  <a:pt x="9122" y="4125"/>
                  <a:pt x="9406" y="3690"/>
                </a:cubicBezTo>
                <a:cubicBezTo>
                  <a:pt x="9596" y="3365"/>
                  <a:pt x="9406" y="3582"/>
                  <a:pt x="9785" y="3365"/>
                </a:cubicBezTo>
                <a:cubicBezTo>
                  <a:pt x="10164" y="3256"/>
                  <a:pt x="10733" y="3148"/>
                  <a:pt x="10259" y="3039"/>
                </a:cubicBezTo>
                <a:cubicBezTo>
                  <a:pt x="9785" y="2931"/>
                  <a:pt x="10543" y="2931"/>
                  <a:pt x="9880" y="2605"/>
                </a:cubicBezTo>
                <a:cubicBezTo>
                  <a:pt x="9217" y="2279"/>
                  <a:pt x="9217" y="2714"/>
                  <a:pt x="9217" y="2279"/>
                </a:cubicBezTo>
                <a:cubicBezTo>
                  <a:pt x="9312" y="1737"/>
                  <a:pt x="9217" y="1737"/>
                  <a:pt x="9122" y="1737"/>
                </a:cubicBezTo>
                <a:cubicBezTo>
                  <a:pt x="8933" y="1737"/>
                  <a:pt x="8554" y="1845"/>
                  <a:pt x="8364" y="1954"/>
                </a:cubicBezTo>
                <a:cubicBezTo>
                  <a:pt x="8269" y="1954"/>
                  <a:pt x="8459" y="2062"/>
                  <a:pt x="8175" y="1845"/>
                </a:cubicBezTo>
                <a:cubicBezTo>
                  <a:pt x="7796" y="1628"/>
                  <a:pt x="7701" y="1954"/>
                  <a:pt x="7796" y="1628"/>
                </a:cubicBezTo>
                <a:cubicBezTo>
                  <a:pt x="7985" y="1411"/>
                  <a:pt x="7985" y="1303"/>
                  <a:pt x="8175" y="1194"/>
                </a:cubicBezTo>
                <a:cubicBezTo>
                  <a:pt x="8364" y="977"/>
                  <a:pt x="8269" y="326"/>
                  <a:pt x="8743" y="543"/>
                </a:cubicBezTo>
                <a:cubicBezTo>
                  <a:pt x="9122" y="868"/>
                  <a:pt x="9027" y="760"/>
                  <a:pt x="9312" y="760"/>
                </a:cubicBezTo>
                <a:cubicBezTo>
                  <a:pt x="9691" y="760"/>
                  <a:pt x="9880" y="760"/>
                  <a:pt x="9880" y="651"/>
                </a:cubicBezTo>
                <a:cubicBezTo>
                  <a:pt x="9880" y="543"/>
                  <a:pt x="9406" y="326"/>
                  <a:pt x="9406" y="326"/>
                </a:cubicBezTo>
                <a:cubicBezTo>
                  <a:pt x="9406" y="326"/>
                  <a:pt x="9312" y="434"/>
                  <a:pt x="9406" y="326"/>
                </a:cubicBezTo>
                <a:cubicBezTo>
                  <a:pt x="9406" y="217"/>
                  <a:pt x="9501" y="109"/>
                  <a:pt x="9501" y="109"/>
                </a:cubicBezTo>
                <a:cubicBezTo>
                  <a:pt x="9406" y="0"/>
                  <a:pt x="9406" y="0"/>
                  <a:pt x="9406" y="0"/>
                </a:cubicBezTo>
                <a:cubicBezTo>
                  <a:pt x="9406" y="0"/>
                  <a:pt x="8175" y="0"/>
                  <a:pt x="7796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7" name="Freeform 36"/>
          <p:cNvSpPr/>
          <p:nvPr/>
        </p:nvSpPr>
        <p:spPr xmlns:m="http://schemas.openxmlformats.org/officeDocument/2006/math" xmlns:a14="http://schemas.microsoft.com/office/drawing/2010/main">
          <a:xfrm>
            <a:off x="8513112" y="5359535"/>
            <a:ext cx="139206" cy="168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87" h="21600" fill="norm" stroke="1" extrusionOk="0">
                <a:moveTo>
                  <a:pt x="14641" y="1403"/>
                </a:moveTo>
                <a:cubicBezTo>
                  <a:pt x="14641" y="7855"/>
                  <a:pt x="14641" y="7855"/>
                  <a:pt x="14641" y="7855"/>
                </a:cubicBezTo>
                <a:cubicBezTo>
                  <a:pt x="14641" y="7855"/>
                  <a:pt x="12647" y="11221"/>
                  <a:pt x="7995" y="12623"/>
                </a:cubicBezTo>
                <a:cubicBezTo>
                  <a:pt x="3675" y="13745"/>
                  <a:pt x="-313" y="15709"/>
                  <a:pt x="19" y="17953"/>
                </a:cubicBezTo>
                <a:cubicBezTo>
                  <a:pt x="352" y="19917"/>
                  <a:pt x="5669" y="21600"/>
                  <a:pt x="21287" y="21600"/>
                </a:cubicBezTo>
                <a:cubicBezTo>
                  <a:pt x="21287" y="0"/>
                  <a:pt x="21287" y="0"/>
                  <a:pt x="21287" y="0"/>
                </a:cubicBezTo>
                <a:lnTo>
                  <a:pt x="14641" y="1403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8" name="Freeform 37"/>
          <p:cNvSpPr/>
          <p:nvPr/>
        </p:nvSpPr>
        <p:spPr xmlns:m="http://schemas.openxmlformats.org/officeDocument/2006/math" xmlns:a14="http://schemas.microsoft.com/office/drawing/2010/main">
          <a:xfrm>
            <a:off x="8636445" y="5359535"/>
            <a:ext cx="132825" cy="168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67" h="21600" fill="norm" stroke="1" extrusionOk="0">
                <a:moveTo>
                  <a:pt x="4877" y="1403"/>
                </a:moveTo>
                <a:cubicBezTo>
                  <a:pt x="4877" y="7855"/>
                  <a:pt x="4877" y="7855"/>
                  <a:pt x="4877" y="7855"/>
                </a:cubicBezTo>
                <a:cubicBezTo>
                  <a:pt x="4877" y="7855"/>
                  <a:pt x="6619" y="11221"/>
                  <a:pt x="11148" y="12623"/>
                </a:cubicBezTo>
                <a:cubicBezTo>
                  <a:pt x="16026" y="13745"/>
                  <a:pt x="21600" y="15709"/>
                  <a:pt x="21252" y="17953"/>
                </a:cubicBezTo>
                <a:cubicBezTo>
                  <a:pt x="20903" y="19917"/>
                  <a:pt x="11845" y="21600"/>
                  <a:pt x="0" y="21600"/>
                </a:cubicBezTo>
                <a:cubicBezTo>
                  <a:pt x="0" y="0"/>
                  <a:pt x="0" y="0"/>
                  <a:pt x="0" y="0"/>
                </a:cubicBezTo>
                <a:lnTo>
                  <a:pt x="4877" y="1403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9" name="Freeform 38"/>
          <p:cNvSpPr/>
          <p:nvPr/>
        </p:nvSpPr>
        <p:spPr xmlns:m="http://schemas.openxmlformats.org/officeDocument/2006/math" xmlns:a14="http://schemas.microsoft.com/office/drawing/2010/main">
          <a:xfrm>
            <a:off x="8399970" y="4873887"/>
            <a:ext cx="499934" cy="503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871" y="1122"/>
                </a:moveTo>
                <a:cubicBezTo>
                  <a:pt x="18501" y="2992"/>
                  <a:pt x="20191" y="6078"/>
                  <a:pt x="20191" y="9631"/>
                </a:cubicBezTo>
                <a:cubicBezTo>
                  <a:pt x="20191" y="15429"/>
                  <a:pt x="15496" y="20197"/>
                  <a:pt x="9579" y="20197"/>
                </a:cubicBezTo>
                <a:cubicBezTo>
                  <a:pt x="6104" y="20197"/>
                  <a:pt x="3099" y="18514"/>
                  <a:pt x="1127" y="15990"/>
                </a:cubicBezTo>
                <a:cubicBezTo>
                  <a:pt x="0" y="16925"/>
                  <a:pt x="0" y="16925"/>
                  <a:pt x="0" y="16925"/>
                </a:cubicBezTo>
                <a:cubicBezTo>
                  <a:pt x="2254" y="19730"/>
                  <a:pt x="5729" y="21600"/>
                  <a:pt x="9579" y="21600"/>
                </a:cubicBezTo>
                <a:cubicBezTo>
                  <a:pt x="16247" y="21600"/>
                  <a:pt x="21600" y="16270"/>
                  <a:pt x="21600" y="9631"/>
                </a:cubicBezTo>
                <a:cubicBezTo>
                  <a:pt x="21600" y="5704"/>
                  <a:pt x="19722" y="2151"/>
                  <a:pt x="16717" y="0"/>
                </a:cubicBezTo>
                <a:lnTo>
                  <a:pt x="15871" y="1122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0" name="Freeform 39"/>
          <p:cNvSpPr/>
          <p:nvPr/>
        </p:nvSpPr>
        <p:spPr xmlns:m="http://schemas.openxmlformats.org/officeDocument/2006/math" xmlns:a14="http://schemas.microsoft.com/office/drawing/2010/main">
          <a:xfrm>
            <a:off x="8403144" y="4883409"/>
            <a:ext cx="442799" cy="441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53" y="21600"/>
                </a:moveTo>
                <a:cubicBezTo>
                  <a:pt x="16812" y="21600"/>
                  <a:pt x="21600" y="16705"/>
                  <a:pt x="21600" y="10747"/>
                </a:cubicBezTo>
                <a:cubicBezTo>
                  <a:pt x="21600" y="4788"/>
                  <a:pt x="16812" y="0"/>
                  <a:pt x="10853" y="0"/>
                </a:cubicBezTo>
                <a:cubicBezTo>
                  <a:pt x="10853" y="532"/>
                  <a:pt x="10853" y="532"/>
                  <a:pt x="10853" y="532"/>
                </a:cubicBezTo>
                <a:cubicBezTo>
                  <a:pt x="16493" y="532"/>
                  <a:pt x="21068" y="5107"/>
                  <a:pt x="21068" y="10747"/>
                </a:cubicBezTo>
                <a:cubicBezTo>
                  <a:pt x="21068" y="16493"/>
                  <a:pt x="16493" y="21068"/>
                  <a:pt x="10853" y="21068"/>
                </a:cubicBezTo>
                <a:lnTo>
                  <a:pt x="10853" y="21600"/>
                </a:lnTo>
                <a:close/>
                <a:moveTo>
                  <a:pt x="10853" y="0"/>
                </a:moveTo>
                <a:cubicBezTo>
                  <a:pt x="4895" y="0"/>
                  <a:pt x="0" y="4788"/>
                  <a:pt x="0" y="10747"/>
                </a:cubicBezTo>
                <a:cubicBezTo>
                  <a:pt x="0" y="16705"/>
                  <a:pt x="4895" y="21600"/>
                  <a:pt x="10853" y="21600"/>
                </a:cubicBezTo>
                <a:cubicBezTo>
                  <a:pt x="10853" y="21600"/>
                  <a:pt x="10853" y="21600"/>
                  <a:pt x="10853" y="21600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5107" y="21068"/>
                  <a:pt x="532" y="16493"/>
                  <a:pt x="532" y="10747"/>
                </a:cubicBezTo>
                <a:cubicBezTo>
                  <a:pt x="532" y="5107"/>
                  <a:pt x="5107" y="532"/>
                  <a:pt x="10853" y="532"/>
                </a:cubicBezTo>
                <a:cubicBezTo>
                  <a:pt x="10853" y="532"/>
                  <a:pt x="10853" y="532"/>
                  <a:pt x="10853" y="532"/>
                </a:cubicBezTo>
                <a:cubicBezTo>
                  <a:pt x="10853" y="0"/>
                  <a:pt x="10853" y="0"/>
                  <a:pt x="10853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1" name="Freeform 40"/>
          <p:cNvSpPr/>
          <p:nvPr/>
        </p:nvSpPr>
        <p:spPr xmlns:m="http://schemas.openxmlformats.org/officeDocument/2006/math" xmlns:a14="http://schemas.microsoft.com/office/drawing/2010/main">
          <a:xfrm>
            <a:off x="8413185" y="4891345"/>
            <a:ext cx="438031" cy="4289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46" h="21384" fill="norm" stroke="1" extrusionOk="0">
                <a:moveTo>
                  <a:pt x="7796" y="0"/>
                </a:moveTo>
                <a:cubicBezTo>
                  <a:pt x="7796" y="0"/>
                  <a:pt x="4575" y="543"/>
                  <a:pt x="2396" y="3365"/>
                </a:cubicBezTo>
                <a:cubicBezTo>
                  <a:pt x="2396" y="3365"/>
                  <a:pt x="4101" y="1411"/>
                  <a:pt x="5143" y="1411"/>
                </a:cubicBezTo>
                <a:cubicBezTo>
                  <a:pt x="5333" y="1520"/>
                  <a:pt x="5333" y="1520"/>
                  <a:pt x="5333" y="1520"/>
                </a:cubicBezTo>
                <a:cubicBezTo>
                  <a:pt x="5333" y="1520"/>
                  <a:pt x="5333" y="1628"/>
                  <a:pt x="5238" y="1628"/>
                </a:cubicBezTo>
                <a:cubicBezTo>
                  <a:pt x="5238" y="1737"/>
                  <a:pt x="5143" y="1845"/>
                  <a:pt x="5143" y="1954"/>
                </a:cubicBezTo>
                <a:cubicBezTo>
                  <a:pt x="5143" y="1954"/>
                  <a:pt x="5143" y="2171"/>
                  <a:pt x="5143" y="2171"/>
                </a:cubicBezTo>
                <a:cubicBezTo>
                  <a:pt x="5048" y="2279"/>
                  <a:pt x="5048" y="2279"/>
                  <a:pt x="5048" y="2279"/>
                </a:cubicBezTo>
                <a:cubicBezTo>
                  <a:pt x="5048" y="2279"/>
                  <a:pt x="4954" y="2279"/>
                  <a:pt x="4954" y="2388"/>
                </a:cubicBezTo>
                <a:cubicBezTo>
                  <a:pt x="4954" y="2388"/>
                  <a:pt x="4859" y="2388"/>
                  <a:pt x="4859" y="2496"/>
                </a:cubicBezTo>
                <a:cubicBezTo>
                  <a:pt x="4859" y="2605"/>
                  <a:pt x="4859" y="2714"/>
                  <a:pt x="4859" y="2714"/>
                </a:cubicBezTo>
                <a:cubicBezTo>
                  <a:pt x="4954" y="2931"/>
                  <a:pt x="4954" y="2931"/>
                  <a:pt x="4954" y="2931"/>
                </a:cubicBezTo>
                <a:cubicBezTo>
                  <a:pt x="4859" y="3039"/>
                  <a:pt x="4859" y="3039"/>
                  <a:pt x="4859" y="3039"/>
                </a:cubicBezTo>
                <a:cubicBezTo>
                  <a:pt x="4669" y="3148"/>
                  <a:pt x="4669" y="3148"/>
                  <a:pt x="4669" y="3148"/>
                </a:cubicBezTo>
                <a:cubicBezTo>
                  <a:pt x="4669" y="3148"/>
                  <a:pt x="4575" y="3148"/>
                  <a:pt x="4480" y="3148"/>
                </a:cubicBezTo>
                <a:cubicBezTo>
                  <a:pt x="4385" y="3148"/>
                  <a:pt x="4385" y="2931"/>
                  <a:pt x="4385" y="2931"/>
                </a:cubicBezTo>
                <a:cubicBezTo>
                  <a:pt x="4575" y="2822"/>
                  <a:pt x="4575" y="2822"/>
                  <a:pt x="4575" y="2822"/>
                </a:cubicBezTo>
                <a:cubicBezTo>
                  <a:pt x="4575" y="2822"/>
                  <a:pt x="4575" y="2822"/>
                  <a:pt x="4575" y="2714"/>
                </a:cubicBezTo>
                <a:cubicBezTo>
                  <a:pt x="4480" y="2714"/>
                  <a:pt x="4480" y="2605"/>
                  <a:pt x="4385" y="2605"/>
                </a:cubicBezTo>
                <a:cubicBezTo>
                  <a:pt x="4291" y="2605"/>
                  <a:pt x="4196" y="2822"/>
                  <a:pt x="4196" y="2822"/>
                </a:cubicBezTo>
                <a:cubicBezTo>
                  <a:pt x="4006" y="2931"/>
                  <a:pt x="4006" y="2931"/>
                  <a:pt x="4006" y="2931"/>
                </a:cubicBezTo>
                <a:cubicBezTo>
                  <a:pt x="4006" y="2931"/>
                  <a:pt x="3912" y="3148"/>
                  <a:pt x="3912" y="3148"/>
                </a:cubicBezTo>
                <a:cubicBezTo>
                  <a:pt x="4006" y="3148"/>
                  <a:pt x="4101" y="3148"/>
                  <a:pt x="4101" y="3148"/>
                </a:cubicBezTo>
                <a:cubicBezTo>
                  <a:pt x="4101" y="3148"/>
                  <a:pt x="4101" y="3256"/>
                  <a:pt x="4101" y="3365"/>
                </a:cubicBezTo>
                <a:cubicBezTo>
                  <a:pt x="4101" y="3365"/>
                  <a:pt x="4006" y="3473"/>
                  <a:pt x="4006" y="3473"/>
                </a:cubicBezTo>
                <a:cubicBezTo>
                  <a:pt x="4006" y="3473"/>
                  <a:pt x="4006" y="3582"/>
                  <a:pt x="3912" y="3582"/>
                </a:cubicBezTo>
                <a:cubicBezTo>
                  <a:pt x="3817" y="3473"/>
                  <a:pt x="3722" y="3473"/>
                  <a:pt x="3627" y="3473"/>
                </a:cubicBezTo>
                <a:cubicBezTo>
                  <a:pt x="3533" y="3473"/>
                  <a:pt x="3438" y="3365"/>
                  <a:pt x="3438" y="3473"/>
                </a:cubicBezTo>
                <a:cubicBezTo>
                  <a:pt x="3343" y="3473"/>
                  <a:pt x="3343" y="3473"/>
                  <a:pt x="3343" y="3473"/>
                </a:cubicBezTo>
                <a:cubicBezTo>
                  <a:pt x="3343" y="3582"/>
                  <a:pt x="3059" y="3690"/>
                  <a:pt x="3059" y="3690"/>
                </a:cubicBezTo>
                <a:cubicBezTo>
                  <a:pt x="3059" y="3690"/>
                  <a:pt x="2964" y="3799"/>
                  <a:pt x="2964" y="3799"/>
                </a:cubicBezTo>
                <a:cubicBezTo>
                  <a:pt x="2964" y="3799"/>
                  <a:pt x="2964" y="4016"/>
                  <a:pt x="2964" y="4016"/>
                </a:cubicBezTo>
                <a:cubicBezTo>
                  <a:pt x="2964" y="4016"/>
                  <a:pt x="2869" y="4125"/>
                  <a:pt x="2680" y="4125"/>
                </a:cubicBezTo>
                <a:cubicBezTo>
                  <a:pt x="2585" y="4233"/>
                  <a:pt x="2491" y="4233"/>
                  <a:pt x="2491" y="4233"/>
                </a:cubicBezTo>
                <a:cubicBezTo>
                  <a:pt x="2491" y="4450"/>
                  <a:pt x="2491" y="4450"/>
                  <a:pt x="2491" y="4450"/>
                </a:cubicBezTo>
                <a:cubicBezTo>
                  <a:pt x="2491" y="4450"/>
                  <a:pt x="2301" y="4559"/>
                  <a:pt x="2301" y="4667"/>
                </a:cubicBezTo>
                <a:cubicBezTo>
                  <a:pt x="2206" y="4776"/>
                  <a:pt x="1922" y="4993"/>
                  <a:pt x="1922" y="4993"/>
                </a:cubicBezTo>
                <a:cubicBezTo>
                  <a:pt x="1922" y="4993"/>
                  <a:pt x="1827" y="5102"/>
                  <a:pt x="1733" y="5210"/>
                </a:cubicBezTo>
                <a:cubicBezTo>
                  <a:pt x="1733" y="5319"/>
                  <a:pt x="1733" y="5427"/>
                  <a:pt x="1733" y="5536"/>
                </a:cubicBezTo>
                <a:cubicBezTo>
                  <a:pt x="1733" y="5536"/>
                  <a:pt x="1638" y="5644"/>
                  <a:pt x="1638" y="5753"/>
                </a:cubicBezTo>
                <a:cubicBezTo>
                  <a:pt x="1638" y="5861"/>
                  <a:pt x="1543" y="5970"/>
                  <a:pt x="1543" y="6078"/>
                </a:cubicBezTo>
                <a:cubicBezTo>
                  <a:pt x="1448" y="6078"/>
                  <a:pt x="1448" y="6187"/>
                  <a:pt x="1354" y="6187"/>
                </a:cubicBezTo>
                <a:cubicBezTo>
                  <a:pt x="1354" y="6187"/>
                  <a:pt x="1164" y="6295"/>
                  <a:pt x="1069" y="6295"/>
                </a:cubicBezTo>
                <a:cubicBezTo>
                  <a:pt x="975" y="6404"/>
                  <a:pt x="975" y="6513"/>
                  <a:pt x="975" y="6513"/>
                </a:cubicBezTo>
                <a:cubicBezTo>
                  <a:pt x="975" y="6513"/>
                  <a:pt x="1069" y="6621"/>
                  <a:pt x="1069" y="6621"/>
                </a:cubicBezTo>
                <a:cubicBezTo>
                  <a:pt x="1164" y="6621"/>
                  <a:pt x="1259" y="6730"/>
                  <a:pt x="1259" y="6730"/>
                </a:cubicBezTo>
                <a:cubicBezTo>
                  <a:pt x="1259" y="6730"/>
                  <a:pt x="1259" y="6838"/>
                  <a:pt x="1259" y="6947"/>
                </a:cubicBezTo>
                <a:cubicBezTo>
                  <a:pt x="1259" y="6947"/>
                  <a:pt x="1164" y="7164"/>
                  <a:pt x="1259" y="7164"/>
                </a:cubicBezTo>
                <a:cubicBezTo>
                  <a:pt x="1354" y="7164"/>
                  <a:pt x="1448" y="7164"/>
                  <a:pt x="1448" y="7164"/>
                </a:cubicBezTo>
                <a:cubicBezTo>
                  <a:pt x="1638" y="7272"/>
                  <a:pt x="1638" y="7272"/>
                  <a:pt x="1638" y="7272"/>
                </a:cubicBezTo>
                <a:cubicBezTo>
                  <a:pt x="1733" y="7381"/>
                  <a:pt x="1733" y="7381"/>
                  <a:pt x="1733" y="7381"/>
                </a:cubicBezTo>
                <a:cubicBezTo>
                  <a:pt x="1827" y="7381"/>
                  <a:pt x="1827" y="7381"/>
                  <a:pt x="1827" y="7381"/>
                </a:cubicBezTo>
                <a:cubicBezTo>
                  <a:pt x="1827" y="7381"/>
                  <a:pt x="1827" y="7489"/>
                  <a:pt x="1827" y="7598"/>
                </a:cubicBezTo>
                <a:cubicBezTo>
                  <a:pt x="1733" y="7598"/>
                  <a:pt x="1733" y="7707"/>
                  <a:pt x="1733" y="7707"/>
                </a:cubicBezTo>
                <a:cubicBezTo>
                  <a:pt x="1638" y="7707"/>
                  <a:pt x="1638" y="7707"/>
                  <a:pt x="1638" y="7598"/>
                </a:cubicBezTo>
                <a:cubicBezTo>
                  <a:pt x="1638" y="7489"/>
                  <a:pt x="1638" y="7489"/>
                  <a:pt x="1543" y="7381"/>
                </a:cubicBezTo>
                <a:cubicBezTo>
                  <a:pt x="1448" y="7381"/>
                  <a:pt x="1354" y="7489"/>
                  <a:pt x="1354" y="7489"/>
                </a:cubicBezTo>
                <a:cubicBezTo>
                  <a:pt x="1354" y="7489"/>
                  <a:pt x="1259" y="7489"/>
                  <a:pt x="1259" y="7381"/>
                </a:cubicBezTo>
                <a:cubicBezTo>
                  <a:pt x="1164" y="7272"/>
                  <a:pt x="1164" y="7381"/>
                  <a:pt x="1164" y="7272"/>
                </a:cubicBezTo>
                <a:cubicBezTo>
                  <a:pt x="1164" y="7164"/>
                  <a:pt x="1259" y="7164"/>
                  <a:pt x="1164" y="7055"/>
                </a:cubicBezTo>
                <a:cubicBezTo>
                  <a:pt x="1164" y="7055"/>
                  <a:pt x="1069" y="6947"/>
                  <a:pt x="1069" y="6947"/>
                </a:cubicBezTo>
                <a:cubicBezTo>
                  <a:pt x="975" y="6947"/>
                  <a:pt x="1069" y="7055"/>
                  <a:pt x="975" y="6947"/>
                </a:cubicBezTo>
                <a:cubicBezTo>
                  <a:pt x="975" y="6838"/>
                  <a:pt x="880" y="6838"/>
                  <a:pt x="880" y="6838"/>
                </a:cubicBezTo>
                <a:cubicBezTo>
                  <a:pt x="880" y="6838"/>
                  <a:pt x="785" y="6838"/>
                  <a:pt x="785" y="6730"/>
                </a:cubicBezTo>
                <a:cubicBezTo>
                  <a:pt x="785" y="6730"/>
                  <a:pt x="785" y="6621"/>
                  <a:pt x="785" y="6513"/>
                </a:cubicBezTo>
                <a:cubicBezTo>
                  <a:pt x="785" y="6513"/>
                  <a:pt x="880" y="6404"/>
                  <a:pt x="880" y="6295"/>
                </a:cubicBezTo>
                <a:cubicBezTo>
                  <a:pt x="880" y="6295"/>
                  <a:pt x="880" y="5970"/>
                  <a:pt x="880" y="5970"/>
                </a:cubicBezTo>
                <a:cubicBezTo>
                  <a:pt x="880" y="5970"/>
                  <a:pt x="596" y="6621"/>
                  <a:pt x="501" y="7164"/>
                </a:cubicBezTo>
                <a:cubicBezTo>
                  <a:pt x="501" y="7164"/>
                  <a:pt x="596" y="7055"/>
                  <a:pt x="596" y="7164"/>
                </a:cubicBezTo>
                <a:cubicBezTo>
                  <a:pt x="596" y="7272"/>
                  <a:pt x="691" y="7381"/>
                  <a:pt x="596" y="7489"/>
                </a:cubicBezTo>
                <a:cubicBezTo>
                  <a:pt x="596" y="7489"/>
                  <a:pt x="596" y="7489"/>
                  <a:pt x="596" y="7815"/>
                </a:cubicBezTo>
                <a:cubicBezTo>
                  <a:pt x="596" y="8032"/>
                  <a:pt x="691" y="8141"/>
                  <a:pt x="691" y="8249"/>
                </a:cubicBezTo>
                <a:cubicBezTo>
                  <a:pt x="596" y="8249"/>
                  <a:pt x="596" y="8358"/>
                  <a:pt x="596" y="8466"/>
                </a:cubicBezTo>
                <a:cubicBezTo>
                  <a:pt x="596" y="8575"/>
                  <a:pt x="596" y="8901"/>
                  <a:pt x="691" y="8901"/>
                </a:cubicBezTo>
                <a:cubicBezTo>
                  <a:pt x="691" y="8901"/>
                  <a:pt x="691" y="9009"/>
                  <a:pt x="691" y="9009"/>
                </a:cubicBezTo>
                <a:cubicBezTo>
                  <a:pt x="785" y="9118"/>
                  <a:pt x="691" y="9226"/>
                  <a:pt x="785" y="9118"/>
                </a:cubicBezTo>
                <a:cubicBezTo>
                  <a:pt x="880" y="8901"/>
                  <a:pt x="975" y="8792"/>
                  <a:pt x="975" y="8792"/>
                </a:cubicBezTo>
                <a:cubicBezTo>
                  <a:pt x="975" y="8683"/>
                  <a:pt x="975" y="8683"/>
                  <a:pt x="975" y="8683"/>
                </a:cubicBezTo>
                <a:cubicBezTo>
                  <a:pt x="975" y="8683"/>
                  <a:pt x="975" y="8575"/>
                  <a:pt x="1164" y="8575"/>
                </a:cubicBezTo>
                <a:cubicBezTo>
                  <a:pt x="1259" y="8575"/>
                  <a:pt x="1354" y="8575"/>
                  <a:pt x="1354" y="8683"/>
                </a:cubicBezTo>
                <a:cubicBezTo>
                  <a:pt x="1448" y="8683"/>
                  <a:pt x="1259" y="8901"/>
                  <a:pt x="1354" y="8901"/>
                </a:cubicBezTo>
                <a:cubicBezTo>
                  <a:pt x="1448" y="8901"/>
                  <a:pt x="1638" y="8792"/>
                  <a:pt x="1733" y="8792"/>
                </a:cubicBezTo>
                <a:cubicBezTo>
                  <a:pt x="1827" y="8792"/>
                  <a:pt x="1827" y="8901"/>
                  <a:pt x="1922" y="9009"/>
                </a:cubicBezTo>
                <a:cubicBezTo>
                  <a:pt x="1922" y="9118"/>
                  <a:pt x="1922" y="9226"/>
                  <a:pt x="2017" y="9335"/>
                </a:cubicBezTo>
                <a:cubicBezTo>
                  <a:pt x="2112" y="9335"/>
                  <a:pt x="2017" y="9443"/>
                  <a:pt x="2112" y="9552"/>
                </a:cubicBezTo>
                <a:cubicBezTo>
                  <a:pt x="2112" y="9660"/>
                  <a:pt x="2301" y="9769"/>
                  <a:pt x="2396" y="9769"/>
                </a:cubicBezTo>
                <a:cubicBezTo>
                  <a:pt x="2396" y="9769"/>
                  <a:pt x="2585" y="9769"/>
                  <a:pt x="2680" y="9769"/>
                </a:cubicBezTo>
                <a:cubicBezTo>
                  <a:pt x="2775" y="9877"/>
                  <a:pt x="2680" y="9986"/>
                  <a:pt x="2775" y="9986"/>
                </a:cubicBezTo>
                <a:cubicBezTo>
                  <a:pt x="2869" y="9986"/>
                  <a:pt x="2964" y="10312"/>
                  <a:pt x="2964" y="10312"/>
                </a:cubicBezTo>
                <a:cubicBezTo>
                  <a:pt x="2964" y="10312"/>
                  <a:pt x="2964" y="10529"/>
                  <a:pt x="2964" y="10637"/>
                </a:cubicBezTo>
                <a:cubicBezTo>
                  <a:pt x="2964" y="10637"/>
                  <a:pt x="2964" y="10746"/>
                  <a:pt x="3059" y="10854"/>
                </a:cubicBezTo>
                <a:cubicBezTo>
                  <a:pt x="3059" y="10854"/>
                  <a:pt x="3248" y="10854"/>
                  <a:pt x="3248" y="10854"/>
                </a:cubicBezTo>
                <a:cubicBezTo>
                  <a:pt x="3248" y="10854"/>
                  <a:pt x="3154" y="11071"/>
                  <a:pt x="3343" y="11071"/>
                </a:cubicBezTo>
                <a:cubicBezTo>
                  <a:pt x="3533" y="11180"/>
                  <a:pt x="3627" y="11180"/>
                  <a:pt x="3722" y="11288"/>
                </a:cubicBezTo>
                <a:cubicBezTo>
                  <a:pt x="3722" y="11288"/>
                  <a:pt x="3627" y="11397"/>
                  <a:pt x="3817" y="11397"/>
                </a:cubicBezTo>
                <a:cubicBezTo>
                  <a:pt x="4006" y="11397"/>
                  <a:pt x="4196" y="11397"/>
                  <a:pt x="4291" y="11506"/>
                </a:cubicBezTo>
                <a:cubicBezTo>
                  <a:pt x="4385" y="11506"/>
                  <a:pt x="4291" y="11614"/>
                  <a:pt x="4480" y="11831"/>
                </a:cubicBezTo>
                <a:cubicBezTo>
                  <a:pt x="4764" y="11940"/>
                  <a:pt x="4764" y="12048"/>
                  <a:pt x="4859" y="12048"/>
                </a:cubicBezTo>
                <a:cubicBezTo>
                  <a:pt x="4954" y="12048"/>
                  <a:pt x="5048" y="12048"/>
                  <a:pt x="5048" y="12265"/>
                </a:cubicBezTo>
                <a:cubicBezTo>
                  <a:pt x="4954" y="12482"/>
                  <a:pt x="4954" y="12591"/>
                  <a:pt x="4859" y="12699"/>
                </a:cubicBezTo>
                <a:cubicBezTo>
                  <a:pt x="4764" y="12808"/>
                  <a:pt x="4669" y="13025"/>
                  <a:pt x="4575" y="13134"/>
                </a:cubicBezTo>
                <a:cubicBezTo>
                  <a:pt x="4575" y="13242"/>
                  <a:pt x="4480" y="13351"/>
                  <a:pt x="4575" y="13459"/>
                </a:cubicBezTo>
                <a:cubicBezTo>
                  <a:pt x="4575" y="13676"/>
                  <a:pt x="4669" y="13785"/>
                  <a:pt x="4669" y="13893"/>
                </a:cubicBezTo>
                <a:cubicBezTo>
                  <a:pt x="4669" y="14002"/>
                  <a:pt x="4669" y="14219"/>
                  <a:pt x="4669" y="14328"/>
                </a:cubicBezTo>
                <a:cubicBezTo>
                  <a:pt x="4575" y="14436"/>
                  <a:pt x="4575" y="14545"/>
                  <a:pt x="4575" y="14545"/>
                </a:cubicBezTo>
                <a:cubicBezTo>
                  <a:pt x="4575" y="14545"/>
                  <a:pt x="4669" y="14762"/>
                  <a:pt x="4575" y="14870"/>
                </a:cubicBezTo>
                <a:cubicBezTo>
                  <a:pt x="4480" y="14979"/>
                  <a:pt x="4291" y="15196"/>
                  <a:pt x="4196" y="15196"/>
                </a:cubicBezTo>
                <a:cubicBezTo>
                  <a:pt x="4101" y="15196"/>
                  <a:pt x="3912" y="15413"/>
                  <a:pt x="3912" y="15413"/>
                </a:cubicBezTo>
                <a:cubicBezTo>
                  <a:pt x="3912" y="15413"/>
                  <a:pt x="3912" y="15847"/>
                  <a:pt x="3912" y="15956"/>
                </a:cubicBezTo>
                <a:cubicBezTo>
                  <a:pt x="3912" y="15956"/>
                  <a:pt x="3533" y="16716"/>
                  <a:pt x="3722" y="16824"/>
                </a:cubicBezTo>
                <a:cubicBezTo>
                  <a:pt x="3817" y="16933"/>
                  <a:pt x="3817" y="17150"/>
                  <a:pt x="3817" y="17258"/>
                </a:cubicBezTo>
                <a:cubicBezTo>
                  <a:pt x="3722" y="17367"/>
                  <a:pt x="3722" y="17367"/>
                  <a:pt x="3722" y="17367"/>
                </a:cubicBezTo>
                <a:cubicBezTo>
                  <a:pt x="3627" y="17475"/>
                  <a:pt x="3438" y="17475"/>
                  <a:pt x="3533" y="17692"/>
                </a:cubicBezTo>
                <a:cubicBezTo>
                  <a:pt x="3722" y="17910"/>
                  <a:pt x="3817" y="17910"/>
                  <a:pt x="3817" y="18127"/>
                </a:cubicBezTo>
                <a:cubicBezTo>
                  <a:pt x="3912" y="18235"/>
                  <a:pt x="3912" y="18235"/>
                  <a:pt x="4006" y="18452"/>
                </a:cubicBezTo>
                <a:cubicBezTo>
                  <a:pt x="4101" y="18561"/>
                  <a:pt x="4101" y="18669"/>
                  <a:pt x="4196" y="18778"/>
                </a:cubicBezTo>
                <a:cubicBezTo>
                  <a:pt x="4291" y="18886"/>
                  <a:pt x="4385" y="18995"/>
                  <a:pt x="4385" y="19104"/>
                </a:cubicBezTo>
                <a:cubicBezTo>
                  <a:pt x="4385" y="19212"/>
                  <a:pt x="4669" y="19429"/>
                  <a:pt x="4385" y="19212"/>
                </a:cubicBezTo>
                <a:cubicBezTo>
                  <a:pt x="4101" y="18995"/>
                  <a:pt x="4385" y="19212"/>
                  <a:pt x="4006" y="18886"/>
                </a:cubicBezTo>
                <a:cubicBezTo>
                  <a:pt x="3722" y="18561"/>
                  <a:pt x="3627" y="18778"/>
                  <a:pt x="3438" y="18561"/>
                </a:cubicBezTo>
                <a:cubicBezTo>
                  <a:pt x="3343" y="18344"/>
                  <a:pt x="3533" y="18995"/>
                  <a:pt x="3248" y="18235"/>
                </a:cubicBezTo>
                <a:cubicBezTo>
                  <a:pt x="2964" y="17367"/>
                  <a:pt x="2869" y="17475"/>
                  <a:pt x="2775" y="17258"/>
                </a:cubicBezTo>
                <a:cubicBezTo>
                  <a:pt x="2775" y="17041"/>
                  <a:pt x="2775" y="17258"/>
                  <a:pt x="2585" y="16824"/>
                </a:cubicBezTo>
                <a:cubicBezTo>
                  <a:pt x="2396" y="16390"/>
                  <a:pt x="2585" y="16716"/>
                  <a:pt x="2396" y="16390"/>
                </a:cubicBezTo>
                <a:cubicBezTo>
                  <a:pt x="2206" y="16173"/>
                  <a:pt x="2206" y="16498"/>
                  <a:pt x="2112" y="16064"/>
                </a:cubicBezTo>
                <a:cubicBezTo>
                  <a:pt x="2017" y="15522"/>
                  <a:pt x="2017" y="15847"/>
                  <a:pt x="1922" y="15305"/>
                </a:cubicBezTo>
                <a:cubicBezTo>
                  <a:pt x="1733" y="14762"/>
                  <a:pt x="2017" y="14762"/>
                  <a:pt x="1733" y="14436"/>
                </a:cubicBezTo>
                <a:cubicBezTo>
                  <a:pt x="1448" y="14219"/>
                  <a:pt x="1448" y="14328"/>
                  <a:pt x="1354" y="14219"/>
                </a:cubicBezTo>
                <a:cubicBezTo>
                  <a:pt x="1259" y="14002"/>
                  <a:pt x="1448" y="14111"/>
                  <a:pt x="1164" y="13676"/>
                </a:cubicBezTo>
                <a:cubicBezTo>
                  <a:pt x="975" y="13242"/>
                  <a:pt x="596" y="13025"/>
                  <a:pt x="596" y="12265"/>
                </a:cubicBezTo>
                <a:cubicBezTo>
                  <a:pt x="596" y="11397"/>
                  <a:pt x="596" y="11288"/>
                  <a:pt x="596" y="11288"/>
                </a:cubicBezTo>
                <a:cubicBezTo>
                  <a:pt x="596" y="11288"/>
                  <a:pt x="312" y="10963"/>
                  <a:pt x="406" y="10529"/>
                </a:cubicBezTo>
                <a:cubicBezTo>
                  <a:pt x="501" y="9986"/>
                  <a:pt x="596" y="10203"/>
                  <a:pt x="501" y="9986"/>
                </a:cubicBezTo>
                <a:cubicBezTo>
                  <a:pt x="501" y="9877"/>
                  <a:pt x="406" y="9877"/>
                  <a:pt x="312" y="9660"/>
                </a:cubicBezTo>
                <a:cubicBezTo>
                  <a:pt x="217" y="9552"/>
                  <a:pt x="217" y="9552"/>
                  <a:pt x="122" y="9443"/>
                </a:cubicBezTo>
                <a:cubicBezTo>
                  <a:pt x="122" y="9335"/>
                  <a:pt x="122" y="9009"/>
                  <a:pt x="122" y="9009"/>
                </a:cubicBezTo>
                <a:cubicBezTo>
                  <a:pt x="27" y="9118"/>
                  <a:pt x="27" y="9118"/>
                  <a:pt x="27" y="9118"/>
                </a:cubicBezTo>
                <a:cubicBezTo>
                  <a:pt x="27" y="9118"/>
                  <a:pt x="-920" y="19755"/>
                  <a:pt x="8269" y="21383"/>
                </a:cubicBezTo>
                <a:cubicBezTo>
                  <a:pt x="8269" y="21383"/>
                  <a:pt x="6185" y="20840"/>
                  <a:pt x="5996" y="20297"/>
                </a:cubicBezTo>
                <a:cubicBezTo>
                  <a:pt x="5996" y="20297"/>
                  <a:pt x="5901" y="19863"/>
                  <a:pt x="5996" y="19863"/>
                </a:cubicBezTo>
                <a:cubicBezTo>
                  <a:pt x="6091" y="19863"/>
                  <a:pt x="6280" y="19972"/>
                  <a:pt x="6375" y="19863"/>
                </a:cubicBezTo>
                <a:cubicBezTo>
                  <a:pt x="6564" y="19646"/>
                  <a:pt x="6659" y="19538"/>
                  <a:pt x="6659" y="19538"/>
                </a:cubicBezTo>
                <a:cubicBezTo>
                  <a:pt x="6659" y="19755"/>
                  <a:pt x="6659" y="19755"/>
                  <a:pt x="6659" y="19755"/>
                </a:cubicBezTo>
                <a:cubicBezTo>
                  <a:pt x="6659" y="19755"/>
                  <a:pt x="6564" y="19755"/>
                  <a:pt x="6943" y="19646"/>
                </a:cubicBezTo>
                <a:cubicBezTo>
                  <a:pt x="7417" y="19646"/>
                  <a:pt x="7417" y="19646"/>
                  <a:pt x="7512" y="19646"/>
                </a:cubicBezTo>
                <a:cubicBezTo>
                  <a:pt x="7701" y="19538"/>
                  <a:pt x="7891" y="19104"/>
                  <a:pt x="7985" y="19321"/>
                </a:cubicBezTo>
                <a:cubicBezTo>
                  <a:pt x="8080" y="19646"/>
                  <a:pt x="7891" y="19538"/>
                  <a:pt x="8080" y="19646"/>
                </a:cubicBezTo>
                <a:cubicBezTo>
                  <a:pt x="8269" y="19646"/>
                  <a:pt x="8648" y="19538"/>
                  <a:pt x="8648" y="19538"/>
                </a:cubicBezTo>
                <a:cubicBezTo>
                  <a:pt x="8648" y="19538"/>
                  <a:pt x="9312" y="19646"/>
                  <a:pt x="9312" y="19538"/>
                </a:cubicBezTo>
                <a:cubicBezTo>
                  <a:pt x="9406" y="19429"/>
                  <a:pt x="9406" y="19321"/>
                  <a:pt x="9501" y="19321"/>
                </a:cubicBezTo>
                <a:cubicBezTo>
                  <a:pt x="9596" y="19321"/>
                  <a:pt x="9691" y="19538"/>
                  <a:pt x="9691" y="19538"/>
                </a:cubicBezTo>
                <a:cubicBezTo>
                  <a:pt x="9312" y="19755"/>
                  <a:pt x="9312" y="19755"/>
                  <a:pt x="9312" y="19755"/>
                </a:cubicBezTo>
                <a:cubicBezTo>
                  <a:pt x="9027" y="20080"/>
                  <a:pt x="9027" y="20080"/>
                  <a:pt x="9027" y="20080"/>
                </a:cubicBezTo>
                <a:cubicBezTo>
                  <a:pt x="9027" y="20080"/>
                  <a:pt x="8838" y="20080"/>
                  <a:pt x="9027" y="20189"/>
                </a:cubicBezTo>
                <a:cubicBezTo>
                  <a:pt x="9122" y="20297"/>
                  <a:pt x="9217" y="20297"/>
                  <a:pt x="9312" y="20297"/>
                </a:cubicBezTo>
                <a:cubicBezTo>
                  <a:pt x="9501" y="20297"/>
                  <a:pt x="9880" y="20623"/>
                  <a:pt x="9975" y="20406"/>
                </a:cubicBezTo>
                <a:cubicBezTo>
                  <a:pt x="10069" y="20189"/>
                  <a:pt x="10069" y="20189"/>
                  <a:pt x="10164" y="20080"/>
                </a:cubicBezTo>
                <a:cubicBezTo>
                  <a:pt x="10164" y="19972"/>
                  <a:pt x="10164" y="19755"/>
                  <a:pt x="10354" y="19755"/>
                </a:cubicBezTo>
                <a:cubicBezTo>
                  <a:pt x="10448" y="19755"/>
                  <a:pt x="10638" y="19863"/>
                  <a:pt x="10638" y="19863"/>
                </a:cubicBezTo>
                <a:cubicBezTo>
                  <a:pt x="10543" y="20189"/>
                  <a:pt x="10543" y="20189"/>
                  <a:pt x="10543" y="20189"/>
                </a:cubicBezTo>
                <a:cubicBezTo>
                  <a:pt x="10543" y="20189"/>
                  <a:pt x="10733" y="20189"/>
                  <a:pt x="10922" y="20189"/>
                </a:cubicBezTo>
                <a:cubicBezTo>
                  <a:pt x="11017" y="20189"/>
                  <a:pt x="11017" y="20406"/>
                  <a:pt x="11206" y="20189"/>
                </a:cubicBezTo>
                <a:cubicBezTo>
                  <a:pt x="11301" y="19972"/>
                  <a:pt x="11301" y="19972"/>
                  <a:pt x="11491" y="19972"/>
                </a:cubicBezTo>
                <a:cubicBezTo>
                  <a:pt x="11680" y="19972"/>
                  <a:pt x="11869" y="19863"/>
                  <a:pt x="11964" y="19863"/>
                </a:cubicBezTo>
                <a:cubicBezTo>
                  <a:pt x="11964" y="19972"/>
                  <a:pt x="12154" y="19972"/>
                  <a:pt x="12248" y="19972"/>
                </a:cubicBezTo>
                <a:cubicBezTo>
                  <a:pt x="12248" y="19972"/>
                  <a:pt x="12627" y="20189"/>
                  <a:pt x="12627" y="20189"/>
                </a:cubicBezTo>
                <a:cubicBezTo>
                  <a:pt x="12722" y="20080"/>
                  <a:pt x="13101" y="20189"/>
                  <a:pt x="13101" y="20189"/>
                </a:cubicBezTo>
                <a:cubicBezTo>
                  <a:pt x="13101" y="20189"/>
                  <a:pt x="12059" y="21274"/>
                  <a:pt x="9785" y="21383"/>
                </a:cubicBezTo>
                <a:cubicBezTo>
                  <a:pt x="9785" y="21383"/>
                  <a:pt x="14901" y="21600"/>
                  <a:pt x="17743" y="15847"/>
                </a:cubicBezTo>
                <a:cubicBezTo>
                  <a:pt x="20680" y="10203"/>
                  <a:pt x="18596" y="2822"/>
                  <a:pt x="12059" y="326"/>
                </a:cubicBezTo>
                <a:cubicBezTo>
                  <a:pt x="12059" y="326"/>
                  <a:pt x="16985" y="2388"/>
                  <a:pt x="18312" y="7707"/>
                </a:cubicBezTo>
                <a:cubicBezTo>
                  <a:pt x="18217" y="7815"/>
                  <a:pt x="18217" y="7815"/>
                  <a:pt x="18217" y="7815"/>
                </a:cubicBezTo>
                <a:cubicBezTo>
                  <a:pt x="18122" y="7707"/>
                  <a:pt x="18122" y="7815"/>
                  <a:pt x="18027" y="7489"/>
                </a:cubicBezTo>
                <a:cubicBezTo>
                  <a:pt x="17933" y="7272"/>
                  <a:pt x="17933" y="7381"/>
                  <a:pt x="17933" y="7164"/>
                </a:cubicBezTo>
                <a:cubicBezTo>
                  <a:pt x="17838" y="6947"/>
                  <a:pt x="17838" y="7055"/>
                  <a:pt x="17743" y="6947"/>
                </a:cubicBezTo>
                <a:cubicBezTo>
                  <a:pt x="17554" y="6730"/>
                  <a:pt x="17554" y="6730"/>
                  <a:pt x="17459" y="6621"/>
                </a:cubicBezTo>
                <a:cubicBezTo>
                  <a:pt x="17364" y="6621"/>
                  <a:pt x="17269" y="6295"/>
                  <a:pt x="17269" y="6187"/>
                </a:cubicBezTo>
                <a:cubicBezTo>
                  <a:pt x="17175" y="6078"/>
                  <a:pt x="16985" y="5970"/>
                  <a:pt x="16891" y="5970"/>
                </a:cubicBezTo>
                <a:cubicBezTo>
                  <a:pt x="16796" y="5970"/>
                  <a:pt x="16891" y="5861"/>
                  <a:pt x="16796" y="5970"/>
                </a:cubicBezTo>
                <a:cubicBezTo>
                  <a:pt x="16796" y="6078"/>
                  <a:pt x="16985" y="6295"/>
                  <a:pt x="16985" y="6295"/>
                </a:cubicBezTo>
                <a:cubicBezTo>
                  <a:pt x="16985" y="6730"/>
                  <a:pt x="16985" y="6730"/>
                  <a:pt x="16985" y="6730"/>
                </a:cubicBezTo>
                <a:cubicBezTo>
                  <a:pt x="16985" y="6730"/>
                  <a:pt x="17080" y="7055"/>
                  <a:pt x="17080" y="7164"/>
                </a:cubicBezTo>
                <a:cubicBezTo>
                  <a:pt x="17080" y="7272"/>
                  <a:pt x="16985" y="7598"/>
                  <a:pt x="16985" y="7598"/>
                </a:cubicBezTo>
                <a:cubicBezTo>
                  <a:pt x="16985" y="7598"/>
                  <a:pt x="16891" y="7815"/>
                  <a:pt x="16796" y="7924"/>
                </a:cubicBezTo>
                <a:cubicBezTo>
                  <a:pt x="16701" y="7924"/>
                  <a:pt x="16227" y="8032"/>
                  <a:pt x="16227" y="8032"/>
                </a:cubicBezTo>
                <a:cubicBezTo>
                  <a:pt x="16227" y="8032"/>
                  <a:pt x="16038" y="7815"/>
                  <a:pt x="16038" y="7707"/>
                </a:cubicBezTo>
                <a:cubicBezTo>
                  <a:pt x="15943" y="7489"/>
                  <a:pt x="15659" y="7489"/>
                  <a:pt x="15564" y="7381"/>
                </a:cubicBezTo>
                <a:cubicBezTo>
                  <a:pt x="15564" y="7272"/>
                  <a:pt x="15659" y="7164"/>
                  <a:pt x="15469" y="6947"/>
                </a:cubicBezTo>
                <a:cubicBezTo>
                  <a:pt x="15375" y="6730"/>
                  <a:pt x="15469" y="6838"/>
                  <a:pt x="15375" y="6621"/>
                </a:cubicBezTo>
                <a:cubicBezTo>
                  <a:pt x="15185" y="6404"/>
                  <a:pt x="15185" y="6404"/>
                  <a:pt x="15185" y="6404"/>
                </a:cubicBezTo>
                <a:cubicBezTo>
                  <a:pt x="15185" y="6404"/>
                  <a:pt x="14806" y="6295"/>
                  <a:pt x="14901" y="6513"/>
                </a:cubicBezTo>
                <a:cubicBezTo>
                  <a:pt x="14996" y="6838"/>
                  <a:pt x="14901" y="7055"/>
                  <a:pt x="14996" y="7055"/>
                </a:cubicBezTo>
                <a:cubicBezTo>
                  <a:pt x="15091" y="7164"/>
                  <a:pt x="15185" y="7055"/>
                  <a:pt x="15280" y="7272"/>
                </a:cubicBezTo>
                <a:cubicBezTo>
                  <a:pt x="15375" y="7489"/>
                  <a:pt x="15375" y="7598"/>
                  <a:pt x="15375" y="7707"/>
                </a:cubicBezTo>
                <a:cubicBezTo>
                  <a:pt x="15469" y="7707"/>
                  <a:pt x="15469" y="8032"/>
                  <a:pt x="15564" y="8141"/>
                </a:cubicBezTo>
                <a:cubicBezTo>
                  <a:pt x="15659" y="8141"/>
                  <a:pt x="15943" y="8141"/>
                  <a:pt x="15943" y="8249"/>
                </a:cubicBezTo>
                <a:cubicBezTo>
                  <a:pt x="15848" y="8358"/>
                  <a:pt x="15754" y="8466"/>
                  <a:pt x="15943" y="8575"/>
                </a:cubicBezTo>
                <a:cubicBezTo>
                  <a:pt x="16038" y="8575"/>
                  <a:pt x="16038" y="8683"/>
                  <a:pt x="16133" y="8683"/>
                </a:cubicBezTo>
                <a:cubicBezTo>
                  <a:pt x="16227" y="8683"/>
                  <a:pt x="16227" y="8683"/>
                  <a:pt x="16322" y="8575"/>
                </a:cubicBezTo>
                <a:cubicBezTo>
                  <a:pt x="16512" y="8575"/>
                  <a:pt x="16701" y="8575"/>
                  <a:pt x="16701" y="8575"/>
                </a:cubicBezTo>
                <a:cubicBezTo>
                  <a:pt x="16701" y="8575"/>
                  <a:pt x="16891" y="8683"/>
                  <a:pt x="16891" y="8792"/>
                </a:cubicBezTo>
                <a:cubicBezTo>
                  <a:pt x="16891" y="8901"/>
                  <a:pt x="16796" y="9335"/>
                  <a:pt x="16796" y="9335"/>
                </a:cubicBezTo>
                <a:cubicBezTo>
                  <a:pt x="16606" y="9769"/>
                  <a:pt x="16606" y="9769"/>
                  <a:pt x="16606" y="9769"/>
                </a:cubicBezTo>
                <a:cubicBezTo>
                  <a:pt x="16606" y="9769"/>
                  <a:pt x="16606" y="10529"/>
                  <a:pt x="16512" y="10529"/>
                </a:cubicBezTo>
                <a:cubicBezTo>
                  <a:pt x="16417" y="10529"/>
                  <a:pt x="16322" y="10854"/>
                  <a:pt x="16227" y="10854"/>
                </a:cubicBezTo>
                <a:cubicBezTo>
                  <a:pt x="16133" y="10963"/>
                  <a:pt x="16133" y="11397"/>
                  <a:pt x="16133" y="11397"/>
                </a:cubicBezTo>
                <a:cubicBezTo>
                  <a:pt x="15943" y="11723"/>
                  <a:pt x="15943" y="11723"/>
                  <a:pt x="15943" y="11723"/>
                </a:cubicBezTo>
                <a:cubicBezTo>
                  <a:pt x="15943" y="11723"/>
                  <a:pt x="15943" y="12048"/>
                  <a:pt x="15943" y="12157"/>
                </a:cubicBezTo>
                <a:cubicBezTo>
                  <a:pt x="15943" y="12265"/>
                  <a:pt x="16038" y="12699"/>
                  <a:pt x="15943" y="12917"/>
                </a:cubicBezTo>
                <a:cubicBezTo>
                  <a:pt x="15943" y="13134"/>
                  <a:pt x="15659" y="13242"/>
                  <a:pt x="15659" y="13242"/>
                </a:cubicBezTo>
                <a:cubicBezTo>
                  <a:pt x="15659" y="13242"/>
                  <a:pt x="16038" y="13676"/>
                  <a:pt x="15848" y="13676"/>
                </a:cubicBezTo>
                <a:cubicBezTo>
                  <a:pt x="15659" y="13785"/>
                  <a:pt x="15469" y="14002"/>
                  <a:pt x="15469" y="14111"/>
                </a:cubicBezTo>
                <a:cubicBezTo>
                  <a:pt x="15375" y="14219"/>
                  <a:pt x="15375" y="14328"/>
                  <a:pt x="15280" y="14328"/>
                </a:cubicBezTo>
                <a:cubicBezTo>
                  <a:pt x="15185" y="14436"/>
                  <a:pt x="14996" y="14436"/>
                  <a:pt x="14996" y="14545"/>
                </a:cubicBezTo>
                <a:cubicBezTo>
                  <a:pt x="14996" y="14545"/>
                  <a:pt x="14996" y="14870"/>
                  <a:pt x="14996" y="14870"/>
                </a:cubicBezTo>
                <a:cubicBezTo>
                  <a:pt x="14617" y="15413"/>
                  <a:pt x="14617" y="15413"/>
                  <a:pt x="14617" y="15413"/>
                </a:cubicBezTo>
                <a:cubicBezTo>
                  <a:pt x="14238" y="15847"/>
                  <a:pt x="14238" y="15847"/>
                  <a:pt x="14238" y="15847"/>
                </a:cubicBezTo>
                <a:cubicBezTo>
                  <a:pt x="14238" y="15847"/>
                  <a:pt x="14238" y="16173"/>
                  <a:pt x="14143" y="16173"/>
                </a:cubicBezTo>
                <a:cubicBezTo>
                  <a:pt x="14048" y="16173"/>
                  <a:pt x="13575" y="16390"/>
                  <a:pt x="13480" y="16498"/>
                </a:cubicBezTo>
                <a:cubicBezTo>
                  <a:pt x="13480" y="16498"/>
                  <a:pt x="13101" y="16716"/>
                  <a:pt x="13006" y="16716"/>
                </a:cubicBezTo>
                <a:cubicBezTo>
                  <a:pt x="12912" y="16716"/>
                  <a:pt x="13101" y="17041"/>
                  <a:pt x="12912" y="16716"/>
                </a:cubicBezTo>
                <a:cubicBezTo>
                  <a:pt x="12722" y="16390"/>
                  <a:pt x="12817" y="16607"/>
                  <a:pt x="12722" y="16173"/>
                </a:cubicBezTo>
                <a:cubicBezTo>
                  <a:pt x="12533" y="15739"/>
                  <a:pt x="12533" y="16064"/>
                  <a:pt x="12533" y="15739"/>
                </a:cubicBezTo>
                <a:cubicBezTo>
                  <a:pt x="12533" y="15522"/>
                  <a:pt x="12533" y="15739"/>
                  <a:pt x="12533" y="15522"/>
                </a:cubicBezTo>
                <a:cubicBezTo>
                  <a:pt x="12533" y="15196"/>
                  <a:pt x="12627" y="15413"/>
                  <a:pt x="12438" y="15087"/>
                </a:cubicBezTo>
                <a:cubicBezTo>
                  <a:pt x="12343" y="14762"/>
                  <a:pt x="12343" y="14870"/>
                  <a:pt x="12154" y="14653"/>
                </a:cubicBezTo>
                <a:cubicBezTo>
                  <a:pt x="11964" y="14436"/>
                  <a:pt x="11869" y="14653"/>
                  <a:pt x="11964" y="14328"/>
                </a:cubicBezTo>
                <a:cubicBezTo>
                  <a:pt x="12059" y="14002"/>
                  <a:pt x="12059" y="14328"/>
                  <a:pt x="12059" y="14002"/>
                </a:cubicBezTo>
                <a:cubicBezTo>
                  <a:pt x="12154" y="13676"/>
                  <a:pt x="12059" y="13568"/>
                  <a:pt x="12248" y="13459"/>
                </a:cubicBezTo>
                <a:cubicBezTo>
                  <a:pt x="12438" y="13351"/>
                  <a:pt x="12533" y="13242"/>
                  <a:pt x="12533" y="13134"/>
                </a:cubicBezTo>
                <a:cubicBezTo>
                  <a:pt x="12533" y="12917"/>
                  <a:pt x="12533" y="12808"/>
                  <a:pt x="12533" y="12699"/>
                </a:cubicBezTo>
                <a:cubicBezTo>
                  <a:pt x="12438" y="12591"/>
                  <a:pt x="12248" y="12374"/>
                  <a:pt x="12248" y="12265"/>
                </a:cubicBezTo>
                <a:cubicBezTo>
                  <a:pt x="12248" y="12157"/>
                  <a:pt x="12248" y="12265"/>
                  <a:pt x="12059" y="12048"/>
                </a:cubicBezTo>
                <a:cubicBezTo>
                  <a:pt x="11964" y="11831"/>
                  <a:pt x="11869" y="11723"/>
                  <a:pt x="11869" y="11723"/>
                </a:cubicBezTo>
                <a:cubicBezTo>
                  <a:pt x="11869" y="11723"/>
                  <a:pt x="11869" y="11180"/>
                  <a:pt x="11869" y="10963"/>
                </a:cubicBezTo>
                <a:cubicBezTo>
                  <a:pt x="11869" y="10746"/>
                  <a:pt x="11775" y="11071"/>
                  <a:pt x="11869" y="10746"/>
                </a:cubicBezTo>
                <a:cubicBezTo>
                  <a:pt x="11869" y="10420"/>
                  <a:pt x="11869" y="10203"/>
                  <a:pt x="11869" y="10203"/>
                </a:cubicBezTo>
                <a:cubicBezTo>
                  <a:pt x="11869" y="10203"/>
                  <a:pt x="11585" y="9986"/>
                  <a:pt x="11491" y="9986"/>
                </a:cubicBezTo>
                <a:cubicBezTo>
                  <a:pt x="11301" y="9986"/>
                  <a:pt x="11301" y="10203"/>
                  <a:pt x="11112" y="10094"/>
                </a:cubicBezTo>
                <a:cubicBezTo>
                  <a:pt x="10922" y="9877"/>
                  <a:pt x="11017" y="9769"/>
                  <a:pt x="10922" y="9660"/>
                </a:cubicBezTo>
                <a:cubicBezTo>
                  <a:pt x="10827" y="9660"/>
                  <a:pt x="10733" y="9660"/>
                  <a:pt x="10638" y="9769"/>
                </a:cubicBezTo>
                <a:cubicBezTo>
                  <a:pt x="10543" y="9877"/>
                  <a:pt x="10259" y="9877"/>
                  <a:pt x="10069" y="9877"/>
                </a:cubicBezTo>
                <a:cubicBezTo>
                  <a:pt x="9880" y="9986"/>
                  <a:pt x="9785" y="9986"/>
                  <a:pt x="9501" y="9986"/>
                </a:cubicBezTo>
                <a:cubicBezTo>
                  <a:pt x="9312" y="9986"/>
                  <a:pt x="8933" y="10094"/>
                  <a:pt x="8743" y="9986"/>
                </a:cubicBezTo>
                <a:cubicBezTo>
                  <a:pt x="8554" y="9877"/>
                  <a:pt x="8554" y="9986"/>
                  <a:pt x="8459" y="9769"/>
                </a:cubicBezTo>
                <a:cubicBezTo>
                  <a:pt x="8364" y="9552"/>
                  <a:pt x="8459" y="9552"/>
                  <a:pt x="8269" y="9443"/>
                </a:cubicBezTo>
                <a:cubicBezTo>
                  <a:pt x="8080" y="9335"/>
                  <a:pt x="7985" y="9443"/>
                  <a:pt x="7985" y="9226"/>
                </a:cubicBezTo>
                <a:cubicBezTo>
                  <a:pt x="7985" y="8901"/>
                  <a:pt x="8080" y="9009"/>
                  <a:pt x="7891" y="8792"/>
                </a:cubicBezTo>
                <a:cubicBezTo>
                  <a:pt x="7796" y="8575"/>
                  <a:pt x="7985" y="8901"/>
                  <a:pt x="7796" y="8575"/>
                </a:cubicBezTo>
                <a:cubicBezTo>
                  <a:pt x="7512" y="8249"/>
                  <a:pt x="7417" y="8575"/>
                  <a:pt x="7512" y="8249"/>
                </a:cubicBezTo>
                <a:cubicBezTo>
                  <a:pt x="7606" y="8032"/>
                  <a:pt x="7701" y="8141"/>
                  <a:pt x="7701" y="7924"/>
                </a:cubicBezTo>
                <a:cubicBezTo>
                  <a:pt x="7701" y="7598"/>
                  <a:pt x="8080" y="8032"/>
                  <a:pt x="7796" y="7381"/>
                </a:cubicBezTo>
                <a:cubicBezTo>
                  <a:pt x="7606" y="6838"/>
                  <a:pt x="7512" y="6947"/>
                  <a:pt x="7796" y="6513"/>
                </a:cubicBezTo>
                <a:cubicBezTo>
                  <a:pt x="7985" y="5970"/>
                  <a:pt x="8269" y="5861"/>
                  <a:pt x="8364" y="5753"/>
                </a:cubicBezTo>
                <a:cubicBezTo>
                  <a:pt x="8364" y="5644"/>
                  <a:pt x="8459" y="5427"/>
                  <a:pt x="8554" y="5319"/>
                </a:cubicBezTo>
                <a:cubicBezTo>
                  <a:pt x="8648" y="5210"/>
                  <a:pt x="8554" y="5210"/>
                  <a:pt x="8743" y="5210"/>
                </a:cubicBezTo>
                <a:cubicBezTo>
                  <a:pt x="8933" y="5210"/>
                  <a:pt x="9217" y="5102"/>
                  <a:pt x="9312" y="4993"/>
                </a:cubicBezTo>
                <a:cubicBezTo>
                  <a:pt x="9406" y="4884"/>
                  <a:pt x="9596" y="4559"/>
                  <a:pt x="9691" y="4559"/>
                </a:cubicBezTo>
                <a:cubicBezTo>
                  <a:pt x="9785" y="4559"/>
                  <a:pt x="9785" y="4559"/>
                  <a:pt x="9975" y="4559"/>
                </a:cubicBezTo>
                <a:cubicBezTo>
                  <a:pt x="10164" y="4450"/>
                  <a:pt x="10164" y="4450"/>
                  <a:pt x="10354" y="4450"/>
                </a:cubicBezTo>
                <a:cubicBezTo>
                  <a:pt x="10448" y="4450"/>
                  <a:pt x="10164" y="4559"/>
                  <a:pt x="10543" y="4450"/>
                </a:cubicBezTo>
                <a:cubicBezTo>
                  <a:pt x="10922" y="4342"/>
                  <a:pt x="10827" y="4342"/>
                  <a:pt x="10922" y="4342"/>
                </a:cubicBezTo>
                <a:cubicBezTo>
                  <a:pt x="11017" y="4342"/>
                  <a:pt x="11017" y="4450"/>
                  <a:pt x="11112" y="4450"/>
                </a:cubicBezTo>
                <a:cubicBezTo>
                  <a:pt x="11301" y="4450"/>
                  <a:pt x="11301" y="4125"/>
                  <a:pt x="11301" y="4450"/>
                </a:cubicBezTo>
                <a:cubicBezTo>
                  <a:pt x="11301" y="4884"/>
                  <a:pt x="11206" y="4993"/>
                  <a:pt x="11396" y="4993"/>
                </a:cubicBezTo>
                <a:cubicBezTo>
                  <a:pt x="11680" y="5102"/>
                  <a:pt x="11396" y="5102"/>
                  <a:pt x="11680" y="5102"/>
                </a:cubicBezTo>
                <a:cubicBezTo>
                  <a:pt x="11964" y="5102"/>
                  <a:pt x="11869" y="5102"/>
                  <a:pt x="12059" y="5210"/>
                </a:cubicBezTo>
                <a:cubicBezTo>
                  <a:pt x="12154" y="5210"/>
                  <a:pt x="12248" y="5319"/>
                  <a:pt x="12438" y="5319"/>
                </a:cubicBezTo>
                <a:cubicBezTo>
                  <a:pt x="12627" y="5319"/>
                  <a:pt x="12343" y="5644"/>
                  <a:pt x="12627" y="5319"/>
                </a:cubicBezTo>
                <a:cubicBezTo>
                  <a:pt x="12912" y="4993"/>
                  <a:pt x="12438" y="4993"/>
                  <a:pt x="12912" y="4993"/>
                </a:cubicBezTo>
                <a:cubicBezTo>
                  <a:pt x="13385" y="5102"/>
                  <a:pt x="13480" y="5210"/>
                  <a:pt x="13575" y="5210"/>
                </a:cubicBezTo>
                <a:cubicBezTo>
                  <a:pt x="13669" y="5102"/>
                  <a:pt x="13669" y="5210"/>
                  <a:pt x="13859" y="5102"/>
                </a:cubicBezTo>
                <a:cubicBezTo>
                  <a:pt x="14143" y="4993"/>
                  <a:pt x="14143" y="4993"/>
                  <a:pt x="14238" y="4993"/>
                </a:cubicBezTo>
                <a:cubicBezTo>
                  <a:pt x="14333" y="5102"/>
                  <a:pt x="14333" y="5319"/>
                  <a:pt x="14427" y="5102"/>
                </a:cubicBezTo>
                <a:cubicBezTo>
                  <a:pt x="14522" y="4884"/>
                  <a:pt x="14712" y="4884"/>
                  <a:pt x="14427" y="4776"/>
                </a:cubicBezTo>
                <a:cubicBezTo>
                  <a:pt x="14143" y="4559"/>
                  <a:pt x="14048" y="4776"/>
                  <a:pt x="14048" y="4559"/>
                </a:cubicBezTo>
                <a:cubicBezTo>
                  <a:pt x="13954" y="4342"/>
                  <a:pt x="14238" y="4450"/>
                  <a:pt x="13954" y="4342"/>
                </a:cubicBezTo>
                <a:cubicBezTo>
                  <a:pt x="13669" y="4342"/>
                  <a:pt x="13764" y="4342"/>
                  <a:pt x="13575" y="4233"/>
                </a:cubicBezTo>
                <a:cubicBezTo>
                  <a:pt x="13385" y="4125"/>
                  <a:pt x="13196" y="4450"/>
                  <a:pt x="13101" y="4233"/>
                </a:cubicBezTo>
                <a:cubicBezTo>
                  <a:pt x="13006" y="4016"/>
                  <a:pt x="12627" y="4450"/>
                  <a:pt x="13006" y="4016"/>
                </a:cubicBezTo>
                <a:cubicBezTo>
                  <a:pt x="13385" y="3690"/>
                  <a:pt x="13196" y="3473"/>
                  <a:pt x="13480" y="3582"/>
                </a:cubicBezTo>
                <a:cubicBezTo>
                  <a:pt x="13764" y="3690"/>
                  <a:pt x="13669" y="3908"/>
                  <a:pt x="13764" y="3799"/>
                </a:cubicBezTo>
                <a:cubicBezTo>
                  <a:pt x="13954" y="3582"/>
                  <a:pt x="14238" y="3473"/>
                  <a:pt x="13954" y="3256"/>
                </a:cubicBezTo>
                <a:cubicBezTo>
                  <a:pt x="13669" y="3039"/>
                  <a:pt x="13859" y="3148"/>
                  <a:pt x="13575" y="3039"/>
                </a:cubicBezTo>
                <a:cubicBezTo>
                  <a:pt x="13291" y="2822"/>
                  <a:pt x="13006" y="3582"/>
                  <a:pt x="12912" y="3473"/>
                </a:cubicBezTo>
                <a:cubicBezTo>
                  <a:pt x="12817" y="3365"/>
                  <a:pt x="12722" y="3256"/>
                  <a:pt x="12627" y="3365"/>
                </a:cubicBezTo>
                <a:cubicBezTo>
                  <a:pt x="12533" y="3365"/>
                  <a:pt x="12533" y="3690"/>
                  <a:pt x="12533" y="3908"/>
                </a:cubicBezTo>
                <a:cubicBezTo>
                  <a:pt x="12533" y="4125"/>
                  <a:pt x="12627" y="4125"/>
                  <a:pt x="12343" y="4016"/>
                </a:cubicBezTo>
                <a:cubicBezTo>
                  <a:pt x="12059" y="3799"/>
                  <a:pt x="12722" y="3908"/>
                  <a:pt x="12059" y="3582"/>
                </a:cubicBezTo>
                <a:cubicBezTo>
                  <a:pt x="11396" y="3365"/>
                  <a:pt x="11206" y="3365"/>
                  <a:pt x="11112" y="3473"/>
                </a:cubicBezTo>
                <a:cubicBezTo>
                  <a:pt x="11017" y="3582"/>
                  <a:pt x="10922" y="3582"/>
                  <a:pt x="10827" y="3690"/>
                </a:cubicBezTo>
                <a:cubicBezTo>
                  <a:pt x="10733" y="3799"/>
                  <a:pt x="11017" y="3908"/>
                  <a:pt x="10733" y="3799"/>
                </a:cubicBezTo>
                <a:cubicBezTo>
                  <a:pt x="10448" y="3582"/>
                  <a:pt x="10259" y="3799"/>
                  <a:pt x="10259" y="3799"/>
                </a:cubicBezTo>
                <a:cubicBezTo>
                  <a:pt x="10259" y="3799"/>
                  <a:pt x="10164" y="3799"/>
                  <a:pt x="10069" y="3908"/>
                </a:cubicBezTo>
                <a:cubicBezTo>
                  <a:pt x="9880" y="4016"/>
                  <a:pt x="9691" y="4125"/>
                  <a:pt x="9596" y="4016"/>
                </a:cubicBezTo>
                <a:cubicBezTo>
                  <a:pt x="9406" y="4016"/>
                  <a:pt x="9122" y="4125"/>
                  <a:pt x="9406" y="3690"/>
                </a:cubicBezTo>
                <a:cubicBezTo>
                  <a:pt x="9596" y="3365"/>
                  <a:pt x="9406" y="3582"/>
                  <a:pt x="9785" y="3365"/>
                </a:cubicBezTo>
                <a:cubicBezTo>
                  <a:pt x="10164" y="3256"/>
                  <a:pt x="10733" y="3148"/>
                  <a:pt x="10259" y="3039"/>
                </a:cubicBezTo>
                <a:cubicBezTo>
                  <a:pt x="9785" y="2931"/>
                  <a:pt x="10543" y="2931"/>
                  <a:pt x="9880" y="2605"/>
                </a:cubicBezTo>
                <a:cubicBezTo>
                  <a:pt x="9217" y="2279"/>
                  <a:pt x="9217" y="2714"/>
                  <a:pt x="9217" y="2279"/>
                </a:cubicBezTo>
                <a:cubicBezTo>
                  <a:pt x="9312" y="1737"/>
                  <a:pt x="9217" y="1737"/>
                  <a:pt x="9122" y="1737"/>
                </a:cubicBezTo>
                <a:cubicBezTo>
                  <a:pt x="8933" y="1737"/>
                  <a:pt x="8554" y="1845"/>
                  <a:pt x="8364" y="1954"/>
                </a:cubicBezTo>
                <a:cubicBezTo>
                  <a:pt x="8269" y="1954"/>
                  <a:pt x="8459" y="2062"/>
                  <a:pt x="8175" y="1845"/>
                </a:cubicBezTo>
                <a:cubicBezTo>
                  <a:pt x="7796" y="1628"/>
                  <a:pt x="7701" y="1954"/>
                  <a:pt x="7796" y="1628"/>
                </a:cubicBezTo>
                <a:cubicBezTo>
                  <a:pt x="7985" y="1411"/>
                  <a:pt x="7985" y="1303"/>
                  <a:pt x="8175" y="1194"/>
                </a:cubicBezTo>
                <a:cubicBezTo>
                  <a:pt x="8364" y="977"/>
                  <a:pt x="8269" y="326"/>
                  <a:pt x="8743" y="543"/>
                </a:cubicBezTo>
                <a:cubicBezTo>
                  <a:pt x="9122" y="868"/>
                  <a:pt x="9027" y="760"/>
                  <a:pt x="9312" y="760"/>
                </a:cubicBezTo>
                <a:cubicBezTo>
                  <a:pt x="9691" y="760"/>
                  <a:pt x="9880" y="760"/>
                  <a:pt x="9880" y="651"/>
                </a:cubicBezTo>
                <a:cubicBezTo>
                  <a:pt x="9880" y="543"/>
                  <a:pt x="9406" y="326"/>
                  <a:pt x="9406" y="326"/>
                </a:cubicBezTo>
                <a:cubicBezTo>
                  <a:pt x="9406" y="326"/>
                  <a:pt x="9312" y="434"/>
                  <a:pt x="9406" y="326"/>
                </a:cubicBezTo>
                <a:cubicBezTo>
                  <a:pt x="9406" y="217"/>
                  <a:pt x="9501" y="109"/>
                  <a:pt x="9501" y="109"/>
                </a:cubicBezTo>
                <a:cubicBezTo>
                  <a:pt x="9406" y="0"/>
                  <a:pt x="9406" y="0"/>
                  <a:pt x="9406" y="0"/>
                </a:cubicBezTo>
                <a:cubicBezTo>
                  <a:pt x="9406" y="0"/>
                  <a:pt x="8175" y="0"/>
                  <a:pt x="7796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2" name="Freeform 50"/>
          <p:cNvSpPr/>
          <p:nvPr/>
        </p:nvSpPr>
        <p:spPr xmlns:m="http://schemas.openxmlformats.org/officeDocument/2006/math" xmlns:a14="http://schemas.microsoft.com/office/drawing/2010/main">
          <a:xfrm>
            <a:off x="8287284" y="4440612"/>
            <a:ext cx="453908" cy="342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162" y="0"/>
                </a:moveTo>
                <a:cubicBezTo>
                  <a:pt x="13500" y="0"/>
                  <a:pt x="11942" y="825"/>
                  <a:pt x="10800" y="2064"/>
                </a:cubicBezTo>
                <a:cubicBezTo>
                  <a:pt x="9658" y="825"/>
                  <a:pt x="8100" y="0"/>
                  <a:pt x="6438" y="0"/>
                </a:cubicBezTo>
                <a:cubicBezTo>
                  <a:pt x="2908" y="0"/>
                  <a:pt x="0" y="3715"/>
                  <a:pt x="0" y="8255"/>
                </a:cubicBezTo>
                <a:cubicBezTo>
                  <a:pt x="0" y="13483"/>
                  <a:pt x="3219" y="21600"/>
                  <a:pt x="11112" y="21600"/>
                </a:cubicBezTo>
                <a:cubicBezTo>
                  <a:pt x="19212" y="21600"/>
                  <a:pt x="21600" y="13070"/>
                  <a:pt x="21600" y="8255"/>
                </a:cubicBezTo>
                <a:cubicBezTo>
                  <a:pt x="21600" y="3715"/>
                  <a:pt x="18692" y="0"/>
                  <a:pt x="15162" y="0"/>
                </a:cubicBezTo>
                <a:close/>
              </a:path>
            </a:pathLst>
          </a:custGeom>
          <a:solidFill>
            <a:srgbClr val="C5C5C9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3" name="Freeform 51"/>
          <p:cNvSpPr/>
          <p:nvPr/>
        </p:nvSpPr>
        <p:spPr xmlns:m="http://schemas.openxmlformats.org/officeDocument/2006/math" xmlns:a14="http://schemas.microsoft.com/office/drawing/2010/main">
          <a:xfrm>
            <a:off x="8503703" y="4351735"/>
            <a:ext cx="110522" cy="1571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84" h="21600" fill="norm" stroke="1" extrusionOk="0">
                <a:moveTo>
                  <a:pt x="2231" y="21600"/>
                </a:moveTo>
                <a:cubicBezTo>
                  <a:pt x="-2316" y="14400"/>
                  <a:pt x="337" y="6000"/>
                  <a:pt x="7916" y="0"/>
                </a:cubicBezTo>
                <a:cubicBezTo>
                  <a:pt x="19284" y="1800"/>
                  <a:pt x="19284" y="1800"/>
                  <a:pt x="19284" y="1800"/>
                </a:cubicBezTo>
                <a:cubicBezTo>
                  <a:pt x="8673" y="6300"/>
                  <a:pt x="2231" y="11100"/>
                  <a:pt x="2231" y="21600"/>
                </a:cubicBezTo>
                <a:close/>
              </a:path>
            </a:pathLst>
          </a:custGeom>
          <a:solidFill>
            <a:srgbClr val="C5C5C9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2"/>
          <p:cNvSpPr/>
          <p:nvPr/>
        </p:nvSpPr>
        <p:spPr xmlns:m="http://schemas.openxmlformats.org/officeDocument/2006/math" xmlns:a14="http://schemas.microsoft.com/office/drawing/2010/main">
          <a:xfrm>
            <a:off x="4216625" y="1932055"/>
            <a:ext cx="583570" cy="583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898" y="21600"/>
                </a:moveTo>
                <a:lnTo>
                  <a:pt x="8898" y="12636"/>
                </a:lnTo>
                <a:lnTo>
                  <a:pt x="0" y="12636"/>
                </a:lnTo>
                <a:lnTo>
                  <a:pt x="0" y="8898"/>
                </a:lnTo>
                <a:lnTo>
                  <a:pt x="8898" y="8898"/>
                </a:lnTo>
                <a:lnTo>
                  <a:pt x="8898" y="0"/>
                </a:lnTo>
                <a:lnTo>
                  <a:pt x="12702" y="0"/>
                </a:lnTo>
                <a:lnTo>
                  <a:pt x="12702" y="8898"/>
                </a:lnTo>
                <a:lnTo>
                  <a:pt x="21600" y="8898"/>
                </a:lnTo>
                <a:lnTo>
                  <a:pt x="21600" y="12636"/>
                </a:lnTo>
                <a:lnTo>
                  <a:pt x="12702" y="12636"/>
                </a:lnTo>
                <a:lnTo>
                  <a:pt x="12702" y="21600"/>
                </a:lnTo>
                <a:lnTo>
                  <a:pt x="8898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" name="Freeform 13"/>
          <p:cNvSpPr/>
          <p:nvPr/>
        </p:nvSpPr>
        <p:spPr xmlns:m="http://schemas.openxmlformats.org/officeDocument/2006/math" xmlns:a14="http://schemas.microsoft.com/office/drawing/2010/main">
          <a:xfrm>
            <a:off x="7535785" y="1932055"/>
            <a:ext cx="583570" cy="583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898" y="21600"/>
                </a:moveTo>
                <a:lnTo>
                  <a:pt x="8898" y="12636"/>
                </a:lnTo>
                <a:lnTo>
                  <a:pt x="0" y="12636"/>
                </a:lnTo>
                <a:lnTo>
                  <a:pt x="0" y="8898"/>
                </a:lnTo>
                <a:lnTo>
                  <a:pt x="8898" y="8898"/>
                </a:lnTo>
                <a:lnTo>
                  <a:pt x="8898" y="0"/>
                </a:lnTo>
                <a:lnTo>
                  <a:pt x="12702" y="0"/>
                </a:lnTo>
                <a:lnTo>
                  <a:pt x="12702" y="8898"/>
                </a:lnTo>
                <a:lnTo>
                  <a:pt x="21600" y="8898"/>
                </a:lnTo>
                <a:lnTo>
                  <a:pt x="21600" y="12636"/>
                </a:lnTo>
                <a:lnTo>
                  <a:pt x="12702" y="12636"/>
                </a:lnTo>
                <a:lnTo>
                  <a:pt x="12702" y="21600"/>
                </a:lnTo>
                <a:lnTo>
                  <a:pt x="8898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" name="矩形 83"/>
          <p:cNvSpPr/>
          <p:nvPr/>
        </p:nvSpPr>
        <p:spPr xmlns:m="http://schemas.openxmlformats.org/officeDocument/2006/math" xmlns:a14="http://schemas.microsoft.com/office/drawing/2010/main">
          <a:xfrm>
            <a:off x="1551965" y="4350265"/>
            <a:ext cx="9055310" cy="1920796"/>
          </a:xfrm>
          <a:prstGeom prst="rect">
            <a:avLst/>
          </a:prstGeom>
          <a:solidFill>
            <a:srgbClr val="F2F2F2"/>
          </a:solidFill>
          <a:ln>
            <a:solidFill>
              <a:srgbClr val="55735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" name="TextBox 84"/>
          <p:cNvSpPr txBox="1"/>
          <p:nvPr/>
        </p:nvSpPr>
        <p:spPr>
          <a:xfrm>
            <a:off x="1837256" y="4517252"/>
            <a:ext cx="8410505" cy="1831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aaaaaaaaaaaaaaaaaaaaaaaaaaa</a:t>
            </a:r>
          </a:p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aaaaaaaaaaaaaaaaaaaaaaaaaaa</a:t>
            </a:r>
          </a:p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aaaaaaaaaaaaaaaaaaaaaaaaaaa</a:t>
            </a:r>
          </a:p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aaaaaaaaaaaaaaaaaaaaaaaaaaa</a:t>
            </a:r>
          </a:p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aaaaaaaaaaaaaaaaaaaaaaaaaaa</a:t>
            </a:r>
          </a:p>
        </p:txBody>
      </p:sp>
      <p:sp>
        <p:nvSpPr>
          <p:cNvPr id="6" name="Freeform 12"/>
          <p:cNvSpPr/>
          <p:nvPr/>
        </p:nvSpPr>
        <p:spPr xmlns:m="http://schemas.openxmlformats.org/officeDocument/2006/math" xmlns:a14="http://schemas.microsoft.com/office/drawing/2010/main">
          <a:xfrm>
            <a:off x="1477370" y="4204253"/>
            <a:ext cx="528502" cy="530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6841"/>
                </a:lnTo>
                <a:lnTo>
                  <a:pt x="6543" y="6841"/>
                </a:lnTo>
                <a:lnTo>
                  <a:pt x="6543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C3637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solidFill>
                  <a:srgbClr val="2C3637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7" name="Freeform 12"/>
          <p:cNvSpPr/>
          <p:nvPr/>
        </p:nvSpPr>
        <p:spPr xmlns:m="http://schemas.openxmlformats.org/officeDocument/2006/math" xmlns:a14="http://schemas.microsoft.com/office/drawing/2010/main">
          <a:xfrm flipH="1" flipV="1">
            <a:off x="10174813" y="5876635"/>
            <a:ext cx="528501" cy="530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6841"/>
                </a:lnTo>
                <a:lnTo>
                  <a:pt x="6543" y="6841"/>
                </a:lnTo>
                <a:lnTo>
                  <a:pt x="6543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C3637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solidFill>
                  <a:srgbClr val="2C3637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8" name="TextBox 46"/>
          <p:cNvSpPr txBox="1"/>
          <p:nvPr/>
        </p:nvSpPr>
        <p:spPr>
          <a:xfrm>
            <a:off x="2024982" y="3388940"/>
            <a:ext cx="1571844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b="1" sz="20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9" name="TextBox 47"/>
          <p:cNvSpPr txBox="1"/>
          <p:nvPr/>
        </p:nvSpPr>
        <p:spPr>
          <a:xfrm>
            <a:off x="5272899" y="3388940"/>
            <a:ext cx="1571845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b="1" sz="20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0" name="TextBox 48"/>
          <p:cNvSpPr txBox="1"/>
          <p:nvPr/>
        </p:nvSpPr>
        <p:spPr>
          <a:xfrm>
            <a:off x="8679447" y="3388940"/>
            <a:ext cx="1571845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b="1" sz="20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1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12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3" name="直线连接符 29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4" name="Oval 6"/>
          <p:cNvSpPr/>
          <p:nvPr/>
        </p:nvSpPr>
        <p:spPr xmlns:m="http://schemas.openxmlformats.org/officeDocument/2006/math" xmlns:a14="http://schemas.microsoft.com/office/drawing/2010/main">
          <a:xfrm>
            <a:off x="5088151" y="1246255"/>
            <a:ext cx="2014805" cy="2014805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5" name="Freeform 7"/>
          <p:cNvSpPr/>
          <p:nvPr/>
        </p:nvSpPr>
        <p:spPr xmlns:m="http://schemas.openxmlformats.org/officeDocument/2006/math" xmlns:a14="http://schemas.microsoft.com/office/drawing/2010/main">
          <a:xfrm>
            <a:off x="5674560" y="1544429"/>
            <a:ext cx="886004" cy="14184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987" y="0"/>
                </a:moveTo>
                <a:lnTo>
                  <a:pt x="1613" y="0"/>
                </a:lnTo>
                <a:cubicBezTo>
                  <a:pt x="719" y="0"/>
                  <a:pt x="0" y="435"/>
                  <a:pt x="0" y="979"/>
                </a:cubicBezTo>
                <a:lnTo>
                  <a:pt x="0" y="20621"/>
                </a:lnTo>
                <a:cubicBezTo>
                  <a:pt x="0" y="21151"/>
                  <a:pt x="719" y="21600"/>
                  <a:pt x="1613" y="21600"/>
                </a:cubicBezTo>
                <a:lnTo>
                  <a:pt x="19987" y="21600"/>
                </a:lnTo>
                <a:cubicBezTo>
                  <a:pt x="20859" y="21600"/>
                  <a:pt x="21600" y="21151"/>
                  <a:pt x="21600" y="20621"/>
                </a:cubicBezTo>
                <a:lnTo>
                  <a:pt x="21600" y="979"/>
                </a:lnTo>
                <a:cubicBezTo>
                  <a:pt x="21600" y="435"/>
                  <a:pt x="20859" y="0"/>
                  <a:pt x="19987" y="0"/>
                </a:cubicBezTo>
                <a:close/>
                <a:moveTo>
                  <a:pt x="8740" y="517"/>
                </a:moveTo>
                <a:lnTo>
                  <a:pt x="12576" y="517"/>
                </a:lnTo>
                <a:cubicBezTo>
                  <a:pt x="12882" y="517"/>
                  <a:pt x="13121" y="666"/>
                  <a:pt x="13121" y="856"/>
                </a:cubicBezTo>
                <a:cubicBezTo>
                  <a:pt x="13121" y="1047"/>
                  <a:pt x="12882" y="1196"/>
                  <a:pt x="12576" y="1196"/>
                </a:cubicBezTo>
                <a:lnTo>
                  <a:pt x="8740" y="1196"/>
                </a:lnTo>
                <a:cubicBezTo>
                  <a:pt x="8435" y="1196"/>
                  <a:pt x="8195" y="1047"/>
                  <a:pt x="8195" y="856"/>
                </a:cubicBezTo>
                <a:cubicBezTo>
                  <a:pt x="8195" y="666"/>
                  <a:pt x="8435" y="517"/>
                  <a:pt x="8740" y="517"/>
                </a:cubicBezTo>
                <a:close/>
                <a:moveTo>
                  <a:pt x="16413" y="20010"/>
                </a:moveTo>
                <a:cubicBezTo>
                  <a:pt x="16413" y="20241"/>
                  <a:pt x="16107" y="20431"/>
                  <a:pt x="15737" y="20431"/>
                </a:cubicBezTo>
                <a:lnTo>
                  <a:pt x="4599" y="20431"/>
                </a:lnTo>
                <a:cubicBezTo>
                  <a:pt x="4228" y="20431"/>
                  <a:pt x="3923" y="20241"/>
                  <a:pt x="3923" y="20010"/>
                </a:cubicBezTo>
                <a:lnTo>
                  <a:pt x="3923" y="19982"/>
                </a:lnTo>
                <a:cubicBezTo>
                  <a:pt x="3923" y="19751"/>
                  <a:pt x="4228" y="19561"/>
                  <a:pt x="4599" y="19561"/>
                </a:cubicBezTo>
                <a:lnTo>
                  <a:pt x="15737" y="19561"/>
                </a:lnTo>
                <a:cubicBezTo>
                  <a:pt x="16107" y="19561"/>
                  <a:pt x="16413" y="19751"/>
                  <a:pt x="16413" y="19982"/>
                </a:cubicBezTo>
                <a:lnTo>
                  <a:pt x="16413" y="20010"/>
                </a:lnTo>
                <a:close/>
                <a:moveTo>
                  <a:pt x="18875" y="20431"/>
                </a:moveTo>
                <a:cubicBezTo>
                  <a:pt x="18505" y="20431"/>
                  <a:pt x="18200" y="20227"/>
                  <a:pt x="18200" y="19996"/>
                </a:cubicBezTo>
                <a:cubicBezTo>
                  <a:pt x="18200" y="19751"/>
                  <a:pt x="18505" y="19561"/>
                  <a:pt x="18875" y="19561"/>
                </a:cubicBezTo>
                <a:cubicBezTo>
                  <a:pt x="19268" y="19561"/>
                  <a:pt x="19573" y="19751"/>
                  <a:pt x="19573" y="19996"/>
                </a:cubicBezTo>
                <a:cubicBezTo>
                  <a:pt x="19573" y="20227"/>
                  <a:pt x="19268" y="20431"/>
                  <a:pt x="18875" y="20431"/>
                </a:cubicBezTo>
                <a:close/>
                <a:moveTo>
                  <a:pt x="19682" y="18338"/>
                </a:moveTo>
                <a:lnTo>
                  <a:pt x="1918" y="18338"/>
                </a:lnTo>
                <a:lnTo>
                  <a:pt x="1918" y="1917"/>
                </a:lnTo>
                <a:lnTo>
                  <a:pt x="19682" y="1917"/>
                </a:lnTo>
                <a:lnTo>
                  <a:pt x="19682" y="18338"/>
                </a:lnTo>
                <a:close/>
                <a:moveTo>
                  <a:pt x="4599" y="11921"/>
                </a:moveTo>
                <a:lnTo>
                  <a:pt x="6975" y="11921"/>
                </a:lnTo>
                <a:lnTo>
                  <a:pt x="7563" y="13648"/>
                </a:lnTo>
                <a:lnTo>
                  <a:pt x="8435" y="13648"/>
                </a:lnTo>
                <a:lnTo>
                  <a:pt x="6299" y="7558"/>
                </a:lnTo>
                <a:lnTo>
                  <a:pt x="5384" y="7558"/>
                </a:lnTo>
                <a:lnTo>
                  <a:pt x="3160" y="13648"/>
                </a:lnTo>
                <a:lnTo>
                  <a:pt x="3989" y="13648"/>
                </a:lnTo>
                <a:lnTo>
                  <a:pt x="4599" y="11921"/>
                </a:lnTo>
                <a:close/>
                <a:moveTo>
                  <a:pt x="6670" y="11187"/>
                </a:moveTo>
                <a:lnTo>
                  <a:pt x="4839" y="11187"/>
                </a:lnTo>
                <a:lnTo>
                  <a:pt x="5798" y="8469"/>
                </a:lnTo>
                <a:lnTo>
                  <a:pt x="6670" y="11187"/>
                </a:lnTo>
                <a:close/>
                <a:moveTo>
                  <a:pt x="9939" y="13648"/>
                </a:moveTo>
                <a:lnTo>
                  <a:pt x="9939" y="11119"/>
                </a:lnTo>
                <a:lnTo>
                  <a:pt x="11792" y="11119"/>
                </a:lnTo>
                <a:cubicBezTo>
                  <a:pt x="12903" y="11079"/>
                  <a:pt x="13492" y="10467"/>
                  <a:pt x="13535" y="9298"/>
                </a:cubicBezTo>
                <a:cubicBezTo>
                  <a:pt x="13492" y="8183"/>
                  <a:pt x="12903" y="7599"/>
                  <a:pt x="11792" y="7558"/>
                </a:cubicBezTo>
                <a:lnTo>
                  <a:pt x="9154" y="7558"/>
                </a:lnTo>
                <a:lnTo>
                  <a:pt x="9154" y="13648"/>
                </a:lnTo>
                <a:lnTo>
                  <a:pt x="9939" y="13648"/>
                </a:lnTo>
                <a:close/>
                <a:moveTo>
                  <a:pt x="9939" y="10399"/>
                </a:moveTo>
                <a:lnTo>
                  <a:pt x="9939" y="8265"/>
                </a:lnTo>
                <a:lnTo>
                  <a:pt x="11552" y="8265"/>
                </a:lnTo>
                <a:cubicBezTo>
                  <a:pt x="12337" y="8265"/>
                  <a:pt x="12729" y="8605"/>
                  <a:pt x="12729" y="9298"/>
                </a:cubicBezTo>
                <a:cubicBezTo>
                  <a:pt x="12751" y="10046"/>
                  <a:pt x="12337" y="10413"/>
                  <a:pt x="11530" y="10399"/>
                </a:cubicBezTo>
                <a:lnTo>
                  <a:pt x="9939" y="10399"/>
                </a:lnTo>
                <a:close/>
                <a:moveTo>
                  <a:pt x="15039" y="13648"/>
                </a:moveTo>
                <a:lnTo>
                  <a:pt x="15039" y="11119"/>
                </a:lnTo>
                <a:lnTo>
                  <a:pt x="16892" y="11119"/>
                </a:lnTo>
                <a:cubicBezTo>
                  <a:pt x="18004" y="11079"/>
                  <a:pt x="18592" y="10467"/>
                  <a:pt x="18658" y="9298"/>
                </a:cubicBezTo>
                <a:cubicBezTo>
                  <a:pt x="18592" y="8183"/>
                  <a:pt x="18004" y="7599"/>
                  <a:pt x="16892" y="7558"/>
                </a:cubicBezTo>
                <a:lnTo>
                  <a:pt x="14255" y="7558"/>
                </a:lnTo>
                <a:lnTo>
                  <a:pt x="14255" y="13648"/>
                </a:lnTo>
                <a:lnTo>
                  <a:pt x="15039" y="13648"/>
                </a:lnTo>
                <a:close/>
                <a:moveTo>
                  <a:pt x="15039" y="10399"/>
                </a:moveTo>
                <a:lnTo>
                  <a:pt x="15039" y="8265"/>
                </a:lnTo>
                <a:lnTo>
                  <a:pt x="16652" y="8265"/>
                </a:lnTo>
                <a:cubicBezTo>
                  <a:pt x="17437" y="8265"/>
                  <a:pt x="17829" y="8605"/>
                  <a:pt x="17829" y="9298"/>
                </a:cubicBezTo>
                <a:cubicBezTo>
                  <a:pt x="17851" y="10046"/>
                  <a:pt x="17459" y="10413"/>
                  <a:pt x="16630" y="10399"/>
                </a:cubicBezTo>
                <a:lnTo>
                  <a:pt x="15039" y="10399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6" name="Oval 8"/>
          <p:cNvSpPr/>
          <p:nvPr/>
        </p:nvSpPr>
        <p:spPr xmlns:m="http://schemas.openxmlformats.org/officeDocument/2006/math" xmlns:a14="http://schemas.microsoft.com/office/drawing/2010/main">
          <a:xfrm>
            <a:off x="8399656" y="1246255"/>
            <a:ext cx="2016225" cy="2014805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7" name="Freeform 9"/>
          <p:cNvSpPr/>
          <p:nvPr/>
        </p:nvSpPr>
        <p:spPr xmlns:m="http://schemas.openxmlformats.org/officeDocument/2006/math" xmlns:a14="http://schemas.microsoft.com/office/drawing/2010/main">
          <a:xfrm>
            <a:off x="8721967" y="1734692"/>
            <a:ext cx="1380119" cy="10379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13" y="0"/>
                </a:moveTo>
                <a:lnTo>
                  <a:pt x="587" y="0"/>
                </a:lnTo>
                <a:cubicBezTo>
                  <a:pt x="266" y="0"/>
                  <a:pt x="0" y="335"/>
                  <a:pt x="0" y="762"/>
                </a:cubicBezTo>
                <a:lnTo>
                  <a:pt x="0" y="17325"/>
                </a:lnTo>
                <a:cubicBezTo>
                  <a:pt x="0" y="17752"/>
                  <a:pt x="266" y="18087"/>
                  <a:pt x="587" y="18087"/>
                </a:cubicBezTo>
                <a:lnTo>
                  <a:pt x="21013" y="18087"/>
                </a:lnTo>
                <a:cubicBezTo>
                  <a:pt x="21334" y="18087"/>
                  <a:pt x="21600" y="17752"/>
                  <a:pt x="21600" y="17325"/>
                </a:cubicBezTo>
                <a:lnTo>
                  <a:pt x="21600" y="762"/>
                </a:lnTo>
                <a:cubicBezTo>
                  <a:pt x="21600" y="335"/>
                  <a:pt x="21334" y="0"/>
                  <a:pt x="21013" y="0"/>
                </a:cubicBezTo>
                <a:close/>
                <a:moveTo>
                  <a:pt x="12107" y="16860"/>
                </a:moveTo>
                <a:cubicBezTo>
                  <a:pt x="12107" y="17009"/>
                  <a:pt x="12009" y="17139"/>
                  <a:pt x="11883" y="17139"/>
                </a:cubicBezTo>
                <a:lnTo>
                  <a:pt x="9730" y="17139"/>
                </a:lnTo>
                <a:cubicBezTo>
                  <a:pt x="9605" y="17139"/>
                  <a:pt x="9521" y="17009"/>
                  <a:pt x="9521" y="16860"/>
                </a:cubicBezTo>
                <a:lnTo>
                  <a:pt x="9521" y="16730"/>
                </a:lnTo>
                <a:cubicBezTo>
                  <a:pt x="9521" y="16581"/>
                  <a:pt x="9605" y="16451"/>
                  <a:pt x="9730" y="16451"/>
                </a:cubicBezTo>
                <a:lnTo>
                  <a:pt x="11883" y="16451"/>
                </a:lnTo>
                <a:cubicBezTo>
                  <a:pt x="12009" y="16451"/>
                  <a:pt x="12107" y="16581"/>
                  <a:pt x="12107" y="16730"/>
                </a:cubicBezTo>
                <a:lnTo>
                  <a:pt x="12107" y="16860"/>
                </a:lnTo>
                <a:close/>
                <a:moveTo>
                  <a:pt x="20705" y="15206"/>
                </a:moveTo>
                <a:lnTo>
                  <a:pt x="895" y="15206"/>
                </a:lnTo>
                <a:lnTo>
                  <a:pt x="895" y="1208"/>
                </a:lnTo>
                <a:lnTo>
                  <a:pt x="20705" y="1208"/>
                </a:lnTo>
                <a:lnTo>
                  <a:pt x="20705" y="15206"/>
                </a:lnTo>
                <a:close/>
                <a:moveTo>
                  <a:pt x="14092" y="20131"/>
                </a:moveTo>
                <a:lnTo>
                  <a:pt x="7508" y="20131"/>
                </a:lnTo>
                <a:lnTo>
                  <a:pt x="9059" y="18589"/>
                </a:lnTo>
                <a:lnTo>
                  <a:pt x="12541" y="18589"/>
                </a:lnTo>
                <a:lnTo>
                  <a:pt x="14092" y="20131"/>
                </a:lnTo>
                <a:close/>
                <a:moveTo>
                  <a:pt x="14694" y="21600"/>
                </a:moveTo>
                <a:lnTo>
                  <a:pt x="6669" y="21600"/>
                </a:lnTo>
                <a:lnTo>
                  <a:pt x="6669" y="20578"/>
                </a:lnTo>
                <a:lnTo>
                  <a:pt x="14694" y="20578"/>
                </a:lnTo>
                <a:lnTo>
                  <a:pt x="14694" y="21600"/>
                </a:lnTo>
                <a:close/>
                <a:moveTo>
                  <a:pt x="4292" y="10224"/>
                </a:moveTo>
                <a:lnTo>
                  <a:pt x="6837" y="10224"/>
                </a:lnTo>
                <a:lnTo>
                  <a:pt x="7452" y="12603"/>
                </a:lnTo>
                <a:lnTo>
                  <a:pt x="8388" y="12603"/>
                </a:lnTo>
                <a:lnTo>
                  <a:pt x="6110" y="4275"/>
                </a:lnTo>
                <a:lnTo>
                  <a:pt x="5131" y="4275"/>
                </a:lnTo>
                <a:lnTo>
                  <a:pt x="2754" y="12603"/>
                </a:lnTo>
                <a:lnTo>
                  <a:pt x="3635" y="12603"/>
                </a:lnTo>
                <a:lnTo>
                  <a:pt x="4292" y="10224"/>
                </a:lnTo>
                <a:close/>
                <a:moveTo>
                  <a:pt x="6515" y="9239"/>
                </a:moveTo>
                <a:lnTo>
                  <a:pt x="4544" y="9239"/>
                </a:lnTo>
                <a:lnTo>
                  <a:pt x="5578" y="5521"/>
                </a:lnTo>
                <a:lnTo>
                  <a:pt x="6515" y="9239"/>
                </a:lnTo>
                <a:close/>
                <a:moveTo>
                  <a:pt x="9996" y="12603"/>
                </a:moveTo>
                <a:lnTo>
                  <a:pt x="9996" y="9146"/>
                </a:lnTo>
                <a:lnTo>
                  <a:pt x="11967" y="9146"/>
                </a:lnTo>
                <a:cubicBezTo>
                  <a:pt x="13170" y="9090"/>
                  <a:pt x="13785" y="8253"/>
                  <a:pt x="13855" y="6655"/>
                </a:cubicBezTo>
                <a:cubicBezTo>
                  <a:pt x="13785" y="5130"/>
                  <a:pt x="13170" y="4331"/>
                  <a:pt x="11967" y="4275"/>
                </a:cubicBezTo>
                <a:lnTo>
                  <a:pt x="9157" y="4275"/>
                </a:lnTo>
                <a:lnTo>
                  <a:pt x="9157" y="12603"/>
                </a:lnTo>
                <a:lnTo>
                  <a:pt x="9996" y="12603"/>
                </a:lnTo>
                <a:close/>
                <a:moveTo>
                  <a:pt x="9996" y="8142"/>
                </a:moveTo>
                <a:lnTo>
                  <a:pt x="9996" y="5242"/>
                </a:lnTo>
                <a:lnTo>
                  <a:pt x="11716" y="5242"/>
                </a:lnTo>
                <a:cubicBezTo>
                  <a:pt x="12555" y="5242"/>
                  <a:pt x="12974" y="5707"/>
                  <a:pt x="12974" y="6655"/>
                </a:cubicBezTo>
                <a:cubicBezTo>
                  <a:pt x="13002" y="7677"/>
                  <a:pt x="12569" y="8179"/>
                  <a:pt x="11688" y="8142"/>
                </a:cubicBezTo>
                <a:lnTo>
                  <a:pt x="9996" y="8142"/>
                </a:lnTo>
                <a:close/>
                <a:moveTo>
                  <a:pt x="15463" y="12603"/>
                </a:moveTo>
                <a:lnTo>
                  <a:pt x="15463" y="9146"/>
                </a:lnTo>
                <a:lnTo>
                  <a:pt x="17434" y="9146"/>
                </a:lnTo>
                <a:cubicBezTo>
                  <a:pt x="18622" y="9090"/>
                  <a:pt x="19251" y="8253"/>
                  <a:pt x="19307" y="6655"/>
                </a:cubicBezTo>
                <a:cubicBezTo>
                  <a:pt x="19251" y="5130"/>
                  <a:pt x="18622" y="4331"/>
                  <a:pt x="17434" y="4275"/>
                </a:cubicBezTo>
                <a:lnTo>
                  <a:pt x="14610" y="4275"/>
                </a:lnTo>
                <a:lnTo>
                  <a:pt x="14610" y="12603"/>
                </a:lnTo>
                <a:lnTo>
                  <a:pt x="15463" y="12603"/>
                </a:lnTo>
                <a:close/>
                <a:moveTo>
                  <a:pt x="15463" y="8142"/>
                </a:moveTo>
                <a:lnTo>
                  <a:pt x="15463" y="5242"/>
                </a:lnTo>
                <a:lnTo>
                  <a:pt x="17182" y="5242"/>
                </a:lnTo>
                <a:cubicBezTo>
                  <a:pt x="18021" y="5242"/>
                  <a:pt x="18426" y="5707"/>
                  <a:pt x="18426" y="6655"/>
                </a:cubicBezTo>
                <a:cubicBezTo>
                  <a:pt x="18454" y="7677"/>
                  <a:pt x="18021" y="8179"/>
                  <a:pt x="17154" y="8142"/>
                </a:cubicBezTo>
                <a:lnTo>
                  <a:pt x="15463" y="814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8" name="Oval 10"/>
          <p:cNvSpPr/>
          <p:nvPr/>
        </p:nvSpPr>
        <p:spPr xmlns:m="http://schemas.openxmlformats.org/officeDocument/2006/math" xmlns:a14="http://schemas.microsoft.com/office/drawing/2010/main">
          <a:xfrm>
            <a:off x="1833625" y="1246255"/>
            <a:ext cx="2016225" cy="2014805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9" name="Freeform 11"/>
          <p:cNvSpPr/>
          <p:nvPr/>
        </p:nvSpPr>
        <p:spPr xmlns:m="http://schemas.openxmlformats.org/officeDocument/2006/math" xmlns:a14="http://schemas.microsoft.com/office/drawing/2010/main">
          <a:xfrm>
            <a:off x="2082103" y="1738951"/>
            <a:ext cx="1560444" cy="1029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83" y="19298"/>
                </a:moveTo>
                <a:lnTo>
                  <a:pt x="20883" y="10257"/>
                </a:lnTo>
                <a:lnTo>
                  <a:pt x="16011" y="7056"/>
                </a:lnTo>
                <a:lnTo>
                  <a:pt x="16011" y="19298"/>
                </a:lnTo>
                <a:lnTo>
                  <a:pt x="15579" y="19298"/>
                </a:lnTo>
                <a:lnTo>
                  <a:pt x="15579" y="0"/>
                </a:lnTo>
                <a:lnTo>
                  <a:pt x="8370" y="0"/>
                </a:lnTo>
                <a:lnTo>
                  <a:pt x="8370" y="19298"/>
                </a:lnTo>
                <a:lnTo>
                  <a:pt x="7925" y="19298"/>
                </a:lnTo>
                <a:lnTo>
                  <a:pt x="7925" y="4904"/>
                </a:lnTo>
                <a:lnTo>
                  <a:pt x="729" y="8666"/>
                </a:lnTo>
                <a:lnTo>
                  <a:pt x="729" y="19298"/>
                </a:lnTo>
                <a:lnTo>
                  <a:pt x="0" y="19298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9298"/>
                </a:lnTo>
                <a:lnTo>
                  <a:pt x="20883" y="19298"/>
                </a:lnTo>
                <a:close/>
                <a:moveTo>
                  <a:pt x="4587" y="18006"/>
                </a:moveTo>
                <a:lnTo>
                  <a:pt x="3338" y="18006"/>
                </a:lnTo>
                <a:lnTo>
                  <a:pt x="3338" y="16153"/>
                </a:lnTo>
                <a:lnTo>
                  <a:pt x="4587" y="16153"/>
                </a:lnTo>
                <a:lnTo>
                  <a:pt x="4587" y="18006"/>
                </a:lnTo>
                <a:close/>
                <a:moveTo>
                  <a:pt x="4587" y="15536"/>
                </a:moveTo>
                <a:lnTo>
                  <a:pt x="3338" y="15536"/>
                </a:lnTo>
                <a:lnTo>
                  <a:pt x="3338" y="13682"/>
                </a:lnTo>
                <a:lnTo>
                  <a:pt x="4587" y="13682"/>
                </a:lnTo>
                <a:lnTo>
                  <a:pt x="4587" y="15536"/>
                </a:lnTo>
                <a:close/>
                <a:moveTo>
                  <a:pt x="4587" y="12934"/>
                </a:moveTo>
                <a:lnTo>
                  <a:pt x="3338" y="12934"/>
                </a:lnTo>
                <a:lnTo>
                  <a:pt x="3338" y="11081"/>
                </a:lnTo>
                <a:lnTo>
                  <a:pt x="4587" y="11081"/>
                </a:lnTo>
                <a:lnTo>
                  <a:pt x="4587" y="12934"/>
                </a:lnTo>
                <a:close/>
                <a:moveTo>
                  <a:pt x="4587" y="10463"/>
                </a:moveTo>
                <a:lnTo>
                  <a:pt x="3338" y="10463"/>
                </a:lnTo>
                <a:lnTo>
                  <a:pt x="3338" y="8610"/>
                </a:lnTo>
                <a:lnTo>
                  <a:pt x="4587" y="8610"/>
                </a:lnTo>
                <a:lnTo>
                  <a:pt x="4587" y="10463"/>
                </a:lnTo>
                <a:close/>
                <a:moveTo>
                  <a:pt x="6479" y="18006"/>
                </a:moveTo>
                <a:lnTo>
                  <a:pt x="5218" y="18006"/>
                </a:lnTo>
                <a:lnTo>
                  <a:pt x="5218" y="16153"/>
                </a:lnTo>
                <a:lnTo>
                  <a:pt x="6479" y="16153"/>
                </a:lnTo>
                <a:lnTo>
                  <a:pt x="6479" y="18006"/>
                </a:lnTo>
                <a:close/>
                <a:moveTo>
                  <a:pt x="6479" y="15536"/>
                </a:moveTo>
                <a:lnTo>
                  <a:pt x="5218" y="15536"/>
                </a:lnTo>
                <a:lnTo>
                  <a:pt x="5218" y="13682"/>
                </a:lnTo>
                <a:lnTo>
                  <a:pt x="6479" y="13682"/>
                </a:lnTo>
                <a:lnTo>
                  <a:pt x="6479" y="15536"/>
                </a:lnTo>
                <a:close/>
                <a:moveTo>
                  <a:pt x="6479" y="12934"/>
                </a:moveTo>
                <a:lnTo>
                  <a:pt x="5218" y="12934"/>
                </a:lnTo>
                <a:lnTo>
                  <a:pt x="5218" y="11081"/>
                </a:lnTo>
                <a:lnTo>
                  <a:pt x="6479" y="11081"/>
                </a:lnTo>
                <a:lnTo>
                  <a:pt x="6479" y="12934"/>
                </a:lnTo>
                <a:close/>
                <a:moveTo>
                  <a:pt x="6479" y="10463"/>
                </a:moveTo>
                <a:lnTo>
                  <a:pt x="5218" y="10463"/>
                </a:lnTo>
                <a:lnTo>
                  <a:pt x="5218" y="8610"/>
                </a:lnTo>
                <a:lnTo>
                  <a:pt x="6479" y="8610"/>
                </a:lnTo>
                <a:lnTo>
                  <a:pt x="6479" y="10463"/>
                </a:lnTo>
                <a:close/>
                <a:moveTo>
                  <a:pt x="11622" y="17557"/>
                </a:moveTo>
                <a:lnTo>
                  <a:pt x="9570" y="17557"/>
                </a:lnTo>
                <a:lnTo>
                  <a:pt x="9570" y="14525"/>
                </a:lnTo>
                <a:lnTo>
                  <a:pt x="11622" y="14525"/>
                </a:lnTo>
                <a:lnTo>
                  <a:pt x="11622" y="17557"/>
                </a:lnTo>
                <a:close/>
                <a:moveTo>
                  <a:pt x="11622" y="13533"/>
                </a:moveTo>
                <a:lnTo>
                  <a:pt x="9570" y="13533"/>
                </a:lnTo>
                <a:lnTo>
                  <a:pt x="9570" y="10501"/>
                </a:lnTo>
                <a:lnTo>
                  <a:pt x="11622" y="10501"/>
                </a:lnTo>
                <a:lnTo>
                  <a:pt x="11622" y="13533"/>
                </a:lnTo>
                <a:close/>
                <a:moveTo>
                  <a:pt x="11622" y="9284"/>
                </a:moveTo>
                <a:lnTo>
                  <a:pt x="9570" y="9284"/>
                </a:lnTo>
                <a:lnTo>
                  <a:pt x="9570" y="6252"/>
                </a:lnTo>
                <a:lnTo>
                  <a:pt x="11622" y="6252"/>
                </a:lnTo>
                <a:lnTo>
                  <a:pt x="11622" y="9284"/>
                </a:lnTo>
                <a:close/>
                <a:moveTo>
                  <a:pt x="11622" y="5260"/>
                </a:moveTo>
                <a:lnTo>
                  <a:pt x="9570" y="5260"/>
                </a:lnTo>
                <a:lnTo>
                  <a:pt x="9570" y="2227"/>
                </a:lnTo>
                <a:lnTo>
                  <a:pt x="11622" y="2227"/>
                </a:lnTo>
                <a:lnTo>
                  <a:pt x="11622" y="5260"/>
                </a:lnTo>
                <a:close/>
                <a:moveTo>
                  <a:pt x="14379" y="17557"/>
                </a:moveTo>
                <a:lnTo>
                  <a:pt x="12327" y="17557"/>
                </a:lnTo>
                <a:lnTo>
                  <a:pt x="12327" y="14525"/>
                </a:lnTo>
                <a:lnTo>
                  <a:pt x="14379" y="14525"/>
                </a:lnTo>
                <a:lnTo>
                  <a:pt x="14379" y="17557"/>
                </a:lnTo>
                <a:close/>
                <a:moveTo>
                  <a:pt x="14379" y="13533"/>
                </a:moveTo>
                <a:lnTo>
                  <a:pt x="12327" y="13533"/>
                </a:lnTo>
                <a:lnTo>
                  <a:pt x="12327" y="10501"/>
                </a:lnTo>
                <a:lnTo>
                  <a:pt x="14379" y="10501"/>
                </a:lnTo>
                <a:lnTo>
                  <a:pt x="14379" y="13533"/>
                </a:lnTo>
                <a:close/>
                <a:moveTo>
                  <a:pt x="14379" y="9284"/>
                </a:moveTo>
                <a:lnTo>
                  <a:pt x="12327" y="9284"/>
                </a:lnTo>
                <a:lnTo>
                  <a:pt x="12327" y="6252"/>
                </a:lnTo>
                <a:lnTo>
                  <a:pt x="14379" y="6252"/>
                </a:lnTo>
                <a:lnTo>
                  <a:pt x="14379" y="9284"/>
                </a:lnTo>
                <a:close/>
                <a:moveTo>
                  <a:pt x="14379" y="5260"/>
                </a:moveTo>
                <a:lnTo>
                  <a:pt x="12327" y="5260"/>
                </a:lnTo>
                <a:lnTo>
                  <a:pt x="12327" y="2227"/>
                </a:lnTo>
                <a:lnTo>
                  <a:pt x="14379" y="2227"/>
                </a:lnTo>
                <a:lnTo>
                  <a:pt x="14379" y="5260"/>
                </a:lnTo>
                <a:close/>
                <a:moveTo>
                  <a:pt x="18089" y="17782"/>
                </a:moveTo>
                <a:lnTo>
                  <a:pt x="16827" y="17782"/>
                </a:lnTo>
                <a:lnTo>
                  <a:pt x="16827" y="15910"/>
                </a:lnTo>
                <a:lnTo>
                  <a:pt x="18089" y="15910"/>
                </a:lnTo>
                <a:lnTo>
                  <a:pt x="18089" y="17782"/>
                </a:lnTo>
                <a:close/>
                <a:moveTo>
                  <a:pt x="18089" y="15161"/>
                </a:moveTo>
                <a:lnTo>
                  <a:pt x="16827" y="15161"/>
                </a:lnTo>
                <a:lnTo>
                  <a:pt x="16827" y="13308"/>
                </a:lnTo>
                <a:lnTo>
                  <a:pt x="18089" y="13308"/>
                </a:lnTo>
                <a:lnTo>
                  <a:pt x="18089" y="15161"/>
                </a:lnTo>
                <a:close/>
                <a:moveTo>
                  <a:pt x="18089" y="12709"/>
                </a:moveTo>
                <a:lnTo>
                  <a:pt x="16827" y="12709"/>
                </a:lnTo>
                <a:lnTo>
                  <a:pt x="16827" y="10837"/>
                </a:lnTo>
                <a:lnTo>
                  <a:pt x="18089" y="10837"/>
                </a:lnTo>
                <a:lnTo>
                  <a:pt x="18089" y="12709"/>
                </a:lnTo>
                <a:close/>
                <a:moveTo>
                  <a:pt x="19968" y="17782"/>
                </a:moveTo>
                <a:lnTo>
                  <a:pt x="18719" y="17782"/>
                </a:lnTo>
                <a:lnTo>
                  <a:pt x="18719" y="15910"/>
                </a:lnTo>
                <a:lnTo>
                  <a:pt x="19968" y="15910"/>
                </a:lnTo>
                <a:lnTo>
                  <a:pt x="19968" y="17782"/>
                </a:lnTo>
                <a:close/>
                <a:moveTo>
                  <a:pt x="19968" y="15161"/>
                </a:moveTo>
                <a:lnTo>
                  <a:pt x="18719" y="15161"/>
                </a:lnTo>
                <a:lnTo>
                  <a:pt x="18719" y="13308"/>
                </a:lnTo>
                <a:lnTo>
                  <a:pt x="19968" y="13308"/>
                </a:lnTo>
                <a:lnTo>
                  <a:pt x="19968" y="15161"/>
                </a:lnTo>
                <a:close/>
                <a:moveTo>
                  <a:pt x="19968" y="12709"/>
                </a:moveTo>
                <a:lnTo>
                  <a:pt x="18719" y="12709"/>
                </a:lnTo>
                <a:lnTo>
                  <a:pt x="18719" y="10837"/>
                </a:lnTo>
                <a:lnTo>
                  <a:pt x="19968" y="10837"/>
                </a:lnTo>
                <a:lnTo>
                  <a:pt x="19968" y="12709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: 圆角 3"/>
          <p:cNvSpPr/>
          <p:nvPr/>
        </p:nvSpPr>
        <p:spPr>
          <a:xfrm>
            <a:off x="1068393" y="851994"/>
            <a:ext cx="10001627" cy="5225035"/>
          </a:xfrm>
          <a:prstGeom prst="roundRect">
            <a:avLst>
              <a:gd name="adj" fmla="val 5588"/>
            </a:avLst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/>
          </a:p>
        </p:txBody>
      </p:sp>
      <p:sp>
        <p:nvSpPr>
          <p:cNvPr id="3" name="圆角矩形 4"/>
          <p:cNvSpPr/>
          <p:nvPr/>
        </p:nvSpPr>
        <p:spPr xmlns:m="http://schemas.openxmlformats.org/officeDocument/2006/math" xmlns:a14="http://schemas.microsoft.com/office/drawing/2010/main">
          <a:xfrm rot="2700000">
            <a:off x="11014408" y="1185395"/>
            <a:ext cx="1326001" cy="1326001"/>
          </a:xfrm>
          <a:prstGeom prst="roundRect">
            <a:avLst>
              <a:gd name="adj" fmla="val 7233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圆角矩形 5"/>
          <p:cNvSpPr/>
          <p:nvPr/>
        </p:nvSpPr>
        <p:spPr xmlns:m="http://schemas.openxmlformats.org/officeDocument/2006/math" xmlns:a14="http://schemas.microsoft.com/office/drawing/2010/main">
          <a:xfrm rot="2700000">
            <a:off x="11542990" y="-1335952"/>
            <a:ext cx="2431927" cy="2431927"/>
          </a:xfrm>
          <a:prstGeom prst="roundRect">
            <a:avLst>
              <a:gd name="adj" fmla="val 7233"/>
            </a:avLst>
          </a:prstGeom>
          <a:solidFill>
            <a:srgbClr val="F2F2F2">
              <a:alpha val="73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圆角矩形 6"/>
          <p:cNvSpPr/>
          <p:nvPr/>
        </p:nvSpPr>
        <p:spPr xmlns:m="http://schemas.openxmlformats.org/officeDocument/2006/math" xmlns:a14="http://schemas.microsoft.com/office/drawing/2010/main">
          <a:xfrm rot="2700000">
            <a:off x="10166618" y="115193"/>
            <a:ext cx="2006595" cy="2006595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圆角矩形 8"/>
          <p:cNvSpPr/>
          <p:nvPr/>
        </p:nvSpPr>
        <p:spPr xmlns:m="http://schemas.openxmlformats.org/officeDocument/2006/math" xmlns:a14="http://schemas.microsoft.com/office/drawing/2010/main">
          <a:xfrm rot="2700000">
            <a:off x="11127653" y="3390679"/>
            <a:ext cx="2343687" cy="2343687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圆角矩形 27"/>
          <p:cNvSpPr/>
          <p:nvPr/>
        </p:nvSpPr>
        <p:spPr xmlns:m="http://schemas.openxmlformats.org/officeDocument/2006/math" xmlns:a14="http://schemas.microsoft.com/office/drawing/2010/main">
          <a:xfrm rot="13500000">
            <a:off x="-461099" y="4260894"/>
            <a:ext cx="1089444" cy="1089445"/>
          </a:xfrm>
          <a:prstGeom prst="roundRect">
            <a:avLst>
              <a:gd name="adj" fmla="val 7233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圆角矩形 28"/>
          <p:cNvSpPr/>
          <p:nvPr/>
        </p:nvSpPr>
        <p:spPr xmlns:m="http://schemas.openxmlformats.org/officeDocument/2006/math" xmlns:a14="http://schemas.microsoft.com/office/drawing/2010/main">
          <a:xfrm rot="13500000">
            <a:off x="-1804016" y="5423806"/>
            <a:ext cx="1998077" cy="1998077"/>
          </a:xfrm>
          <a:prstGeom prst="roundRect">
            <a:avLst>
              <a:gd name="adj" fmla="val 7233"/>
            </a:avLst>
          </a:prstGeom>
          <a:solidFill>
            <a:srgbClr val="F2F2F2">
              <a:alpha val="73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圆角矩形 29"/>
          <p:cNvSpPr/>
          <p:nvPr/>
        </p:nvSpPr>
        <p:spPr xmlns:m="http://schemas.openxmlformats.org/officeDocument/2006/math" xmlns:a14="http://schemas.microsoft.com/office/drawing/2010/main">
          <a:xfrm rot="13500000">
            <a:off x="-323730" y="4580997"/>
            <a:ext cx="1648622" cy="1648622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圆角矩形 31"/>
          <p:cNvSpPr/>
          <p:nvPr/>
        </p:nvSpPr>
        <p:spPr xmlns:m="http://schemas.openxmlformats.org/officeDocument/2006/math" xmlns:a14="http://schemas.microsoft.com/office/drawing/2010/main">
          <a:xfrm rot="13500000">
            <a:off x="-1390274" y="1612896"/>
            <a:ext cx="1925578" cy="1925578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文本框 49"/>
          <p:cNvSpPr txBox="1"/>
          <p:nvPr/>
        </p:nvSpPr>
        <p:spPr>
          <a:xfrm>
            <a:off x="3036071" y="3309654"/>
            <a:ext cx="6123826" cy="942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4800">
                <a:solidFill>
                  <a:srgbClr val="3D9274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</a:t>
            </a:r>
          </a:p>
        </p:txBody>
      </p:sp>
      <p:sp>
        <p:nvSpPr>
          <p:cNvPr id="12" name="文本框 50"/>
          <p:cNvSpPr txBox="1"/>
          <p:nvPr/>
        </p:nvSpPr>
        <p:spPr>
          <a:xfrm>
            <a:off x="3481132" y="4168023"/>
            <a:ext cx="5171540" cy="504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lnSpc>
                <a:spcPct val="150000"/>
              </a:lnSpc>
              <a:defRPr sz="11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aaaaaaaaaaaaaaaaaaaaaaaaaaaaaaaaaaaaaaaaaaaaaaaaaaaaaaaaaaaaaaaaaaaaaaaaaaaaaaaaaaaaaaaaaaaaaaaaaaaaaaaaaaaaaaaaaaaaaaaaaaaaaaaaaaaaaaaaa</a:t>
            </a:r>
          </a:p>
        </p:txBody>
      </p:sp>
      <p:sp>
        <p:nvSpPr>
          <p:cNvPr id="13" name="直接连接符 51"/>
          <p:cNvSpPr/>
          <p:nvPr/>
        </p:nvSpPr>
        <p:spPr>
          <a:xfrm>
            <a:off x="4834113" y="2142759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4" name="直接连接符 52"/>
          <p:cNvSpPr/>
          <p:nvPr/>
        </p:nvSpPr>
        <p:spPr>
          <a:xfrm>
            <a:off x="4825784" y="3047394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5" name="文本框 30"/>
          <p:cNvSpPr txBox="1"/>
          <p:nvPr/>
        </p:nvSpPr>
        <p:spPr>
          <a:xfrm>
            <a:off x="4486362" y="2199875"/>
            <a:ext cx="3641842" cy="916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5400">
                <a:solidFill>
                  <a:srgbClr val="262626"/>
                </a:solidFill>
                <a:latin typeface="思源黑体 CN Heavy"/>
                <a:ea typeface="思源黑体 CN Heavy"/>
                <a:cs typeface="思源黑体 CN Heavy"/>
                <a:sym typeface="思源黑体 CN Heavy"/>
              </a:defRPr>
            </a:lvl1pPr>
          </a:lstStyle>
          <a:p>
            <a:pPr>
              <a:defRPr/>
            </a:pPr>
            <a:r>
              <a:rPr/>
              <a:t>aaaaaaaaa</a:t>
            </a:r>
          </a:p>
        </p:txBody>
      </p:sp>
      <p:sp>
        <p:nvSpPr>
          <p:cNvPr id="16" name="圆角矩形 23"/>
          <p:cNvSpPr/>
          <p:nvPr/>
        </p:nvSpPr>
        <p:spPr xmlns:m="http://schemas.openxmlformats.org/officeDocument/2006/math" xmlns:a14="http://schemas.microsoft.com/office/drawing/2010/main">
          <a:xfrm rot="2700000">
            <a:off x="9054581" y="-2034027"/>
            <a:ext cx="3708260" cy="3581392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圆角矩形 24"/>
          <p:cNvSpPr/>
          <p:nvPr/>
        </p:nvSpPr>
        <p:spPr xmlns:m="http://schemas.openxmlformats.org/officeDocument/2006/math" xmlns:a14="http://schemas.microsoft.com/office/drawing/2010/main">
          <a:xfrm rot="2700000">
            <a:off x="9054581" y="-2089117"/>
            <a:ext cx="3708260" cy="3581392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圆角矩形 22"/>
          <p:cNvSpPr/>
          <p:nvPr/>
        </p:nvSpPr>
        <p:spPr xmlns:m="http://schemas.openxmlformats.org/officeDocument/2006/math" xmlns:a14="http://schemas.microsoft.com/office/drawing/2010/main">
          <a:xfrm rot="2700000">
            <a:off x="9781217" y="1794358"/>
            <a:ext cx="1481875" cy="1437557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20792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圆角矩形 20"/>
          <p:cNvSpPr/>
          <p:nvPr/>
        </p:nvSpPr>
        <p:spPr xmlns:m="http://schemas.openxmlformats.org/officeDocument/2006/math" xmlns:a14="http://schemas.microsoft.com/office/drawing/2010/main">
          <a:xfrm rot="2700000">
            <a:off x="11568564" y="2615014"/>
            <a:ext cx="2641767" cy="256275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11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圆角矩形 15"/>
          <p:cNvSpPr/>
          <p:nvPr/>
        </p:nvSpPr>
        <p:spPr xmlns:m="http://schemas.openxmlformats.org/officeDocument/2006/math" xmlns:a14="http://schemas.microsoft.com/office/drawing/2010/main">
          <a:xfrm rot="2700000">
            <a:off x="9931730" y="-661840"/>
            <a:ext cx="1025096" cy="99443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圆角矩形 47"/>
          <p:cNvSpPr/>
          <p:nvPr/>
        </p:nvSpPr>
        <p:spPr xmlns:m="http://schemas.openxmlformats.org/officeDocument/2006/math" xmlns:a14="http://schemas.microsoft.com/office/drawing/2010/main">
          <a:xfrm rot="13500000">
            <a:off x="-212100" y="5738174"/>
            <a:ext cx="2296099" cy="2254426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" name="圆角矩形 44"/>
          <p:cNvSpPr/>
          <p:nvPr/>
        </p:nvSpPr>
        <p:spPr xmlns:m="http://schemas.openxmlformats.org/officeDocument/2006/math" xmlns:a14="http://schemas.microsoft.com/office/drawing/2010/main">
          <a:xfrm rot="13500000">
            <a:off x="407362" y="3499738"/>
            <a:ext cx="1807978" cy="1769669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" name="圆角矩形 45"/>
          <p:cNvSpPr/>
          <p:nvPr/>
        </p:nvSpPr>
        <p:spPr xmlns:m="http://schemas.openxmlformats.org/officeDocument/2006/math" xmlns:a14="http://schemas.microsoft.com/office/drawing/2010/main">
          <a:xfrm rot="13500000">
            <a:off x="311239" y="3614481"/>
            <a:ext cx="1807972" cy="176966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" name="圆角矩形 43"/>
          <p:cNvSpPr/>
          <p:nvPr/>
        </p:nvSpPr>
        <p:spPr xmlns:m="http://schemas.openxmlformats.org/officeDocument/2006/math" xmlns:a14="http://schemas.microsoft.com/office/drawing/2010/main">
          <a:xfrm rot="13500000">
            <a:off x="-2386685" y="2041483"/>
            <a:ext cx="2313289" cy="2271306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14565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" name="圆角矩形 38"/>
          <p:cNvSpPr/>
          <p:nvPr/>
        </p:nvSpPr>
        <p:spPr xmlns:m="http://schemas.openxmlformats.org/officeDocument/2006/math" xmlns:a14="http://schemas.microsoft.com/office/drawing/2010/main">
          <a:xfrm rot="13500000">
            <a:off x="851169" y="6411209"/>
            <a:ext cx="897636" cy="881344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21"/>
          <p:cNvSpPr/>
          <p:nvPr/>
        </p:nvSpPr>
        <p:spPr xmlns:m="http://schemas.openxmlformats.org/officeDocument/2006/math" xmlns:a14="http://schemas.microsoft.com/office/drawing/2010/main">
          <a:xfrm>
            <a:off x="1359838" y="1911270"/>
            <a:ext cx="1932114" cy="1932114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2800">
                <a:solidFill>
                  <a:srgbClr val="F16D63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" name="标题 11"/>
          <p:cNvSpPr txBox="1"/>
          <p:nvPr/>
        </p:nvSpPr>
        <p:spPr>
          <a:xfrm>
            <a:off x="3086466" y="1494436"/>
            <a:ext cx="501998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4" name="Oval 21"/>
          <p:cNvSpPr/>
          <p:nvPr/>
        </p:nvSpPr>
        <p:spPr xmlns:m="http://schemas.openxmlformats.org/officeDocument/2006/math" xmlns:a14="http://schemas.microsoft.com/office/drawing/2010/main">
          <a:xfrm>
            <a:off x="3715942" y="1911270"/>
            <a:ext cx="1932114" cy="1932114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2800">
                <a:solidFill>
                  <a:srgbClr val="F16D63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" name="标题 11"/>
          <p:cNvSpPr txBox="1"/>
          <p:nvPr/>
        </p:nvSpPr>
        <p:spPr>
          <a:xfrm>
            <a:off x="5442570" y="1494436"/>
            <a:ext cx="501998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6" name="Oval 21"/>
          <p:cNvSpPr/>
          <p:nvPr/>
        </p:nvSpPr>
        <p:spPr xmlns:m="http://schemas.openxmlformats.org/officeDocument/2006/math" xmlns:a14="http://schemas.microsoft.com/office/drawing/2010/main">
          <a:xfrm>
            <a:off x="6072046" y="1911270"/>
            <a:ext cx="1932113" cy="1932114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2800">
                <a:solidFill>
                  <a:srgbClr val="F16D63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7" name="标题 11"/>
          <p:cNvSpPr txBox="1"/>
          <p:nvPr/>
        </p:nvSpPr>
        <p:spPr>
          <a:xfrm>
            <a:off x="7798673" y="1494436"/>
            <a:ext cx="520680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8" name="Oval 21"/>
          <p:cNvSpPr/>
          <p:nvPr/>
        </p:nvSpPr>
        <p:spPr xmlns:m="http://schemas.openxmlformats.org/officeDocument/2006/math" xmlns:a14="http://schemas.microsoft.com/office/drawing/2010/main">
          <a:xfrm>
            <a:off x="8375705" y="1899695"/>
            <a:ext cx="1932113" cy="193211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2800">
                <a:solidFill>
                  <a:srgbClr val="F16D63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9" name="标题 11"/>
          <p:cNvSpPr txBox="1"/>
          <p:nvPr/>
        </p:nvSpPr>
        <p:spPr>
          <a:xfrm>
            <a:off x="10102328" y="1482861"/>
            <a:ext cx="52068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0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11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2" name="直线连接符 60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13" name="图片 48" descr="pic_placeholder.png"/>
          <p:cNvPicPr>
            <a:picLocks noChangeAspect="1"/>
          </p:cNvPicPr>
          <p:nvPr/>
        </p:nvPicPr>
        <p:blipFill>
          <a:blip r:embed="rId2"/>
          <a:srcRect l="19479" r="19475"/>
          <a:stretch>
            <a:fillRect/>
          </a:stretch>
        </p:blipFill>
        <p:spPr>
          <a:xfrm>
            <a:off x="1547465" y="2098897"/>
            <a:ext cx="1556941" cy="1556861"/>
          </a:xfrm>
          <a:prstGeom prst="rect">
            <a:avLst/>
          </a:prstGeom>
        </p:spPr>
      </p:pic>
      <p:pic>
        <p:nvPicPr>
          <p:cNvPr id="14" name="图片 49" descr="pic_placeholder.png"/>
          <p:cNvPicPr>
            <a:picLocks noChangeAspect="1"/>
          </p:cNvPicPr>
          <p:nvPr/>
        </p:nvPicPr>
        <p:blipFill>
          <a:blip r:embed="rId2"/>
          <a:srcRect l="19479" r="19475"/>
          <a:stretch>
            <a:fillRect/>
          </a:stretch>
        </p:blipFill>
        <p:spPr>
          <a:xfrm>
            <a:off x="6259672" y="2098897"/>
            <a:ext cx="1556942" cy="1556861"/>
          </a:xfrm>
          <a:prstGeom prst="rect">
            <a:avLst/>
          </a:prstGeom>
        </p:spPr>
      </p:pic>
      <p:pic>
        <p:nvPicPr>
          <p:cNvPr id="15" name="图片 9" descr="pic_placeholder.png"/>
          <p:cNvPicPr>
            <a:picLocks noChangeAspect="1"/>
          </p:cNvPicPr>
          <p:nvPr/>
        </p:nvPicPr>
        <p:blipFill>
          <a:blip r:embed="rId2"/>
          <a:srcRect l="20111" r="20107"/>
          <a:stretch>
            <a:fillRect/>
          </a:stretch>
        </p:blipFill>
        <p:spPr>
          <a:xfrm>
            <a:off x="3903569" y="2098897"/>
            <a:ext cx="1556941" cy="1556861"/>
          </a:xfrm>
          <a:prstGeom prst="rect">
            <a:avLst/>
          </a:prstGeom>
        </p:spPr>
      </p:pic>
      <p:pic>
        <p:nvPicPr>
          <p:cNvPr id="16" name="图片 63" descr="pic_placeholder.png"/>
          <p:cNvPicPr>
            <a:picLocks noChangeAspect="1"/>
          </p:cNvPicPr>
          <p:nvPr/>
        </p:nvPicPr>
        <p:blipFill>
          <a:blip r:embed="rId2"/>
          <a:srcRect l="20111" r="20107"/>
          <a:stretch>
            <a:fillRect/>
          </a:stretch>
        </p:blipFill>
        <p:spPr>
          <a:xfrm>
            <a:off x="8563330" y="2087321"/>
            <a:ext cx="1556942" cy="1556861"/>
          </a:xfrm>
          <a:prstGeom prst="rect">
            <a:avLst/>
          </a:prstGeom>
        </p:spPr>
      </p:pic>
      <p:sp>
        <p:nvSpPr>
          <p:cNvPr id="17" name="任意多边形 4"/>
          <p:cNvSpPr/>
          <p:nvPr/>
        </p:nvSpPr>
        <p:spPr xmlns:m="http://schemas.openxmlformats.org/officeDocument/2006/math" xmlns:a14="http://schemas.microsoft.com/office/drawing/2010/main">
          <a:xfrm rot="18875383">
            <a:off x="2778910" y="1907495"/>
            <a:ext cx="435761" cy="3806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601" y="0"/>
                </a:lnTo>
                <a:lnTo>
                  <a:pt x="2772" y="2525"/>
                </a:lnTo>
                <a:cubicBezTo>
                  <a:pt x="5239" y="4326"/>
                  <a:pt x="7952" y="5322"/>
                  <a:pt x="10800" y="5322"/>
                </a:cubicBezTo>
                <a:cubicBezTo>
                  <a:pt x="13648" y="5322"/>
                  <a:pt x="16361" y="4326"/>
                  <a:pt x="18829" y="2525"/>
                </a:cubicBezTo>
                <a:lnTo>
                  <a:pt x="20999" y="0"/>
                </a:lnTo>
                <a:lnTo>
                  <a:pt x="21600" y="0"/>
                </a:lnTo>
                <a:lnTo>
                  <a:pt x="21600" y="21600"/>
                </a:lnTo>
                <a:lnTo>
                  <a:pt x="20641" y="21600"/>
                </a:lnTo>
                <a:lnTo>
                  <a:pt x="18829" y="19492"/>
                </a:lnTo>
                <a:cubicBezTo>
                  <a:pt x="16361" y="17691"/>
                  <a:pt x="13648" y="16695"/>
                  <a:pt x="10800" y="16695"/>
                </a:cubicBezTo>
                <a:cubicBezTo>
                  <a:pt x="7952" y="16695"/>
                  <a:pt x="5239" y="17691"/>
                  <a:pt x="2772" y="19492"/>
                </a:cubicBezTo>
                <a:lnTo>
                  <a:pt x="95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FBFB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 sz="130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8" name="椭圆 5"/>
          <p:cNvSpPr/>
          <p:nvPr/>
        </p:nvSpPr>
        <p:spPr xmlns:m="http://schemas.openxmlformats.org/officeDocument/2006/math" xmlns:a14="http://schemas.microsoft.com/office/drawing/2010/main">
          <a:xfrm>
            <a:off x="2984361" y="1456160"/>
            <a:ext cx="597375" cy="62213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50800" dist="38100" dir="2700000">
              <a:srgbClr val="000000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9" name="椭圆 6"/>
          <p:cNvSpPr/>
          <p:nvPr/>
        </p:nvSpPr>
        <p:spPr xmlns:m="http://schemas.openxmlformats.org/officeDocument/2006/math" xmlns:a14="http://schemas.microsoft.com/office/drawing/2010/main">
          <a:xfrm>
            <a:off x="3038711" y="1512761"/>
            <a:ext cx="488676" cy="508927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0" name="Rectangle 215"/>
          <p:cNvSpPr/>
          <p:nvPr/>
        </p:nvSpPr>
        <p:spPr xmlns:m="http://schemas.openxmlformats.org/officeDocument/2006/math" xmlns:a14="http://schemas.microsoft.com/office/drawing/2010/main">
          <a:xfrm>
            <a:off x="3235426" y="1743960"/>
            <a:ext cx="13732" cy="14302"/>
          </a:xfrm>
          <a:prstGeom prst="rect">
            <a:avLst/>
          </a:prstGeom>
          <a:solidFill>
            <a:srgbClr val="DF53D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1" name="任意多边形 21"/>
          <p:cNvSpPr/>
          <p:nvPr/>
        </p:nvSpPr>
        <p:spPr xmlns:m="http://schemas.openxmlformats.org/officeDocument/2006/math" xmlns:a14="http://schemas.microsoft.com/office/drawing/2010/main">
          <a:xfrm rot="18875383">
            <a:off x="5135014" y="1907495"/>
            <a:ext cx="435760" cy="3806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601" y="0"/>
                </a:lnTo>
                <a:lnTo>
                  <a:pt x="2772" y="2525"/>
                </a:lnTo>
                <a:cubicBezTo>
                  <a:pt x="5239" y="4326"/>
                  <a:pt x="7952" y="5322"/>
                  <a:pt x="10800" y="5322"/>
                </a:cubicBezTo>
                <a:cubicBezTo>
                  <a:pt x="13648" y="5322"/>
                  <a:pt x="16361" y="4326"/>
                  <a:pt x="18829" y="2525"/>
                </a:cubicBezTo>
                <a:lnTo>
                  <a:pt x="20999" y="0"/>
                </a:lnTo>
                <a:lnTo>
                  <a:pt x="21600" y="0"/>
                </a:lnTo>
                <a:lnTo>
                  <a:pt x="21600" y="21600"/>
                </a:lnTo>
                <a:lnTo>
                  <a:pt x="20641" y="21600"/>
                </a:lnTo>
                <a:lnTo>
                  <a:pt x="18829" y="19492"/>
                </a:lnTo>
                <a:cubicBezTo>
                  <a:pt x="16361" y="17691"/>
                  <a:pt x="13648" y="16695"/>
                  <a:pt x="10800" y="16695"/>
                </a:cubicBezTo>
                <a:cubicBezTo>
                  <a:pt x="7952" y="16695"/>
                  <a:pt x="5239" y="17691"/>
                  <a:pt x="2772" y="19492"/>
                </a:cubicBezTo>
                <a:lnTo>
                  <a:pt x="95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FBFB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 sz="13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2" name="椭圆 22"/>
          <p:cNvSpPr/>
          <p:nvPr/>
        </p:nvSpPr>
        <p:spPr xmlns:m="http://schemas.openxmlformats.org/officeDocument/2006/math" xmlns:a14="http://schemas.microsoft.com/office/drawing/2010/main">
          <a:xfrm>
            <a:off x="5340465" y="1456160"/>
            <a:ext cx="597374" cy="62213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50800" dist="38100" dir="2700000">
              <a:srgbClr val="000000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3" name="椭圆 23"/>
          <p:cNvSpPr/>
          <p:nvPr/>
        </p:nvSpPr>
        <p:spPr xmlns:m="http://schemas.openxmlformats.org/officeDocument/2006/math" xmlns:a14="http://schemas.microsoft.com/office/drawing/2010/main">
          <a:xfrm>
            <a:off x="5394815" y="1512761"/>
            <a:ext cx="488675" cy="508927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4" name="Rectangle 215"/>
          <p:cNvSpPr/>
          <p:nvPr/>
        </p:nvSpPr>
        <p:spPr xmlns:m="http://schemas.openxmlformats.org/officeDocument/2006/math" xmlns:a14="http://schemas.microsoft.com/office/drawing/2010/main">
          <a:xfrm>
            <a:off x="5591530" y="1743960"/>
            <a:ext cx="13732" cy="14302"/>
          </a:xfrm>
          <a:prstGeom prst="rect">
            <a:avLst/>
          </a:prstGeom>
          <a:solidFill>
            <a:srgbClr val="DF53D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5" name="任意多边形 38"/>
          <p:cNvSpPr/>
          <p:nvPr/>
        </p:nvSpPr>
        <p:spPr xmlns:m="http://schemas.openxmlformats.org/officeDocument/2006/math" xmlns:a14="http://schemas.microsoft.com/office/drawing/2010/main">
          <a:xfrm rot="18875383">
            <a:off x="7491120" y="1907495"/>
            <a:ext cx="435760" cy="3806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601" y="0"/>
                </a:lnTo>
                <a:lnTo>
                  <a:pt x="2772" y="2525"/>
                </a:lnTo>
                <a:cubicBezTo>
                  <a:pt x="5239" y="4326"/>
                  <a:pt x="7952" y="5322"/>
                  <a:pt x="10800" y="5322"/>
                </a:cubicBezTo>
                <a:cubicBezTo>
                  <a:pt x="13648" y="5322"/>
                  <a:pt x="16361" y="4326"/>
                  <a:pt x="18829" y="2525"/>
                </a:cubicBezTo>
                <a:lnTo>
                  <a:pt x="20999" y="0"/>
                </a:lnTo>
                <a:lnTo>
                  <a:pt x="21600" y="0"/>
                </a:lnTo>
                <a:lnTo>
                  <a:pt x="21600" y="21600"/>
                </a:lnTo>
                <a:lnTo>
                  <a:pt x="20641" y="21600"/>
                </a:lnTo>
                <a:lnTo>
                  <a:pt x="18829" y="19492"/>
                </a:lnTo>
                <a:cubicBezTo>
                  <a:pt x="16361" y="17691"/>
                  <a:pt x="13648" y="16695"/>
                  <a:pt x="10800" y="16695"/>
                </a:cubicBezTo>
                <a:cubicBezTo>
                  <a:pt x="7952" y="16695"/>
                  <a:pt x="5239" y="17691"/>
                  <a:pt x="2772" y="19492"/>
                </a:cubicBezTo>
                <a:lnTo>
                  <a:pt x="95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FBFB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 sz="13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6" name="椭圆 39"/>
          <p:cNvSpPr/>
          <p:nvPr/>
        </p:nvSpPr>
        <p:spPr xmlns:m="http://schemas.openxmlformats.org/officeDocument/2006/math" xmlns:a14="http://schemas.microsoft.com/office/drawing/2010/main">
          <a:xfrm>
            <a:off x="7696571" y="1456160"/>
            <a:ext cx="597374" cy="62213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50800" dist="38100" dir="2700000">
              <a:srgbClr val="000000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7" name="椭圆 40"/>
          <p:cNvSpPr/>
          <p:nvPr/>
        </p:nvSpPr>
        <p:spPr xmlns:m="http://schemas.openxmlformats.org/officeDocument/2006/math" xmlns:a14="http://schemas.microsoft.com/office/drawing/2010/main">
          <a:xfrm>
            <a:off x="7750921" y="1512761"/>
            <a:ext cx="488675" cy="508927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8" name="Rectangle 215"/>
          <p:cNvSpPr/>
          <p:nvPr/>
        </p:nvSpPr>
        <p:spPr xmlns:m="http://schemas.openxmlformats.org/officeDocument/2006/math" xmlns:a14="http://schemas.microsoft.com/office/drawing/2010/main">
          <a:xfrm>
            <a:off x="7947636" y="1743960"/>
            <a:ext cx="13732" cy="14302"/>
          </a:xfrm>
          <a:prstGeom prst="rect">
            <a:avLst/>
          </a:prstGeom>
          <a:solidFill>
            <a:srgbClr val="DF53D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9" name="任意多边形 55"/>
          <p:cNvSpPr/>
          <p:nvPr/>
        </p:nvSpPr>
        <p:spPr xmlns:m="http://schemas.openxmlformats.org/officeDocument/2006/math" xmlns:a14="http://schemas.microsoft.com/office/drawing/2010/main">
          <a:xfrm rot="18875383">
            <a:off x="9794775" y="1895919"/>
            <a:ext cx="435760" cy="3806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601" y="0"/>
                </a:lnTo>
                <a:lnTo>
                  <a:pt x="2772" y="2525"/>
                </a:lnTo>
                <a:cubicBezTo>
                  <a:pt x="5239" y="4326"/>
                  <a:pt x="7952" y="5322"/>
                  <a:pt x="10800" y="5322"/>
                </a:cubicBezTo>
                <a:cubicBezTo>
                  <a:pt x="13648" y="5322"/>
                  <a:pt x="16361" y="4326"/>
                  <a:pt x="18829" y="2525"/>
                </a:cubicBezTo>
                <a:lnTo>
                  <a:pt x="20999" y="0"/>
                </a:lnTo>
                <a:lnTo>
                  <a:pt x="21600" y="0"/>
                </a:lnTo>
                <a:lnTo>
                  <a:pt x="21600" y="21600"/>
                </a:lnTo>
                <a:lnTo>
                  <a:pt x="20641" y="21600"/>
                </a:lnTo>
                <a:lnTo>
                  <a:pt x="18829" y="19492"/>
                </a:lnTo>
                <a:cubicBezTo>
                  <a:pt x="16361" y="17691"/>
                  <a:pt x="13648" y="16695"/>
                  <a:pt x="10800" y="16695"/>
                </a:cubicBezTo>
                <a:cubicBezTo>
                  <a:pt x="7952" y="16695"/>
                  <a:pt x="5239" y="17691"/>
                  <a:pt x="2772" y="19492"/>
                </a:cubicBezTo>
                <a:lnTo>
                  <a:pt x="95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FBFB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 sz="13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0" name="椭圆 56"/>
          <p:cNvSpPr/>
          <p:nvPr/>
        </p:nvSpPr>
        <p:spPr xmlns:m="http://schemas.openxmlformats.org/officeDocument/2006/math" xmlns:a14="http://schemas.microsoft.com/office/drawing/2010/main">
          <a:xfrm>
            <a:off x="10000226" y="1444584"/>
            <a:ext cx="597374" cy="62213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50800" dist="38100" dir="2700000">
              <a:srgbClr val="000000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1" name="椭圆 57"/>
          <p:cNvSpPr/>
          <p:nvPr/>
        </p:nvSpPr>
        <p:spPr xmlns:m="http://schemas.openxmlformats.org/officeDocument/2006/math" xmlns:a14="http://schemas.microsoft.com/office/drawing/2010/main">
          <a:xfrm>
            <a:off x="10054576" y="1501185"/>
            <a:ext cx="488675" cy="508927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2" name="Rectangle 215"/>
          <p:cNvSpPr/>
          <p:nvPr/>
        </p:nvSpPr>
        <p:spPr xmlns:m="http://schemas.openxmlformats.org/officeDocument/2006/math" xmlns:a14="http://schemas.microsoft.com/office/drawing/2010/main">
          <a:xfrm>
            <a:off x="10251291" y="1732384"/>
            <a:ext cx="13732" cy="14302"/>
          </a:xfrm>
          <a:prstGeom prst="rect">
            <a:avLst/>
          </a:prstGeom>
          <a:solidFill>
            <a:srgbClr val="DF53D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3" name="矩形 74"/>
          <p:cNvSpPr txBox="1"/>
          <p:nvPr/>
        </p:nvSpPr>
        <p:spPr>
          <a:xfrm>
            <a:off x="1332383" y="4699660"/>
            <a:ext cx="203867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34" name="矩形 75"/>
          <p:cNvSpPr txBox="1"/>
          <p:nvPr/>
        </p:nvSpPr>
        <p:spPr>
          <a:xfrm>
            <a:off x="1332383" y="4352049"/>
            <a:ext cx="1922040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35" name="矩形 77"/>
          <p:cNvSpPr txBox="1"/>
          <p:nvPr/>
        </p:nvSpPr>
        <p:spPr>
          <a:xfrm>
            <a:off x="3829284" y="4688820"/>
            <a:ext cx="2038675" cy="12217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36" name="矩形 78"/>
          <p:cNvSpPr txBox="1"/>
          <p:nvPr/>
        </p:nvSpPr>
        <p:spPr>
          <a:xfrm>
            <a:off x="3829284" y="4352049"/>
            <a:ext cx="1922040" cy="82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37" name="矩形 80"/>
          <p:cNvSpPr txBox="1"/>
          <p:nvPr/>
        </p:nvSpPr>
        <p:spPr>
          <a:xfrm>
            <a:off x="6209551" y="4693856"/>
            <a:ext cx="203867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38" name="矩形 81"/>
          <p:cNvSpPr txBox="1"/>
          <p:nvPr/>
        </p:nvSpPr>
        <p:spPr>
          <a:xfrm>
            <a:off x="6234354" y="4295218"/>
            <a:ext cx="1922040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39" name="矩形 83"/>
          <p:cNvSpPr txBox="1"/>
          <p:nvPr/>
        </p:nvSpPr>
        <p:spPr>
          <a:xfrm>
            <a:off x="8609050" y="4750686"/>
            <a:ext cx="203867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40" name="矩形 84"/>
          <p:cNvSpPr txBox="1"/>
          <p:nvPr/>
        </p:nvSpPr>
        <p:spPr>
          <a:xfrm>
            <a:off x="8609050" y="4352049"/>
            <a:ext cx="1922040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椭圆 4"/>
          <p:cNvSpPr/>
          <p:nvPr/>
        </p:nvSpPr>
        <p:spPr xmlns:m="http://schemas.openxmlformats.org/officeDocument/2006/math" xmlns:a14="http://schemas.microsoft.com/office/drawing/2010/main">
          <a:xfrm>
            <a:off x="1817353" y="3736893"/>
            <a:ext cx="2484642" cy="248464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" name="直接连接符 6"/>
          <p:cNvSpPr/>
          <p:nvPr/>
        </p:nvSpPr>
        <p:spPr>
          <a:xfrm>
            <a:off x="5345900" y="2169923"/>
            <a:ext cx="1003603" cy="1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rgbClr val="808080"/>
            </a:solidFill>
            <a:prstDash val="dash"/>
            <a:miter/>
            <a:tailEnd type="oval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4" name="TextBox 22"/>
          <p:cNvSpPr txBox="1"/>
          <p:nvPr/>
        </p:nvSpPr>
        <p:spPr>
          <a:xfrm>
            <a:off x="2056404" y="4772459"/>
            <a:ext cx="2001442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 algn="ctr">
              <a:defRPr b="1"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5" name="椭圆 8"/>
          <p:cNvSpPr/>
          <p:nvPr/>
        </p:nvSpPr>
        <p:spPr xmlns:m="http://schemas.openxmlformats.org/officeDocument/2006/math" xmlns:a14="http://schemas.microsoft.com/office/drawing/2010/main">
          <a:xfrm>
            <a:off x="1817353" y="1721193"/>
            <a:ext cx="2484642" cy="2484643"/>
          </a:xfrm>
          <a:prstGeom prst="ellipse">
            <a:avLst/>
          </a:prstGeom>
          <a:solidFill>
            <a:schemeClr val="accent1"/>
          </a:solidFill>
          <a:ln w="762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6" name="KSO_Shape"/>
          <p:cNvSpPr/>
          <p:nvPr/>
        </p:nvSpPr>
        <p:spPr xmlns:m="http://schemas.openxmlformats.org/officeDocument/2006/math" xmlns:a14="http://schemas.microsoft.com/office/drawing/2010/main">
          <a:xfrm>
            <a:off x="2221965" y="2429300"/>
            <a:ext cx="1647694" cy="11506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028" y="8610"/>
                </a:moveTo>
                <a:lnTo>
                  <a:pt x="19986" y="8622"/>
                </a:lnTo>
                <a:lnTo>
                  <a:pt x="19945" y="8633"/>
                </a:lnTo>
                <a:lnTo>
                  <a:pt x="19904" y="8651"/>
                </a:lnTo>
                <a:lnTo>
                  <a:pt x="19862" y="8681"/>
                </a:lnTo>
                <a:lnTo>
                  <a:pt x="19829" y="8716"/>
                </a:lnTo>
                <a:lnTo>
                  <a:pt x="19800" y="8746"/>
                </a:lnTo>
                <a:lnTo>
                  <a:pt x="19767" y="8787"/>
                </a:lnTo>
                <a:lnTo>
                  <a:pt x="19738" y="8835"/>
                </a:lnTo>
                <a:lnTo>
                  <a:pt x="19709" y="8876"/>
                </a:lnTo>
                <a:lnTo>
                  <a:pt x="19689" y="8929"/>
                </a:lnTo>
                <a:lnTo>
                  <a:pt x="19672" y="8983"/>
                </a:lnTo>
                <a:lnTo>
                  <a:pt x="19660" y="9042"/>
                </a:lnTo>
                <a:lnTo>
                  <a:pt x="19647" y="9101"/>
                </a:lnTo>
                <a:lnTo>
                  <a:pt x="19639" y="9166"/>
                </a:lnTo>
                <a:lnTo>
                  <a:pt x="19639" y="9290"/>
                </a:lnTo>
                <a:lnTo>
                  <a:pt x="19647" y="9355"/>
                </a:lnTo>
                <a:lnTo>
                  <a:pt x="19660" y="9415"/>
                </a:lnTo>
                <a:lnTo>
                  <a:pt x="19672" y="9468"/>
                </a:lnTo>
                <a:lnTo>
                  <a:pt x="19689" y="9527"/>
                </a:lnTo>
                <a:lnTo>
                  <a:pt x="19709" y="9574"/>
                </a:lnTo>
                <a:lnTo>
                  <a:pt x="19738" y="9628"/>
                </a:lnTo>
                <a:lnTo>
                  <a:pt x="19767" y="9669"/>
                </a:lnTo>
                <a:lnTo>
                  <a:pt x="19800" y="9705"/>
                </a:lnTo>
                <a:lnTo>
                  <a:pt x="19829" y="9746"/>
                </a:lnTo>
                <a:lnTo>
                  <a:pt x="19862" y="9776"/>
                </a:lnTo>
                <a:lnTo>
                  <a:pt x="19904" y="9799"/>
                </a:lnTo>
                <a:lnTo>
                  <a:pt x="19945" y="9823"/>
                </a:lnTo>
                <a:lnTo>
                  <a:pt x="19986" y="9841"/>
                </a:lnTo>
                <a:lnTo>
                  <a:pt x="20028" y="9847"/>
                </a:lnTo>
                <a:lnTo>
                  <a:pt x="20073" y="9852"/>
                </a:lnTo>
                <a:lnTo>
                  <a:pt x="20119" y="9847"/>
                </a:lnTo>
                <a:lnTo>
                  <a:pt x="20164" y="9841"/>
                </a:lnTo>
                <a:lnTo>
                  <a:pt x="20202" y="9823"/>
                </a:lnTo>
                <a:lnTo>
                  <a:pt x="20243" y="9799"/>
                </a:lnTo>
                <a:lnTo>
                  <a:pt x="20280" y="9776"/>
                </a:lnTo>
                <a:lnTo>
                  <a:pt x="20317" y="9746"/>
                </a:lnTo>
                <a:lnTo>
                  <a:pt x="20351" y="9705"/>
                </a:lnTo>
                <a:lnTo>
                  <a:pt x="20384" y="9669"/>
                </a:lnTo>
                <a:lnTo>
                  <a:pt x="20408" y="9628"/>
                </a:lnTo>
                <a:lnTo>
                  <a:pt x="20437" y="9574"/>
                </a:lnTo>
                <a:lnTo>
                  <a:pt x="20458" y="9527"/>
                </a:lnTo>
                <a:lnTo>
                  <a:pt x="20475" y="9468"/>
                </a:lnTo>
                <a:lnTo>
                  <a:pt x="20487" y="9415"/>
                </a:lnTo>
                <a:lnTo>
                  <a:pt x="20499" y="9355"/>
                </a:lnTo>
                <a:lnTo>
                  <a:pt x="20508" y="9290"/>
                </a:lnTo>
                <a:lnTo>
                  <a:pt x="20512" y="9231"/>
                </a:lnTo>
                <a:lnTo>
                  <a:pt x="20508" y="9166"/>
                </a:lnTo>
                <a:lnTo>
                  <a:pt x="20499" y="9101"/>
                </a:lnTo>
                <a:lnTo>
                  <a:pt x="20487" y="9042"/>
                </a:lnTo>
                <a:lnTo>
                  <a:pt x="20475" y="8983"/>
                </a:lnTo>
                <a:lnTo>
                  <a:pt x="20458" y="8929"/>
                </a:lnTo>
                <a:lnTo>
                  <a:pt x="20437" y="8876"/>
                </a:lnTo>
                <a:lnTo>
                  <a:pt x="20408" y="8835"/>
                </a:lnTo>
                <a:lnTo>
                  <a:pt x="20384" y="8787"/>
                </a:lnTo>
                <a:lnTo>
                  <a:pt x="20351" y="8746"/>
                </a:lnTo>
                <a:lnTo>
                  <a:pt x="20317" y="8716"/>
                </a:lnTo>
                <a:lnTo>
                  <a:pt x="20280" y="8681"/>
                </a:lnTo>
                <a:lnTo>
                  <a:pt x="20243" y="8651"/>
                </a:lnTo>
                <a:lnTo>
                  <a:pt x="20202" y="8633"/>
                </a:lnTo>
                <a:lnTo>
                  <a:pt x="20164" y="8622"/>
                </a:lnTo>
                <a:lnTo>
                  <a:pt x="20119" y="8610"/>
                </a:lnTo>
                <a:lnTo>
                  <a:pt x="20028" y="8610"/>
                </a:lnTo>
                <a:close/>
                <a:moveTo>
                  <a:pt x="5406" y="2389"/>
                </a:moveTo>
                <a:lnTo>
                  <a:pt x="5452" y="2389"/>
                </a:lnTo>
                <a:lnTo>
                  <a:pt x="5497" y="2395"/>
                </a:lnTo>
                <a:lnTo>
                  <a:pt x="5539" y="2407"/>
                </a:lnTo>
                <a:lnTo>
                  <a:pt x="5585" y="2424"/>
                </a:lnTo>
                <a:lnTo>
                  <a:pt x="5622" y="2442"/>
                </a:lnTo>
                <a:lnTo>
                  <a:pt x="5663" y="2477"/>
                </a:lnTo>
                <a:lnTo>
                  <a:pt x="5697" y="2512"/>
                </a:lnTo>
                <a:lnTo>
                  <a:pt x="5730" y="2547"/>
                </a:lnTo>
                <a:lnTo>
                  <a:pt x="5763" y="2594"/>
                </a:lnTo>
                <a:lnTo>
                  <a:pt x="5792" y="2634"/>
                </a:lnTo>
                <a:lnTo>
                  <a:pt x="5817" y="2693"/>
                </a:lnTo>
                <a:lnTo>
                  <a:pt x="5834" y="2739"/>
                </a:lnTo>
                <a:lnTo>
                  <a:pt x="5854" y="2804"/>
                </a:lnTo>
                <a:lnTo>
                  <a:pt x="5871" y="2868"/>
                </a:lnTo>
                <a:lnTo>
                  <a:pt x="5879" y="2926"/>
                </a:lnTo>
                <a:lnTo>
                  <a:pt x="5883" y="2996"/>
                </a:lnTo>
                <a:lnTo>
                  <a:pt x="5883" y="3060"/>
                </a:lnTo>
                <a:lnTo>
                  <a:pt x="5879" y="3119"/>
                </a:lnTo>
                <a:lnTo>
                  <a:pt x="5871" y="3183"/>
                </a:lnTo>
                <a:lnTo>
                  <a:pt x="5858" y="3241"/>
                </a:lnTo>
                <a:lnTo>
                  <a:pt x="5838" y="3300"/>
                </a:lnTo>
                <a:lnTo>
                  <a:pt x="5817" y="3352"/>
                </a:lnTo>
                <a:lnTo>
                  <a:pt x="5796" y="3405"/>
                </a:lnTo>
                <a:lnTo>
                  <a:pt x="5767" y="3445"/>
                </a:lnTo>
                <a:lnTo>
                  <a:pt x="5738" y="3498"/>
                </a:lnTo>
                <a:lnTo>
                  <a:pt x="5701" y="3533"/>
                </a:lnTo>
                <a:lnTo>
                  <a:pt x="5668" y="3574"/>
                </a:lnTo>
                <a:lnTo>
                  <a:pt x="5626" y="3597"/>
                </a:lnTo>
                <a:lnTo>
                  <a:pt x="5589" y="3620"/>
                </a:lnTo>
                <a:lnTo>
                  <a:pt x="5543" y="3644"/>
                </a:lnTo>
                <a:lnTo>
                  <a:pt x="5497" y="3661"/>
                </a:lnTo>
                <a:lnTo>
                  <a:pt x="5452" y="3667"/>
                </a:lnTo>
                <a:lnTo>
                  <a:pt x="5402" y="3667"/>
                </a:lnTo>
                <a:lnTo>
                  <a:pt x="5360" y="3661"/>
                </a:lnTo>
                <a:lnTo>
                  <a:pt x="5315" y="3644"/>
                </a:lnTo>
                <a:lnTo>
                  <a:pt x="5273" y="3626"/>
                </a:lnTo>
                <a:lnTo>
                  <a:pt x="5236" y="3603"/>
                </a:lnTo>
                <a:lnTo>
                  <a:pt x="5194" y="3574"/>
                </a:lnTo>
                <a:lnTo>
                  <a:pt x="5161" y="3539"/>
                </a:lnTo>
                <a:lnTo>
                  <a:pt x="5124" y="3504"/>
                </a:lnTo>
                <a:lnTo>
                  <a:pt x="5095" y="3463"/>
                </a:lnTo>
                <a:lnTo>
                  <a:pt x="5062" y="3410"/>
                </a:lnTo>
                <a:lnTo>
                  <a:pt x="5041" y="3364"/>
                </a:lnTo>
                <a:lnTo>
                  <a:pt x="5020" y="3305"/>
                </a:lnTo>
                <a:lnTo>
                  <a:pt x="5003" y="3247"/>
                </a:lnTo>
                <a:lnTo>
                  <a:pt x="4987" y="3189"/>
                </a:lnTo>
                <a:lnTo>
                  <a:pt x="4979" y="3119"/>
                </a:lnTo>
                <a:lnTo>
                  <a:pt x="4974" y="3060"/>
                </a:lnTo>
                <a:lnTo>
                  <a:pt x="4974" y="2990"/>
                </a:lnTo>
                <a:lnTo>
                  <a:pt x="4979" y="2926"/>
                </a:lnTo>
                <a:lnTo>
                  <a:pt x="4987" y="2868"/>
                </a:lnTo>
                <a:lnTo>
                  <a:pt x="5003" y="2810"/>
                </a:lnTo>
                <a:lnTo>
                  <a:pt x="5016" y="2751"/>
                </a:lnTo>
                <a:lnTo>
                  <a:pt x="5037" y="2699"/>
                </a:lnTo>
                <a:lnTo>
                  <a:pt x="5062" y="2646"/>
                </a:lnTo>
                <a:lnTo>
                  <a:pt x="5091" y="2600"/>
                </a:lnTo>
                <a:lnTo>
                  <a:pt x="5120" y="2553"/>
                </a:lnTo>
                <a:lnTo>
                  <a:pt x="5153" y="2512"/>
                </a:lnTo>
                <a:lnTo>
                  <a:pt x="5190" y="2483"/>
                </a:lnTo>
                <a:lnTo>
                  <a:pt x="5228" y="2448"/>
                </a:lnTo>
                <a:lnTo>
                  <a:pt x="5269" y="2424"/>
                </a:lnTo>
                <a:lnTo>
                  <a:pt x="5315" y="2407"/>
                </a:lnTo>
                <a:lnTo>
                  <a:pt x="5360" y="2395"/>
                </a:lnTo>
                <a:lnTo>
                  <a:pt x="5406" y="2389"/>
                </a:lnTo>
                <a:close/>
                <a:moveTo>
                  <a:pt x="17694" y="1656"/>
                </a:moveTo>
                <a:lnTo>
                  <a:pt x="17893" y="1958"/>
                </a:lnTo>
                <a:lnTo>
                  <a:pt x="18121" y="2307"/>
                </a:lnTo>
                <a:lnTo>
                  <a:pt x="18410" y="2775"/>
                </a:lnTo>
                <a:lnTo>
                  <a:pt x="18576" y="3053"/>
                </a:lnTo>
                <a:lnTo>
                  <a:pt x="18758" y="3349"/>
                </a:lnTo>
                <a:lnTo>
                  <a:pt x="18940" y="3674"/>
                </a:lnTo>
                <a:lnTo>
                  <a:pt x="19138" y="4011"/>
                </a:lnTo>
                <a:lnTo>
                  <a:pt x="19337" y="4378"/>
                </a:lnTo>
                <a:lnTo>
                  <a:pt x="19544" y="4751"/>
                </a:lnTo>
                <a:lnTo>
                  <a:pt x="19755" y="5148"/>
                </a:lnTo>
                <a:lnTo>
                  <a:pt x="19962" y="5550"/>
                </a:lnTo>
                <a:lnTo>
                  <a:pt x="20164" y="5964"/>
                </a:lnTo>
                <a:lnTo>
                  <a:pt x="20351" y="6361"/>
                </a:lnTo>
                <a:lnTo>
                  <a:pt x="20528" y="6751"/>
                </a:lnTo>
                <a:lnTo>
                  <a:pt x="20686" y="7124"/>
                </a:lnTo>
                <a:lnTo>
                  <a:pt x="20835" y="7473"/>
                </a:lnTo>
                <a:lnTo>
                  <a:pt x="20967" y="7817"/>
                </a:lnTo>
                <a:lnTo>
                  <a:pt x="21091" y="8130"/>
                </a:lnTo>
                <a:lnTo>
                  <a:pt x="21199" y="8420"/>
                </a:lnTo>
                <a:lnTo>
                  <a:pt x="21294" y="8681"/>
                </a:lnTo>
                <a:lnTo>
                  <a:pt x="21377" y="8923"/>
                </a:lnTo>
                <a:lnTo>
                  <a:pt x="21501" y="9296"/>
                </a:lnTo>
                <a:lnTo>
                  <a:pt x="21575" y="9539"/>
                </a:lnTo>
                <a:lnTo>
                  <a:pt x="21600" y="9628"/>
                </a:lnTo>
                <a:lnTo>
                  <a:pt x="19469" y="11876"/>
                </a:lnTo>
                <a:lnTo>
                  <a:pt x="19440" y="11764"/>
                </a:lnTo>
                <a:lnTo>
                  <a:pt x="19362" y="11433"/>
                </a:lnTo>
                <a:lnTo>
                  <a:pt x="19308" y="11196"/>
                </a:lnTo>
                <a:lnTo>
                  <a:pt x="19238" y="10930"/>
                </a:lnTo>
                <a:lnTo>
                  <a:pt x="19155" y="10616"/>
                </a:lnTo>
                <a:lnTo>
                  <a:pt x="19060" y="10285"/>
                </a:lnTo>
                <a:lnTo>
                  <a:pt x="18956" y="9929"/>
                </a:lnTo>
                <a:lnTo>
                  <a:pt x="18836" y="9545"/>
                </a:lnTo>
                <a:lnTo>
                  <a:pt x="18708" y="9154"/>
                </a:lnTo>
                <a:lnTo>
                  <a:pt x="18567" y="8746"/>
                </a:lnTo>
                <a:lnTo>
                  <a:pt x="18414" y="8332"/>
                </a:lnTo>
                <a:lnTo>
                  <a:pt x="18253" y="7917"/>
                </a:lnTo>
                <a:lnTo>
                  <a:pt x="18162" y="7710"/>
                </a:lnTo>
                <a:lnTo>
                  <a:pt x="18075" y="7509"/>
                </a:lnTo>
                <a:lnTo>
                  <a:pt x="17984" y="7308"/>
                </a:lnTo>
                <a:lnTo>
                  <a:pt x="17893" y="7107"/>
                </a:lnTo>
                <a:lnTo>
                  <a:pt x="17794" y="6905"/>
                </a:lnTo>
                <a:lnTo>
                  <a:pt x="17699" y="6716"/>
                </a:lnTo>
                <a:lnTo>
                  <a:pt x="17599" y="6532"/>
                </a:lnTo>
                <a:lnTo>
                  <a:pt x="17500" y="6349"/>
                </a:lnTo>
                <a:lnTo>
                  <a:pt x="17301" y="6012"/>
                </a:lnTo>
                <a:lnTo>
                  <a:pt x="17107" y="5692"/>
                </a:lnTo>
                <a:lnTo>
                  <a:pt x="16917" y="5396"/>
                </a:lnTo>
                <a:lnTo>
                  <a:pt x="16726" y="5118"/>
                </a:lnTo>
                <a:lnTo>
                  <a:pt x="16552" y="4875"/>
                </a:lnTo>
                <a:lnTo>
                  <a:pt x="16379" y="4645"/>
                </a:lnTo>
                <a:lnTo>
                  <a:pt x="16221" y="4449"/>
                </a:lnTo>
                <a:lnTo>
                  <a:pt x="16081" y="4278"/>
                </a:lnTo>
                <a:lnTo>
                  <a:pt x="15953" y="4124"/>
                </a:lnTo>
                <a:lnTo>
                  <a:pt x="15845" y="4006"/>
                </a:lnTo>
                <a:lnTo>
                  <a:pt x="15688" y="3840"/>
                </a:lnTo>
                <a:lnTo>
                  <a:pt x="15634" y="3787"/>
                </a:lnTo>
                <a:lnTo>
                  <a:pt x="17694" y="1656"/>
                </a:lnTo>
                <a:close/>
                <a:moveTo>
                  <a:pt x="5516" y="1172"/>
                </a:moveTo>
                <a:lnTo>
                  <a:pt x="5326" y="1314"/>
                </a:lnTo>
                <a:lnTo>
                  <a:pt x="5094" y="1504"/>
                </a:lnTo>
                <a:lnTo>
                  <a:pt x="4962" y="1616"/>
                </a:lnTo>
                <a:lnTo>
                  <a:pt x="4822" y="1740"/>
                </a:lnTo>
                <a:lnTo>
                  <a:pt x="4673" y="1882"/>
                </a:lnTo>
                <a:lnTo>
                  <a:pt x="4516" y="2030"/>
                </a:lnTo>
                <a:lnTo>
                  <a:pt x="4346" y="2202"/>
                </a:lnTo>
                <a:lnTo>
                  <a:pt x="4181" y="2380"/>
                </a:lnTo>
                <a:lnTo>
                  <a:pt x="3999" y="2575"/>
                </a:lnTo>
                <a:lnTo>
                  <a:pt x="3822" y="2776"/>
                </a:lnTo>
                <a:lnTo>
                  <a:pt x="3636" y="2995"/>
                </a:lnTo>
                <a:lnTo>
                  <a:pt x="3454" y="3226"/>
                </a:lnTo>
                <a:lnTo>
                  <a:pt x="3264" y="3475"/>
                </a:lnTo>
                <a:lnTo>
                  <a:pt x="3070" y="3735"/>
                </a:lnTo>
                <a:lnTo>
                  <a:pt x="2884" y="4007"/>
                </a:lnTo>
                <a:lnTo>
                  <a:pt x="2698" y="4280"/>
                </a:lnTo>
                <a:lnTo>
                  <a:pt x="2343" y="4807"/>
                </a:lnTo>
                <a:lnTo>
                  <a:pt x="2012" y="5316"/>
                </a:lnTo>
                <a:lnTo>
                  <a:pt x="1715" y="5801"/>
                </a:lnTo>
                <a:lnTo>
                  <a:pt x="1446" y="6251"/>
                </a:lnTo>
                <a:lnTo>
                  <a:pt x="1211" y="6648"/>
                </a:lnTo>
                <a:lnTo>
                  <a:pt x="1012" y="6991"/>
                </a:lnTo>
                <a:lnTo>
                  <a:pt x="859" y="7275"/>
                </a:lnTo>
                <a:lnTo>
                  <a:pt x="2136" y="9134"/>
                </a:lnTo>
                <a:lnTo>
                  <a:pt x="2227" y="8903"/>
                </a:lnTo>
                <a:lnTo>
                  <a:pt x="2338" y="8660"/>
                </a:lnTo>
                <a:lnTo>
                  <a:pt x="2467" y="8382"/>
                </a:lnTo>
                <a:lnTo>
                  <a:pt x="2607" y="8092"/>
                </a:lnTo>
                <a:lnTo>
                  <a:pt x="2669" y="7920"/>
                </a:lnTo>
                <a:lnTo>
                  <a:pt x="2710" y="7814"/>
                </a:lnTo>
                <a:lnTo>
                  <a:pt x="2760" y="7689"/>
                </a:lnTo>
                <a:lnTo>
                  <a:pt x="2818" y="7565"/>
                </a:lnTo>
                <a:lnTo>
                  <a:pt x="2884" y="7435"/>
                </a:lnTo>
                <a:lnTo>
                  <a:pt x="2958" y="7281"/>
                </a:lnTo>
                <a:lnTo>
                  <a:pt x="3041" y="7133"/>
                </a:lnTo>
                <a:lnTo>
                  <a:pt x="3136" y="6967"/>
                </a:lnTo>
                <a:lnTo>
                  <a:pt x="3243" y="6801"/>
                </a:lnTo>
                <a:lnTo>
                  <a:pt x="3355" y="6618"/>
                </a:lnTo>
                <a:lnTo>
                  <a:pt x="3483" y="6434"/>
                </a:lnTo>
                <a:lnTo>
                  <a:pt x="3623" y="6239"/>
                </a:lnTo>
                <a:lnTo>
                  <a:pt x="3772" y="6044"/>
                </a:lnTo>
                <a:lnTo>
                  <a:pt x="3942" y="5837"/>
                </a:lnTo>
                <a:lnTo>
                  <a:pt x="4119" y="5629"/>
                </a:lnTo>
                <a:lnTo>
                  <a:pt x="4301" y="5399"/>
                </a:lnTo>
                <a:lnTo>
                  <a:pt x="4483" y="5174"/>
                </a:lnTo>
                <a:lnTo>
                  <a:pt x="4669" y="4960"/>
                </a:lnTo>
                <a:lnTo>
                  <a:pt x="4855" y="4753"/>
                </a:lnTo>
                <a:lnTo>
                  <a:pt x="5041" y="4552"/>
                </a:lnTo>
                <a:lnTo>
                  <a:pt x="5226" y="4363"/>
                </a:lnTo>
                <a:lnTo>
                  <a:pt x="5408" y="4185"/>
                </a:lnTo>
                <a:lnTo>
                  <a:pt x="5590" y="4007"/>
                </a:lnTo>
                <a:lnTo>
                  <a:pt x="5764" y="3842"/>
                </a:lnTo>
                <a:lnTo>
                  <a:pt x="5937" y="3688"/>
                </a:lnTo>
                <a:lnTo>
                  <a:pt x="6264" y="3404"/>
                </a:lnTo>
                <a:lnTo>
                  <a:pt x="6557" y="3161"/>
                </a:lnTo>
                <a:lnTo>
                  <a:pt x="6809" y="2960"/>
                </a:lnTo>
                <a:lnTo>
                  <a:pt x="5516" y="1172"/>
                </a:lnTo>
                <a:close/>
                <a:moveTo>
                  <a:pt x="5598" y="0"/>
                </a:moveTo>
                <a:lnTo>
                  <a:pt x="5652" y="12"/>
                </a:lnTo>
                <a:lnTo>
                  <a:pt x="5706" y="36"/>
                </a:lnTo>
                <a:lnTo>
                  <a:pt x="5751" y="65"/>
                </a:lnTo>
                <a:lnTo>
                  <a:pt x="5801" y="101"/>
                </a:lnTo>
                <a:lnTo>
                  <a:pt x="5842" y="154"/>
                </a:lnTo>
                <a:lnTo>
                  <a:pt x="7693" y="2705"/>
                </a:lnTo>
                <a:lnTo>
                  <a:pt x="7722" y="2758"/>
                </a:lnTo>
                <a:lnTo>
                  <a:pt x="7751" y="2806"/>
                </a:lnTo>
                <a:lnTo>
                  <a:pt x="7772" y="2865"/>
                </a:lnTo>
                <a:lnTo>
                  <a:pt x="7788" y="2918"/>
                </a:lnTo>
                <a:lnTo>
                  <a:pt x="7796" y="2983"/>
                </a:lnTo>
                <a:lnTo>
                  <a:pt x="7805" y="3043"/>
                </a:lnTo>
                <a:lnTo>
                  <a:pt x="7805" y="3108"/>
                </a:lnTo>
                <a:lnTo>
                  <a:pt x="7800" y="3179"/>
                </a:lnTo>
                <a:lnTo>
                  <a:pt x="7792" y="3238"/>
                </a:lnTo>
                <a:lnTo>
                  <a:pt x="7776" y="3297"/>
                </a:lnTo>
                <a:lnTo>
                  <a:pt x="7759" y="3350"/>
                </a:lnTo>
                <a:lnTo>
                  <a:pt x="7730" y="3410"/>
                </a:lnTo>
                <a:lnTo>
                  <a:pt x="7705" y="3451"/>
                </a:lnTo>
                <a:lnTo>
                  <a:pt x="7668" y="3498"/>
                </a:lnTo>
                <a:lnTo>
                  <a:pt x="7635" y="3534"/>
                </a:lnTo>
                <a:lnTo>
                  <a:pt x="7594" y="3569"/>
                </a:lnTo>
                <a:lnTo>
                  <a:pt x="7524" y="3617"/>
                </a:lnTo>
                <a:lnTo>
                  <a:pt x="7342" y="3747"/>
                </a:lnTo>
                <a:lnTo>
                  <a:pt x="8086" y="4410"/>
                </a:lnTo>
                <a:lnTo>
                  <a:pt x="8470" y="4753"/>
                </a:lnTo>
                <a:lnTo>
                  <a:pt x="8784" y="5043"/>
                </a:lnTo>
                <a:lnTo>
                  <a:pt x="8904" y="4955"/>
                </a:lnTo>
                <a:lnTo>
                  <a:pt x="9032" y="4866"/>
                </a:lnTo>
                <a:lnTo>
                  <a:pt x="9160" y="4795"/>
                </a:lnTo>
                <a:lnTo>
                  <a:pt x="9288" y="4730"/>
                </a:lnTo>
                <a:lnTo>
                  <a:pt x="9428" y="4665"/>
                </a:lnTo>
                <a:lnTo>
                  <a:pt x="9569" y="4617"/>
                </a:lnTo>
                <a:lnTo>
                  <a:pt x="9722" y="4576"/>
                </a:lnTo>
                <a:lnTo>
                  <a:pt x="9870" y="4534"/>
                </a:lnTo>
                <a:lnTo>
                  <a:pt x="10106" y="4499"/>
                </a:lnTo>
                <a:lnTo>
                  <a:pt x="10329" y="4475"/>
                </a:lnTo>
                <a:lnTo>
                  <a:pt x="10548" y="4457"/>
                </a:lnTo>
                <a:lnTo>
                  <a:pt x="10755" y="4451"/>
                </a:lnTo>
                <a:lnTo>
                  <a:pt x="10957" y="4463"/>
                </a:lnTo>
                <a:lnTo>
                  <a:pt x="11147" y="4487"/>
                </a:lnTo>
                <a:lnTo>
                  <a:pt x="11329" y="4511"/>
                </a:lnTo>
                <a:lnTo>
                  <a:pt x="11507" y="4546"/>
                </a:lnTo>
                <a:lnTo>
                  <a:pt x="11672" y="4593"/>
                </a:lnTo>
                <a:lnTo>
                  <a:pt x="11837" y="4647"/>
                </a:lnTo>
                <a:lnTo>
                  <a:pt x="11990" y="4706"/>
                </a:lnTo>
                <a:lnTo>
                  <a:pt x="12135" y="4777"/>
                </a:lnTo>
                <a:lnTo>
                  <a:pt x="12275" y="4842"/>
                </a:lnTo>
                <a:lnTo>
                  <a:pt x="12407" y="4913"/>
                </a:lnTo>
                <a:lnTo>
                  <a:pt x="12531" y="4996"/>
                </a:lnTo>
                <a:lnTo>
                  <a:pt x="12651" y="5067"/>
                </a:lnTo>
                <a:lnTo>
                  <a:pt x="12771" y="5150"/>
                </a:lnTo>
                <a:lnTo>
                  <a:pt x="12878" y="5233"/>
                </a:lnTo>
                <a:lnTo>
                  <a:pt x="13081" y="5404"/>
                </a:lnTo>
                <a:lnTo>
                  <a:pt x="13267" y="5558"/>
                </a:lnTo>
                <a:lnTo>
                  <a:pt x="13428" y="5706"/>
                </a:lnTo>
                <a:lnTo>
                  <a:pt x="13576" y="5837"/>
                </a:lnTo>
                <a:lnTo>
                  <a:pt x="13647" y="5896"/>
                </a:lnTo>
                <a:lnTo>
                  <a:pt x="13713" y="5943"/>
                </a:lnTo>
                <a:lnTo>
                  <a:pt x="13779" y="5990"/>
                </a:lnTo>
                <a:lnTo>
                  <a:pt x="13837" y="6020"/>
                </a:lnTo>
                <a:lnTo>
                  <a:pt x="13895" y="6044"/>
                </a:lnTo>
                <a:lnTo>
                  <a:pt x="13952" y="6056"/>
                </a:lnTo>
                <a:lnTo>
                  <a:pt x="14006" y="6067"/>
                </a:lnTo>
                <a:lnTo>
                  <a:pt x="14068" y="6067"/>
                </a:lnTo>
                <a:lnTo>
                  <a:pt x="14138" y="6061"/>
                </a:lnTo>
                <a:lnTo>
                  <a:pt x="14209" y="6056"/>
                </a:lnTo>
                <a:lnTo>
                  <a:pt x="14361" y="6026"/>
                </a:lnTo>
                <a:lnTo>
                  <a:pt x="14531" y="5979"/>
                </a:lnTo>
                <a:lnTo>
                  <a:pt x="14700" y="5919"/>
                </a:lnTo>
                <a:lnTo>
                  <a:pt x="14882" y="5854"/>
                </a:lnTo>
                <a:lnTo>
                  <a:pt x="15060" y="5777"/>
                </a:lnTo>
                <a:lnTo>
                  <a:pt x="15237" y="5700"/>
                </a:lnTo>
                <a:lnTo>
                  <a:pt x="15560" y="5541"/>
                </a:lnTo>
                <a:lnTo>
                  <a:pt x="15832" y="5404"/>
                </a:lnTo>
                <a:lnTo>
                  <a:pt x="16084" y="5262"/>
                </a:lnTo>
                <a:lnTo>
                  <a:pt x="16146" y="5327"/>
                </a:lnTo>
                <a:lnTo>
                  <a:pt x="16212" y="5416"/>
                </a:lnTo>
                <a:lnTo>
                  <a:pt x="16303" y="5535"/>
                </a:lnTo>
                <a:lnTo>
                  <a:pt x="16423" y="5694"/>
                </a:lnTo>
                <a:lnTo>
                  <a:pt x="16551" y="5890"/>
                </a:lnTo>
                <a:lnTo>
                  <a:pt x="16708" y="6115"/>
                </a:lnTo>
                <a:lnTo>
                  <a:pt x="16873" y="6381"/>
                </a:lnTo>
                <a:lnTo>
                  <a:pt x="17059" y="6695"/>
                </a:lnTo>
                <a:lnTo>
                  <a:pt x="17249" y="7044"/>
                </a:lnTo>
                <a:lnTo>
                  <a:pt x="17353" y="7234"/>
                </a:lnTo>
                <a:lnTo>
                  <a:pt x="17452" y="7435"/>
                </a:lnTo>
                <a:lnTo>
                  <a:pt x="17559" y="7642"/>
                </a:lnTo>
                <a:lnTo>
                  <a:pt x="17663" y="7867"/>
                </a:lnTo>
                <a:lnTo>
                  <a:pt x="17774" y="8092"/>
                </a:lnTo>
                <a:lnTo>
                  <a:pt x="17882" y="8340"/>
                </a:lnTo>
                <a:lnTo>
                  <a:pt x="17989" y="8589"/>
                </a:lnTo>
                <a:lnTo>
                  <a:pt x="18101" y="8855"/>
                </a:lnTo>
                <a:lnTo>
                  <a:pt x="18212" y="9134"/>
                </a:lnTo>
                <a:lnTo>
                  <a:pt x="18324" y="9424"/>
                </a:lnTo>
                <a:lnTo>
                  <a:pt x="18431" y="9714"/>
                </a:lnTo>
                <a:lnTo>
                  <a:pt x="18543" y="10028"/>
                </a:lnTo>
                <a:lnTo>
                  <a:pt x="18766" y="10661"/>
                </a:lnTo>
                <a:lnTo>
                  <a:pt x="18848" y="10904"/>
                </a:lnTo>
                <a:lnTo>
                  <a:pt x="18877" y="11016"/>
                </a:lnTo>
                <a:lnTo>
                  <a:pt x="18906" y="11117"/>
                </a:lnTo>
                <a:lnTo>
                  <a:pt x="18923" y="11211"/>
                </a:lnTo>
                <a:lnTo>
                  <a:pt x="18935" y="11300"/>
                </a:lnTo>
                <a:lnTo>
                  <a:pt x="18939" y="11389"/>
                </a:lnTo>
                <a:lnTo>
                  <a:pt x="18939" y="11466"/>
                </a:lnTo>
                <a:lnTo>
                  <a:pt x="18931" y="11543"/>
                </a:lnTo>
                <a:lnTo>
                  <a:pt x="18910" y="11608"/>
                </a:lnTo>
                <a:lnTo>
                  <a:pt x="18886" y="11679"/>
                </a:lnTo>
                <a:lnTo>
                  <a:pt x="18848" y="11750"/>
                </a:lnTo>
                <a:lnTo>
                  <a:pt x="18799" y="11809"/>
                </a:lnTo>
                <a:lnTo>
                  <a:pt x="18749" y="11874"/>
                </a:lnTo>
                <a:lnTo>
                  <a:pt x="18679" y="11939"/>
                </a:lnTo>
                <a:lnTo>
                  <a:pt x="18605" y="12011"/>
                </a:lnTo>
                <a:lnTo>
                  <a:pt x="18514" y="12082"/>
                </a:lnTo>
                <a:lnTo>
                  <a:pt x="18419" y="12159"/>
                </a:lnTo>
                <a:lnTo>
                  <a:pt x="18187" y="12312"/>
                </a:lnTo>
                <a:lnTo>
                  <a:pt x="17906" y="12496"/>
                </a:lnTo>
                <a:lnTo>
                  <a:pt x="17572" y="12703"/>
                </a:lnTo>
                <a:lnTo>
                  <a:pt x="17179" y="12946"/>
                </a:lnTo>
                <a:lnTo>
                  <a:pt x="16737" y="13236"/>
                </a:lnTo>
                <a:lnTo>
                  <a:pt x="16328" y="13496"/>
                </a:lnTo>
                <a:lnTo>
                  <a:pt x="16175" y="13591"/>
                </a:lnTo>
                <a:lnTo>
                  <a:pt x="16047" y="13656"/>
                </a:lnTo>
                <a:lnTo>
                  <a:pt x="15940" y="13703"/>
                </a:lnTo>
                <a:lnTo>
                  <a:pt x="15894" y="13721"/>
                </a:lnTo>
                <a:lnTo>
                  <a:pt x="15853" y="13733"/>
                </a:lnTo>
                <a:lnTo>
                  <a:pt x="15812" y="13739"/>
                </a:lnTo>
                <a:lnTo>
                  <a:pt x="15770" y="13739"/>
                </a:lnTo>
                <a:lnTo>
                  <a:pt x="15737" y="13733"/>
                </a:lnTo>
                <a:lnTo>
                  <a:pt x="15704" y="13727"/>
                </a:lnTo>
                <a:lnTo>
                  <a:pt x="15671" y="13715"/>
                </a:lnTo>
                <a:lnTo>
                  <a:pt x="15642" y="13703"/>
                </a:lnTo>
                <a:lnTo>
                  <a:pt x="15576" y="13656"/>
                </a:lnTo>
                <a:lnTo>
                  <a:pt x="15510" y="13603"/>
                </a:lnTo>
                <a:lnTo>
                  <a:pt x="15432" y="13526"/>
                </a:lnTo>
                <a:lnTo>
                  <a:pt x="15332" y="13443"/>
                </a:lnTo>
                <a:lnTo>
                  <a:pt x="15225" y="13348"/>
                </a:lnTo>
                <a:lnTo>
                  <a:pt x="15093" y="13242"/>
                </a:lnTo>
                <a:lnTo>
                  <a:pt x="14927" y="13129"/>
                </a:lnTo>
                <a:lnTo>
                  <a:pt x="14837" y="13064"/>
                </a:lnTo>
                <a:lnTo>
                  <a:pt x="14737" y="12975"/>
                </a:lnTo>
                <a:lnTo>
                  <a:pt x="14622" y="12869"/>
                </a:lnTo>
                <a:lnTo>
                  <a:pt x="14506" y="12739"/>
                </a:lnTo>
                <a:lnTo>
                  <a:pt x="14382" y="12602"/>
                </a:lnTo>
                <a:lnTo>
                  <a:pt x="14250" y="12443"/>
                </a:lnTo>
                <a:lnTo>
                  <a:pt x="14114" y="12277"/>
                </a:lnTo>
                <a:lnTo>
                  <a:pt x="13973" y="12093"/>
                </a:lnTo>
                <a:lnTo>
                  <a:pt x="13680" y="11703"/>
                </a:lnTo>
                <a:lnTo>
                  <a:pt x="13370" y="11288"/>
                </a:lnTo>
                <a:lnTo>
                  <a:pt x="13060" y="10856"/>
                </a:lnTo>
                <a:lnTo>
                  <a:pt x="12754" y="10412"/>
                </a:lnTo>
                <a:lnTo>
                  <a:pt x="12155" y="9572"/>
                </a:lnTo>
                <a:lnTo>
                  <a:pt x="11878" y="9187"/>
                </a:lnTo>
                <a:lnTo>
                  <a:pt x="11626" y="8850"/>
                </a:lnTo>
                <a:lnTo>
                  <a:pt x="11511" y="8702"/>
                </a:lnTo>
                <a:lnTo>
                  <a:pt x="11399" y="8565"/>
                </a:lnTo>
                <a:lnTo>
                  <a:pt x="11300" y="8453"/>
                </a:lnTo>
                <a:lnTo>
                  <a:pt x="11213" y="8352"/>
                </a:lnTo>
                <a:lnTo>
                  <a:pt x="11131" y="8269"/>
                </a:lnTo>
                <a:lnTo>
                  <a:pt x="11060" y="8216"/>
                </a:lnTo>
                <a:lnTo>
                  <a:pt x="11002" y="8175"/>
                </a:lnTo>
                <a:lnTo>
                  <a:pt x="10974" y="8163"/>
                </a:lnTo>
                <a:lnTo>
                  <a:pt x="10854" y="8163"/>
                </a:lnTo>
                <a:lnTo>
                  <a:pt x="10709" y="8175"/>
                </a:lnTo>
                <a:lnTo>
                  <a:pt x="10333" y="8210"/>
                </a:lnTo>
                <a:lnTo>
                  <a:pt x="9883" y="8246"/>
                </a:lnTo>
                <a:lnTo>
                  <a:pt x="9395" y="8293"/>
                </a:lnTo>
                <a:lnTo>
                  <a:pt x="8540" y="8388"/>
                </a:lnTo>
                <a:lnTo>
                  <a:pt x="8168" y="8435"/>
                </a:lnTo>
                <a:lnTo>
                  <a:pt x="7920" y="8080"/>
                </a:lnTo>
                <a:lnTo>
                  <a:pt x="7867" y="7932"/>
                </a:lnTo>
                <a:lnTo>
                  <a:pt x="7829" y="7772"/>
                </a:lnTo>
                <a:lnTo>
                  <a:pt x="7792" y="7624"/>
                </a:lnTo>
                <a:lnTo>
                  <a:pt x="7772" y="7464"/>
                </a:lnTo>
                <a:lnTo>
                  <a:pt x="7759" y="7310"/>
                </a:lnTo>
                <a:lnTo>
                  <a:pt x="7755" y="7157"/>
                </a:lnTo>
                <a:lnTo>
                  <a:pt x="7763" y="7009"/>
                </a:lnTo>
                <a:lnTo>
                  <a:pt x="7776" y="6855"/>
                </a:lnTo>
                <a:lnTo>
                  <a:pt x="7796" y="6707"/>
                </a:lnTo>
                <a:lnTo>
                  <a:pt x="7829" y="6559"/>
                </a:lnTo>
                <a:lnTo>
                  <a:pt x="7867" y="6417"/>
                </a:lnTo>
                <a:lnTo>
                  <a:pt x="7912" y="6269"/>
                </a:lnTo>
                <a:lnTo>
                  <a:pt x="7966" y="6133"/>
                </a:lnTo>
                <a:lnTo>
                  <a:pt x="8028" y="5996"/>
                </a:lnTo>
                <a:lnTo>
                  <a:pt x="8098" y="5860"/>
                </a:lnTo>
                <a:lnTo>
                  <a:pt x="8172" y="5736"/>
                </a:lnTo>
                <a:lnTo>
                  <a:pt x="7805" y="5404"/>
                </a:lnTo>
                <a:lnTo>
                  <a:pt x="7412" y="5055"/>
                </a:lnTo>
                <a:lnTo>
                  <a:pt x="6751" y="4481"/>
                </a:lnTo>
                <a:lnTo>
                  <a:pt x="6611" y="4576"/>
                </a:lnTo>
                <a:lnTo>
                  <a:pt x="6429" y="4712"/>
                </a:lnTo>
                <a:lnTo>
                  <a:pt x="6210" y="4884"/>
                </a:lnTo>
                <a:lnTo>
                  <a:pt x="5958" y="5091"/>
                </a:lnTo>
                <a:lnTo>
                  <a:pt x="5677" y="5333"/>
                </a:lnTo>
                <a:lnTo>
                  <a:pt x="5528" y="5470"/>
                </a:lnTo>
                <a:lnTo>
                  <a:pt x="5375" y="5623"/>
                </a:lnTo>
                <a:lnTo>
                  <a:pt x="5214" y="5777"/>
                </a:lnTo>
                <a:lnTo>
                  <a:pt x="5045" y="5949"/>
                </a:lnTo>
                <a:lnTo>
                  <a:pt x="4871" y="6133"/>
                </a:lnTo>
                <a:lnTo>
                  <a:pt x="4693" y="6322"/>
                </a:lnTo>
                <a:lnTo>
                  <a:pt x="4561" y="6470"/>
                </a:lnTo>
                <a:lnTo>
                  <a:pt x="4508" y="6553"/>
                </a:lnTo>
                <a:lnTo>
                  <a:pt x="4322" y="6807"/>
                </a:lnTo>
                <a:lnTo>
                  <a:pt x="4152" y="7056"/>
                </a:lnTo>
                <a:lnTo>
                  <a:pt x="3987" y="7310"/>
                </a:lnTo>
                <a:lnTo>
                  <a:pt x="3834" y="7553"/>
                </a:lnTo>
                <a:lnTo>
                  <a:pt x="3690" y="7808"/>
                </a:lnTo>
                <a:lnTo>
                  <a:pt x="3553" y="8045"/>
                </a:lnTo>
                <a:lnTo>
                  <a:pt x="3425" y="8281"/>
                </a:lnTo>
                <a:lnTo>
                  <a:pt x="3305" y="8506"/>
                </a:lnTo>
                <a:lnTo>
                  <a:pt x="4032" y="10910"/>
                </a:lnTo>
                <a:lnTo>
                  <a:pt x="4177" y="10791"/>
                </a:lnTo>
                <a:lnTo>
                  <a:pt x="4231" y="10750"/>
                </a:lnTo>
                <a:lnTo>
                  <a:pt x="4301" y="10738"/>
                </a:lnTo>
                <a:lnTo>
                  <a:pt x="4367" y="10726"/>
                </a:lnTo>
                <a:lnTo>
                  <a:pt x="4425" y="10726"/>
                </a:lnTo>
                <a:lnTo>
                  <a:pt x="4483" y="10738"/>
                </a:lnTo>
                <a:lnTo>
                  <a:pt x="4541" y="10756"/>
                </a:lnTo>
                <a:lnTo>
                  <a:pt x="4594" y="10773"/>
                </a:lnTo>
                <a:lnTo>
                  <a:pt x="4648" y="10797"/>
                </a:lnTo>
                <a:lnTo>
                  <a:pt x="4693" y="10827"/>
                </a:lnTo>
                <a:lnTo>
                  <a:pt x="4739" y="10868"/>
                </a:lnTo>
                <a:lnTo>
                  <a:pt x="4784" y="10904"/>
                </a:lnTo>
                <a:lnTo>
                  <a:pt x="4826" y="10951"/>
                </a:lnTo>
                <a:lnTo>
                  <a:pt x="4867" y="10998"/>
                </a:lnTo>
                <a:lnTo>
                  <a:pt x="4937" y="11099"/>
                </a:lnTo>
                <a:lnTo>
                  <a:pt x="5008" y="11211"/>
                </a:lnTo>
                <a:lnTo>
                  <a:pt x="5069" y="11324"/>
                </a:lnTo>
                <a:lnTo>
                  <a:pt x="5123" y="11448"/>
                </a:lnTo>
                <a:lnTo>
                  <a:pt x="5226" y="11673"/>
                </a:lnTo>
                <a:lnTo>
                  <a:pt x="5272" y="11774"/>
                </a:lnTo>
                <a:lnTo>
                  <a:pt x="5317" y="11863"/>
                </a:lnTo>
                <a:lnTo>
                  <a:pt x="5367" y="11928"/>
                </a:lnTo>
                <a:lnTo>
                  <a:pt x="5388" y="11963"/>
                </a:lnTo>
                <a:lnTo>
                  <a:pt x="5408" y="11981"/>
                </a:lnTo>
                <a:lnTo>
                  <a:pt x="5474" y="12034"/>
                </a:lnTo>
                <a:lnTo>
                  <a:pt x="5532" y="12093"/>
                </a:lnTo>
                <a:lnTo>
                  <a:pt x="5590" y="12159"/>
                </a:lnTo>
                <a:lnTo>
                  <a:pt x="5640" y="12212"/>
                </a:lnTo>
                <a:lnTo>
                  <a:pt x="5731" y="12330"/>
                </a:lnTo>
                <a:lnTo>
                  <a:pt x="5809" y="12443"/>
                </a:lnTo>
                <a:lnTo>
                  <a:pt x="5875" y="12567"/>
                </a:lnTo>
                <a:lnTo>
                  <a:pt x="5929" y="12679"/>
                </a:lnTo>
                <a:lnTo>
                  <a:pt x="5974" y="12792"/>
                </a:lnTo>
                <a:lnTo>
                  <a:pt x="6016" y="12904"/>
                </a:lnTo>
                <a:lnTo>
                  <a:pt x="6086" y="13106"/>
                </a:lnTo>
                <a:lnTo>
                  <a:pt x="6115" y="13200"/>
                </a:lnTo>
                <a:lnTo>
                  <a:pt x="6148" y="13289"/>
                </a:lnTo>
                <a:lnTo>
                  <a:pt x="6185" y="13366"/>
                </a:lnTo>
                <a:lnTo>
                  <a:pt x="6226" y="13431"/>
                </a:lnTo>
                <a:lnTo>
                  <a:pt x="6272" y="13496"/>
                </a:lnTo>
                <a:lnTo>
                  <a:pt x="6297" y="13520"/>
                </a:lnTo>
                <a:lnTo>
                  <a:pt x="6325" y="13544"/>
                </a:lnTo>
                <a:lnTo>
                  <a:pt x="6387" y="13597"/>
                </a:lnTo>
                <a:lnTo>
                  <a:pt x="6441" y="13644"/>
                </a:lnTo>
                <a:lnTo>
                  <a:pt x="6499" y="13698"/>
                </a:lnTo>
                <a:lnTo>
                  <a:pt x="6549" y="13751"/>
                </a:lnTo>
                <a:lnTo>
                  <a:pt x="6594" y="13804"/>
                </a:lnTo>
                <a:lnTo>
                  <a:pt x="6639" y="13857"/>
                </a:lnTo>
                <a:lnTo>
                  <a:pt x="6718" y="13982"/>
                </a:lnTo>
                <a:lnTo>
                  <a:pt x="6784" y="14100"/>
                </a:lnTo>
                <a:lnTo>
                  <a:pt x="6846" y="14218"/>
                </a:lnTo>
                <a:lnTo>
                  <a:pt x="6892" y="14337"/>
                </a:lnTo>
                <a:lnTo>
                  <a:pt x="6933" y="14455"/>
                </a:lnTo>
                <a:lnTo>
                  <a:pt x="6970" y="14562"/>
                </a:lnTo>
                <a:lnTo>
                  <a:pt x="6995" y="14662"/>
                </a:lnTo>
                <a:lnTo>
                  <a:pt x="7015" y="14757"/>
                </a:lnTo>
                <a:lnTo>
                  <a:pt x="7028" y="14840"/>
                </a:lnTo>
                <a:lnTo>
                  <a:pt x="7049" y="14952"/>
                </a:lnTo>
                <a:lnTo>
                  <a:pt x="7053" y="15000"/>
                </a:lnTo>
                <a:lnTo>
                  <a:pt x="7090" y="15035"/>
                </a:lnTo>
                <a:lnTo>
                  <a:pt x="7197" y="15148"/>
                </a:lnTo>
                <a:lnTo>
                  <a:pt x="7267" y="15231"/>
                </a:lnTo>
                <a:lnTo>
                  <a:pt x="7346" y="15331"/>
                </a:lnTo>
                <a:lnTo>
                  <a:pt x="7424" y="15444"/>
                </a:lnTo>
                <a:lnTo>
                  <a:pt x="7511" y="15574"/>
                </a:lnTo>
                <a:lnTo>
                  <a:pt x="7594" y="15728"/>
                </a:lnTo>
                <a:lnTo>
                  <a:pt x="7635" y="15811"/>
                </a:lnTo>
                <a:lnTo>
                  <a:pt x="7677" y="15894"/>
                </a:lnTo>
                <a:lnTo>
                  <a:pt x="7714" y="15977"/>
                </a:lnTo>
                <a:lnTo>
                  <a:pt x="7751" y="16065"/>
                </a:lnTo>
                <a:lnTo>
                  <a:pt x="7780" y="16166"/>
                </a:lnTo>
                <a:lnTo>
                  <a:pt x="7809" y="16261"/>
                </a:lnTo>
                <a:lnTo>
                  <a:pt x="7842" y="16361"/>
                </a:lnTo>
                <a:lnTo>
                  <a:pt x="7862" y="16468"/>
                </a:lnTo>
                <a:lnTo>
                  <a:pt x="7887" y="16574"/>
                </a:lnTo>
                <a:lnTo>
                  <a:pt x="7904" y="16693"/>
                </a:lnTo>
                <a:lnTo>
                  <a:pt x="7912" y="16811"/>
                </a:lnTo>
                <a:lnTo>
                  <a:pt x="7920" y="16924"/>
                </a:lnTo>
                <a:lnTo>
                  <a:pt x="7920" y="17048"/>
                </a:lnTo>
                <a:lnTo>
                  <a:pt x="7916" y="17172"/>
                </a:lnTo>
                <a:lnTo>
                  <a:pt x="7912" y="17243"/>
                </a:lnTo>
                <a:lnTo>
                  <a:pt x="7904" y="17320"/>
                </a:lnTo>
                <a:lnTo>
                  <a:pt x="7879" y="17456"/>
                </a:lnTo>
                <a:lnTo>
                  <a:pt x="7846" y="17604"/>
                </a:lnTo>
                <a:lnTo>
                  <a:pt x="7805" y="17735"/>
                </a:lnTo>
                <a:lnTo>
                  <a:pt x="7755" y="17871"/>
                </a:lnTo>
                <a:lnTo>
                  <a:pt x="7697" y="17995"/>
                </a:lnTo>
                <a:lnTo>
                  <a:pt x="7631" y="18131"/>
                </a:lnTo>
                <a:lnTo>
                  <a:pt x="7561" y="18250"/>
                </a:lnTo>
                <a:lnTo>
                  <a:pt x="8999" y="19883"/>
                </a:lnTo>
                <a:lnTo>
                  <a:pt x="9073" y="19972"/>
                </a:lnTo>
                <a:lnTo>
                  <a:pt x="9077" y="19978"/>
                </a:lnTo>
                <a:lnTo>
                  <a:pt x="9085" y="19978"/>
                </a:lnTo>
                <a:lnTo>
                  <a:pt x="9280" y="20209"/>
                </a:lnTo>
                <a:lnTo>
                  <a:pt x="9453" y="20404"/>
                </a:lnTo>
                <a:lnTo>
                  <a:pt x="9527" y="20481"/>
                </a:lnTo>
                <a:lnTo>
                  <a:pt x="9598" y="20552"/>
                </a:lnTo>
                <a:lnTo>
                  <a:pt x="9660" y="20606"/>
                </a:lnTo>
                <a:lnTo>
                  <a:pt x="9722" y="20659"/>
                </a:lnTo>
                <a:lnTo>
                  <a:pt x="9775" y="20688"/>
                </a:lnTo>
                <a:lnTo>
                  <a:pt x="9833" y="20712"/>
                </a:lnTo>
                <a:lnTo>
                  <a:pt x="9887" y="20718"/>
                </a:lnTo>
                <a:lnTo>
                  <a:pt x="9941" y="20718"/>
                </a:lnTo>
                <a:lnTo>
                  <a:pt x="9994" y="20706"/>
                </a:lnTo>
                <a:lnTo>
                  <a:pt x="10048" y="20682"/>
                </a:lnTo>
                <a:lnTo>
                  <a:pt x="10110" y="20641"/>
                </a:lnTo>
                <a:lnTo>
                  <a:pt x="10172" y="20588"/>
                </a:lnTo>
                <a:lnTo>
                  <a:pt x="10238" y="20517"/>
                </a:lnTo>
                <a:lnTo>
                  <a:pt x="10308" y="20446"/>
                </a:lnTo>
                <a:lnTo>
                  <a:pt x="10358" y="20387"/>
                </a:lnTo>
                <a:lnTo>
                  <a:pt x="10395" y="20333"/>
                </a:lnTo>
                <a:lnTo>
                  <a:pt x="10436" y="20274"/>
                </a:lnTo>
                <a:lnTo>
                  <a:pt x="10465" y="20215"/>
                </a:lnTo>
                <a:lnTo>
                  <a:pt x="10494" y="20167"/>
                </a:lnTo>
                <a:lnTo>
                  <a:pt x="10511" y="20114"/>
                </a:lnTo>
                <a:lnTo>
                  <a:pt x="10523" y="20067"/>
                </a:lnTo>
                <a:lnTo>
                  <a:pt x="10527" y="20025"/>
                </a:lnTo>
                <a:lnTo>
                  <a:pt x="10527" y="19996"/>
                </a:lnTo>
                <a:lnTo>
                  <a:pt x="10523" y="19966"/>
                </a:lnTo>
                <a:lnTo>
                  <a:pt x="10511" y="19925"/>
                </a:lnTo>
                <a:lnTo>
                  <a:pt x="10498" y="19895"/>
                </a:lnTo>
                <a:lnTo>
                  <a:pt x="10486" y="19883"/>
                </a:lnTo>
                <a:lnTo>
                  <a:pt x="10122" y="19321"/>
                </a:lnTo>
                <a:lnTo>
                  <a:pt x="8809" y="17486"/>
                </a:lnTo>
                <a:lnTo>
                  <a:pt x="8784" y="17450"/>
                </a:lnTo>
                <a:lnTo>
                  <a:pt x="8763" y="17409"/>
                </a:lnTo>
                <a:lnTo>
                  <a:pt x="8742" y="17362"/>
                </a:lnTo>
                <a:lnTo>
                  <a:pt x="8726" y="17320"/>
                </a:lnTo>
                <a:lnTo>
                  <a:pt x="8714" y="17267"/>
                </a:lnTo>
                <a:lnTo>
                  <a:pt x="8705" y="17226"/>
                </a:lnTo>
                <a:lnTo>
                  <a:pt x="8701" y="17172"/>
                </a:lnTo>
                <a:lnTo>
                  <a:pt x="8697" y="17125"/>
                </a:lnTo>
                <a:lnTo>
                  <a:pt x="8701" y="17072"/>
                </a:lnTo>
                <a:lnTo>
                  <a:pt x="8705" y="17024"/>
                </a:lnTo>
                <a:lnTo>
                  <a:pt x="8709" y="16971"/>
                </a:lnTo>
                <a:lnTo>
                  <a:pt x="8722" y="16930"/>
                </a:lnTo>
                <a:lnTo>
                  <a:pt x="8738" y="16876"/>
                </a:lnTo>
                <a:lnTo>
                  <a:pt x="8755" y="16835"/>
                </a:lnTo>
                <a:lnTo>
                  <a:pt x="8776" y="16793"/>
                </a:lnTo>
                <a:lnTo>
                  <a:pt x="8804" y="16752"/>
                </a:lnTo>
                <a:lnTo>
                  <a:pt x="8829" y="16716"/>
                </a:lnTo>
                <a:lnTo>
                  <a:pt x="8858" y="16681"/>
                </a:lnTo>
                <a:lnTo>
                  <a:pt x="8891" y="16657"/>
                </a:lnTo>
                <a:lnTo>
                  <a:pt x="8920" y="16634"/>
                </a:lnTo>
                <a:lnTo>
                  <a:pt x="8953" y="16622"/>
                </a:lnTo>
                <a:lnTo>
                  <a:pt x="8986" y="16610"/>
                </a:lnTo>
                <a:lnTo>
                  <a:pt x="9023" y="16598"/>
                </a:lnTo>
                <a:lnTo>
                  <a:pt x="9094" y="16598"/>
                </a:lnTo>
                <a:lnTo>
                  <a:pt x="9127" y="16604"/>
                </a:lnTo>
                <a:lnTo>
                  <a:pt x="9160" y="16616"/>
                </a:lnTo>
                <a:lnTo>
                  <a:pt x="9193" y="16634"/>
                </a:lnTo>
                <a:lnTo>
                  <a:pt x="9226" y="16651"/>
                </a:lnTo>
                <a:lnTo>
                  <a:pt x="9255" y="16675"/>
                </a:lnTo>
                <a:lnTo>
                  <a:pt x="9284" y="16711"/>
                </a:lnTo>
                <a:lnTo>
                  <a:pt x="9317" y="16740"/>
                </a:lnTo>
                <a:lnTo>
                  <a:pt x="11073" y="19185"/>
                </a:lnTo>
                <a:lnTo>
                  <a:pt x="11073" y="19179"/>
                </a:lnTo>
                <a:lnTo>
                  <a:pt x="11155" y="19297"/>
                </a:lnTo>
                <a:lnTo>
                  <a:pt x="11180" y="19345"/>
                </a:lnTo>
                <a:lnTo>
                  <a:pt x="11370" y="19605"/>
                </a:lnTo>
                <a:lnTo>
                  <a:pt x="11556" y="19860"/>
                </a:lnTo>
                <a:lnTo>
                  <a:pt x="11630" y="19966"/>
                </a:lnTo>
                <a:lnTo>
                  <a:pt x="11701" y="20055"/>
                </a:lnTo>
                <a:lnTo>
                  <a:pt x="11767" y="20126"/>
                </a:lnTo>
                <a:lnTo>
                  <a:pt x="11821" y="20179"/>
                </a:lnTo>
                <a:lnTo>
                  <a:pt x="11878" y="20215"/>
                </a:lnTo>
                <a:lnTo>
                  <a:pt x="11928" y="20244"/>
                </a:lnTo>
                <a:lnTo>
                  <a:pt x="11982" y="20256"/>
                </a:lnTo>
                <a:lnTo>
                  <a:pt x="12027" y="20250"/>
                </a:lnTo>
                <a:lnTo>
                  <a:pt x="12077" y="20233"/>
                </a:lnTo>
                <a:lnTo>
                  <a:pt x="12126" y="20191"/>
                </a:lnTo>
                <a:lnTo>
                  <a:pt x="12176" y="20144"/>
                </a:lnTo>
                <a:lnTo>
                  <a:pt x="12234" y="20079"/>
                </a:lnTo>
                <a:lnTo>
                  <a:pt x="12296" y="19996"/>
                </a:lnTo>
                <a:lnTo>
                  <a:pt x="12366" y="19907"/>
                </a:lnTo>
                <a:lnTo>
                  <a:pt x="12424" y="19824"/>
                </a:lnTo>
                <a:lnTo>
                  <a:pt x="12473" y="19741"/>
                </a:lnTo>
                <a:lnTo>
                  <a:pt x="12510" y="19658"/>
                </a:lnTo>
                <a:lnTo>
                  <a:pt x="12548" y="19581"/>
                </a:lnTo>
                <a:lnTo>
                  <a:pt x="12568" y="19510"/>
                </a:lnTo>
                <a:lnTo>
                  <a:pt x="12589" y="19445"/>
                </a:lnTo>
                <a:lnTo>
                  <a:pt x="12601" y="19386"/>
                </a:lnTo>
                <a:lnTo>
                  <a:pt x="12610" y="19333"/>
                </a:lnTo>
                <a:lnTo>
                  <a:pt x="12614" y="19274"/>
                </a:lnTo>
                <a:lnTo>
                  <a:pt x="12614" y="19232"/>
                </a:lnTo>
                <a:lnTo>
                  <a:pt x="12610" y="19185"/>
                </a:lnTo>
                <a:lnTo>
                  <a:pt x="12597" y="19149"/>
                </a:lnTo>
                <a:lnTo>
                  <a:pt x="12581" y="19078"/>
                </a:lnTo>
                <a:lnTo>
                  <a:pt x="12564" y="19037"/>
                </a:lnTo>
                <a:lnTo>
                  <a:pt x="12093" y="18380"/>
                </a:lnTo>
                <a:lnTo>
                  <a:pt x="12068" y="18338"/>
                </a:lnTo>
                <a:lnTo>
                  <a:pt x="12039" y="18291"/>
                </a:lnTo>
                <a:lnTo>
                  <a:pt x="12023" y="18244"/>
                </a:lnTo>
                <a:lnTo>
                  <a:pt x="12006" y="18190"/>
                </a:lnTo>
                <a:lnTo>
                  <a:pt x="9660" y="14976"/>
                </a:lnTo>
                <a:lnTo>
                  <a:pt x="9631" y="14935"/>
                </a:lnTo>
                <a:lnTo>
                  <a:pt x="9610" y="14893"/>
                </a:lnTo>
                <a:lnTo>
                  <a:pt x="9594" y="14846"/>
                </a:lnTo>
                <a:lnTo>
                  <a:pt x="9573" y="14804"/>
                </a:lnTo>
                <a:lnTo>
                  <a:pt x="9561" y="14751"/>
                </a:lnTo>
                <a:lnTo>
                  <a:pt x="9552" y="14704"/>
                </a:lnTo>
                <a:lnTo>
                  <a:pt x="9548" y="14651"/>
                </a:lnTo>
                <a:lnTo>
                  <a:pt x="9544" y="14603"/>
                </a:lnTo>
                <a:lnTo>
                  <a:pt x="9544" y="14550"/>
                </a:lnTo>
                <a:lnTo>
                  <a:pt x="9548" y="14503"/>
                </a:lnTo>
                <a:lnTo>
                  <a:pt x="9556" y="14449"/>
                </a:lnTo>
                <a:lnTo>
                  <a:pt x="9569" y="14402"/>
                </a:lnTo>
                <a:lnTo>
                  <a:pt x="9585" y="14349"/>
                </a:lnTo>
                <a:lnTo>
                  <a:pt x="9602" y="14307"/>
                </a:lnTo>
                <a:lnTo>
                  <a:pt x="9622" y="14260"/>
                </a:lnTo>
                <a:lnTo>
                  <a:pt x="9651" y="14218"/>
                </a:lnTo>
                <a:lnTo>
                  <a:pt x="9676" y="14189"/>
                </a:lnTo>
                <a:lnTo>
                  <a:pt x="9705" y="14147"/>
                </a:lnTo>
                <a:lnTo>
                  <a:pt x="9738" y="14124"/>
                </a:lnTo>
                <a:lnTo>
                  <a:pt x="9767" y="14100"/>
                </a:lnTo>
                <a:lnTo>
                  <a:pt x="9804" y="14082"/>
                </a:lnTo>
                <a:lnTo>
                  <a:pt x="9837" y="14070"/>
                </a:lnTo>
                <a:lnTo>
                  <a:pt x="9875" y="14059"/>
                </a:lnTo>
                <a:lnTo>
                  <a:pt x="9908" y="14053"/>
                </a:lnTo>
                <a:lnTo>
                  <a:pt x="9945" y="14053"/>
                </a:lnTo>
                <a:lnTo>
                  <a:pt x="9978" y="14059"/>
                </a:lnTo>
                <a:lnTo>
                  <a:pt x="10015" y="14076"/>
                </a:lnTo>
                <a:lnTo>
                  <a:pt x="10048" y="14094"/>
                </a:lnTo>
                <a:lnTo>
                  <a:pt x="10085" y="14112"/>
                </a:lnTo>
                <a:lnTo>
                  <a:pt x="10114" y="14136"/>
                </a:lnTo>
                <a:lnTo>
                  <a:pt x="10147" y="14171"/>
                </a:lnTo>
                <a:lnTo>
                  <a:pt x="10176" y="14207"/>
                </a:lnTo>
                <a:lnTo>
                  <a:pt x="12639" y="17575"/>
                </a:lnTo>
                <a:lnTo>
                  <a:pt x="12667" y="17622"/>
                </a:lnTo>
                <a:lnTo>
                  <a:pt x="12862" y="17883"/>
                </a:lnTo>
                <a:lnTo>
                  <a:pt x="13056" y="18143"/>
                </a:lnTo>
                <a:lnTo>
                  <a:pt x="13138" y="18250"/>
                </a:lnTo>
                <a:lnTo>
                  <a:pt x="13209" y="18338"/>
                </a:lnTo>
                <a:lnTo>
                  <a:pt x="13279" y="18415"/>
                </a:lnTo>
                <a:lnTo>
                  <a:pt x="13341" y="18469"/>
                </a:lnTo>
                <a:lnTo>
                  <a:pt x="13399" y="18510"/>
                </a:lnTo>
                <a:lnTo>
                  <a:pt x="13457" y="18540"/>
                </a:lnTo>
                <a:lnTo>
                  <a:pt x="13506" y="18546"/>
                </a:lnTo>
                <a:lnTo>
                  <a:pt x="13531" y="18546"/>
                </a:lnTo>
                <a:lnTo>
                  <a:pt x="13556" y="18540"/>
                </a:lnTo>
                <a:lnTo>
                  <a:pt x="13609" y="18522"/>
                </a:lnTo>
                <a:lnTo>
                  <a:pt x="13667" y="18480"/>
                </a:lnTo>
                <a:lnTo>
                  <a:pt x="13717" y="18433"/>
                </a:lnTo>
                <a:lnTo>
                  <a:pt x="13779" y="18368"/>
                </a:lnTo>
                <a:lnTo>
                  <a:pt x="13845" y="18285"/>
                </a:lnTo>
                <a:lnTo>
                  <a:pt x="13915" y="18190"/>
                </a:lnTo>
                <a:lnTo>
                  <a:pt x="13985" y="18090"/>
                </a:lnTo>
                <a:lnTo>
                  <a:pt x="14043" y="17995"/>
                </a:lnTo>
                <a:lnTo>
                  <a:pt x="14085" y="17912"/>
                </a:lnTo>
                <a:lnTo>
                  <a:pt x="14118" y="17829"/>
                </a:lnTo>
                <a:lnTo>
                  <a:pt x="14142" y="17752"/>
                </a:lnTo>
                <a:lnTo>
                  <a:pt x="14163" y="17675"/>
                </a:lnTo>
                <a:lnTo>
                  <a:pt x="14171" y="17616"/>
                </a:lnTo>
                <a:lnTo>
                  <a:pt x="14176" y="17557"/>
                </a:lnTo>
                <a:lnTo>
                  <a:pt x="14171" y="17510"/>
                </a:lnTo>
                <a:lnTo>
                  <a:pt x="14167" y="17462"/>
                </a:lnTo>
                <a:lnTo>
                  <a:pt x="14155" y="17421"/>
                </a:lnTo>
                <a:lnTo>
                  <a:pt x="14151" y="17385"/>
                </a:lnTo>
                <a:lnTo>
                  <a:pt x="14134" y="17350"/>
                </a:lnTo>
                <a:lnTo>
                  <a:pt x="14126" y="17332"/>
                </a:lnTo>
                <a:lnTo>
                  <a:pt x="13634" y="16669"/>
                </a:lnTo>
                <a:lnTo>
                  <a:pt x="13614" y="16640"/>
                </a:lnTo>
                <a:lnTo>
                  <a:pt x="13597" y="16604"/>
                </a:lnTo>
                <a:lnTo>
                  <a:pt x="13560" y="16527"/>
                </a:lnTo>
                <a:lnTo>
                  <a:pt x="13527" y="16474"/>
                </a:lnTo>
                <a:lnTo>
                  <a:pt x="13316" y="16166"/>
                </a:lnTo>
                <a:lnTo>
                  <a:pt x="13308" y="16160"/>
                </a:lnTo>
                <a:lnTo>
                  <a:pt x="10920" y="12739"/>
                </a:lnTo>
                <a:lnTo>
                  <a:pt x="10891" y="12697"/>
                </a:lnTo>
                <a:lnTo>
                  <a:pt x="10870" y="12656"/>
                </a:lnTo>
                <a:lnTo>
                  <a:pt x="10854" y="12608"/>
                </a:lnTo>
                <a:lnTo>
                  <a:pt x="10837" y="12567"/>
                </a:lnTo>
                <a:lnTo>
                  <a:pt x="10825" y="12514"/>
                </a:lnTo>
                <a:lnTo>
                  <a:pt x="10817" y="12466"/>
                </a:lnTo>
                <a:lnTo>
                  <a:pt x="10812" y="12413"/>
                </a:lnTo>
                <a:lnTo>
                  <a:pt x="10812" y="12312"/>
                </a:lnTo>
                <a:lnTo>
                  <a:pt x="10817" y="12265"/>
                </a:lnTo>
                <a:lnTo>
                  <a:pt x="10825" y="12212"/>
                </a:lnTo>
                <a:lnTo>
                  <a:pt x="10837" y="12164"/>
                </a:lnTo>
                <a:lnTo>
                  <a:pt x="10854" y="12117"/>
                </a:lnTo>
                <a:lnTo>
                  <a:pt x="10870" y="12076"/>
                </a:lnTo>
                <a:lnTo>
                  <a:pt x="10891" y="12028"/>
                </a:lnTo>
                <a:lnTo>
                  <a:pt x="10920" y="11993"/>
                </a:lnTo>
                <a:lnTo>
                  <a:pt x="10949" y="11957"/>
                </a:lnTo>
                <a:lnTo>
                  <a:pt x="10974" y="11922"/>
                </a:lnTo>
                <a:lnTo>
                  <a:pt x="11011" y="11898"/>
                </a:lnTo>
                <a:lnTo>
                  <a:pt x="11040" y="11874"/>
                </a:lnTo>
                <a:lnTo>
                  <a:pt x="11077" y="11857"/>
                </a:lnTo>
                <a:lnTo>
                  <a:pt x="11110" y="11845"/>
                </a:lnTo>
                <a:lnTo>
                  <a:pt x="11147" y="11833"/>
                </a:lnTo>
                <a:lnTo>
                  <a:pt x="11217" y="11833"/>
                </a:lnTo>
                <a:lnTo>
                  <a:pt x="11250" y="11845"/>
                </a:lnTo>
                <a:lnTo>
                  <a:pt x="11288" y="11857"/>
                </a:lnTo>
                <a:lnTo>
                  <a:pt x="11316" y="11874"/>
                </a:lnTo>
                <a:lnTo>
                  <a:pt x="11354" y="11898"/>
                </a:lnTo>
                <a:lnTo>
                  <a:pt x="11383" y="11922"/>
                </a:lnTo>
                <a:lnTo>
                  <a:pt x="11416" y="11957"/>
                </a:lnTo>
                <a:lnTo>
                  <a:pt x="11440" y="11993"/>
                </a:lnTo>
                <a:lnTo>
                  <a:pt x="13833" y="15414"/>
                </a:lnTo>
                <a:lnTo>
                  <a:pt x="13857" y="15456"/>
                </a:lnTo>
                <a:lnTo>
                  <a:pt x="14047" y="15728"/>
                </a:lnTo>
                <a:lnTo>
                  <a:pt x="14204" y="15947"/>
                </a:lnTo>
                <a:lnTo>
                  <a:pt x="14279" y="16048"/>
                </a:lnTo>
                <a:lnTo>
                  <a:pt x="14349" y="16142"/>
                </a:lnTo>
                <a:lnTo>
                  <a:pt x="14419" y="16225"/>
                </a:lnTo>
                <a:lnTo>
                  <a:pt x="14485" y="16296"/>
                </a:lnTo>
                <a:lnTo>
                  <a:pt x="14547" y="16344"/>
                </a:lnTo>
                <a:lnTo>
                  <a:pt x="14576" y="16361"/>
                </a:lnTo>
                <a:lnTo>
                  <a:pt x="14605" y="16373"/>
                </a:lnTo>
                <a:lnTo>
                  <a:pt x="14622" y="16379"/>
                </a:lnTo>
                <a:lnTo>
                  <a:pt x="14655" y="16391"/>
                </a:lnTo>
                <a:lnTo>
                  <a:pt x="14688" y="16379"/>
                </a:lnTo>
                <a:lnTo>
                  <a:pt x="14737" y="16367"/>
                </a:lnTo>
                <a:lnTo>
                  <a:pt x="14795" y="16332"/>
                </a:lnTo>
                <a:lnTo>
                  <a:pt x="14828" y="16302"/>
                </a:lnTo>
                <a:lnTo>
                  <a:pt x="14865" y="16261"/>
                </a:lnTo>
                <a:lnTo>
                  <a:pt x="14903" y="16225"/>
                </a:lnTo>
                <a:lnTo>
                  <a:pt x="14948" y="16166"/>
                </a:lnTo>
                <a:lnTo>
                  <a:pt x="14994" y="16113"/>
                </a:lnTo>
                <a:lnTo>
                  <a:pt x="15047" y="16036"/>
                </a:lnTo>
                <a:lnTo>
                  <a:pt x="15118" y="15929"/>
                </a:lnTo>
                <a:lnTo>
                  <a:pt x="15171" y="15834"/>
                </a:lnTo>
                <a:lnTo>
                  <a:pt x="15213" y="15740"/>
                </a:lnTo>
                <a:lnTo>
                  <a:pt x="15250" y="15651"/>
                </a:lnTo>
                <a:lnTo>
                  <a:pt x="15270" y="15568"/>
                </a:lnTo>
                <a:lnTo>
                  <a:pt x="15291" y="15497"/>
                </a:lnTo>
                <a:lnTo>
                  <a:pt x="15299" y="15432"/>
                </a:lnTo>
                <a:lnTo>
                  <a:pt x="15303" y="15367"/>
                </a:lnTo>
                <a:lnTo>
                  <a:pt x="15299" y="15314"/>
                </a:lnTo>
                <a:lnTo>
                  <a:pt x="15295" y="15266"/>
                </a:lnTo>
                <a:lnTo>
                  <a:pt x="15283" y="15225"/>
                </a:lnTo>
                <a:lnTo>
                  <a:pt x="15275" y="15195"/>
                </a:lnTo>
                <a:lnTo>
                  <a:pt x="15258" y="15142"/>
                </a:lnTo>
                <a:lnTo>
                  <a:pt x="15250" y="15130"/>
                </a:lnTo>
                <a:lnTo>
                  <a:pt x="14775" y="14455"/>
                </a:lnTo>
                <a:lnTo>
                  <a:pt x="14750" y="14420"/>
                </a:lnTo>
                <a:lnTo>
                  <a:pt x="14729" y="14378"/>
                </a:lnTo>
                <a:lnTo>
                  <a:pt x="14704" y="14331"/>
                </a:lnTo>
                <a:lnTo>
                  <a:pt x="14692" y="14284"/>
                </a:lnTo>
                <a:lnTo>
                  <a:pt x="14680" y="14236"/>
                </a:lnTo>
                <a:lnTo>
                  <a:pt x="14671" y="14189"/>
                </a:lnTo>
                <a:lnTo>
                  <a:pt x="14667" y="14136"/>
                </a:lnTo>
                <a:lnTo>
                  <a:pt x="14663" y="14088"/>
                </a:lnTo>
                <a:lnTo>
                  <a:pt x="14667" y="14035"/>
                </a:lnTo>
                <a:lnTo>
                  <a:pt x="14671" y="13988"/>
                </a:lnTo>
                <a:lnTo>
                  <a:pt x="14680" y="13934"/>
                </a:lnTo>
                <a:lnTo>
                  <a:pt x="14688" y="13887"/>
                </a:lnTo>
                <a:lnTo>
                  <a:pt x="14704" y="13840"/>
                </a:lnTo>
                <a:lnTo>
                  <a:pt x="14725" y="13792"/>
                </a:lnTo>
                <a:lnTo>
                  <a:pt x="14746" y="13745"/>
                </a:lnTo>
                <a:lnTo>
                  <a:pt x="14770" y="13709"/>
                </a:lnTo>
                <a:lnTo>
                  <a:pt x="14799" y="13674"/>
                </a:lnTo>
                <a:lnTo>
                  <a:pt x="14828" y="13638"/>
                </a:lnTo>
                <a:lnTo>
                  <a:pt x="14857" y="13615"/>
                </a:lnTo>
                <a:lnTo>
                  <a:pt x="14890" y="13591"/>
                </a:lnTo>
                <a:lnTo>
                  <a:pt x="14923" y="13573"/>
                </a:lnTo>
                <a:lnTo>
                  <a:pt x="14961" y="13561"/>
                </a:lnTo>
                <a:lnTo>
                  <a:pt x="14994" y="13550"/>
                </a:lnTo>
                <a:lnTo>
                  <a:pt x="15064" y="13550"/>
                </a:lnTo>
                <a:lnTo>
                  <a:pt x="15101" y="13561"/>
                </a:lnTo>
                <a:lnTo>
                  <a:pt x="15134" y="13573"/>
                </a:lnTo>
                <a:lnTo>
                  <a:pt x="15171" y="13591"/>
                </a:lnTo>
                <a:lnTo>
                  <a:pt x="15200" y="13609"/>
                </a:lnTo>
                <a:lnTo>
                  <a:pt x="15233" y="13632"/>
                </a:lnTo>
                <a:lnTo>
                  <a:pt x="15262" y="13668"/>
                </a:lnTo>
                <a:lnTo>
                  <a:pt x="15295" y="13703"/>
                </a:lnTo>
                <a:lnTo>
                  <a:pt x="15787" y="14402"/>
                </a:lnTo>
                <a:lnTo>
                  <a:pt x="15832" y="14485"/>
                </a:lnTo>
                <a:lnTo>
                  <a:pt x="15878" y="14580"/>
                </a:lnTo>
                <a:lnTo>
                  <a:pt x="15915" y="14680"/>
                </a:lnTo>
                <a:lnTo>
                  <a:pt x="15956" y="14799"/>
                </a:lnTo>
                <a:lnTo>
                  <a:pt x="15985" y="14923"/>
                </a:lnTo>
                <a:lnTo>
                  <a:pt x="16014" y="15059"/>
                </a:lnTo>
                <a:lnTo>
                  <a:pt x="16031" y="15207"/>
                </a:lnTo>
                <a:lnTo>
                  <a:pt x="16035" y="15284"/>
                </a:lnTo>
                <a:lnTo>
                  <a:pt x="16035" y="15438"/>
                </a:lnTo>
                <a:lnTo>
                  <a:pt x="16031" y="15521"/>
                </a:lnTo>
                <a:lnTo>
                  <a:pt x="16026" y="15604"/>
                </a:lnTo>
                <a:lnTo>
                  <a:pt x="16018" y="15692"/>
                </a:lnTo>
                <a:lnTo>
                  <a:pt x="16006" y="15769"/>
                </a:lnTo>
                <a:lnTo>
                  <a:pt x="15985" y="15858"/>
                </a:lnTo>
                <a:lnTo>
                  <a:pt x="15964" y="15947"/>
                </a:lnTo>
                <a:lnTo>
                  <a:pt x="15940" y="16042"/>
                </a:lnTo>
                <a:lnTo>
                  <a:pt x="15907" y="16130"/>
                </a:lnTo>
                <a:lnTo>
                  <a:pt x="15878" y="16225"/>
                </a:lnTo>
                <a:lnTo>
                  <a:pt x="15836" y="16314"/>
                </a:lnTo>
                <a:lnTo>
                  <a:pt x="15795" y="16409"/>
                </a:lnTo>
                <a:lnTo>
                  <a:pt x="15746" y="16503"/>
                </a:lnTo>
                <a:lnTo>
                  <a:pt x="15692" y="16598"/>
                </a:lnTo>
                <a:lnTo>
                  <a:pt x="15634" y="16693"/>
                </a:lnTo>
                <a:lnTo>
                  <a:pt x="15572" y="16782"/>
                </a:lnTo>
                <a:lnTo>
                  <a:pt x="15469" y="16924"/>
                </a:lnTo>
                <a:lnTo>
                  <a:pt x="15403" y="17007"/>
                </a:lnTo>
                <a:lnTo>
                  <a:pt x="15324" y="17095"/>
                </a:lnTo>
                <a:lnTo>
                  <a:pt x="15237" y="17178"/>
                </a:lnTo>
                <a:lnTo>
                  <a:pt x="15134" y="17261"/>
                </a:lnTo>
                <a:lnTo>
                  <a:pt x="15084" y="17302"/>
                </a:lnTo>
                <a:lnTo>
                  <a:pt x="15027" y="17338"/>
                </a:lnTo>
                <a:lnTo>
                  <a:pt x="14969" y="17368"/>
                </a:lnTo>
                <a:lnTo>
                  <a:pt x="14911" y="17391"/>
                </a:lnTo>
                <a:lnTo>
                  <a:pt x="14915" y="17474"/>
                </a:lnTo>
                <a:lnTo>
                  <a:pt x="14915" y="17658"/>
                </a:lnTo>
                <a:lnTo>
                  <a:pt x="14911" y="17746"/>
                </a:lnTo>
                <a:lnTo>
                  <a:pt x="14899" y="17841"/>
                </a:lnTo>
                <a:lnTo>
                  <a:pt x="14886" y="17936"/>
                </a:lnTo>
                <a:lnTo>
                  <a:pt x="14865" y="18037"/>
                </a:lnTo>
                <a:lnTo>
                  <a:pt x="14841" y="18137"/>
                </a:lnTo>
                <a:lnTo>
                  <a:pt x="14812" y="18238"/>
                </a:lnTo>
                <a:lnTo>
                  <a:pt x="14775" y="18338"/>
                </a:lnTo>
                <a:lnTo>
                  <a:pt x="14737" y="18439"/>
                </a:lnTo>
                <a:lnTo>
                  <a:pt x="14688" y="18546"/>
                </a:lnTo>
                <a:lnTo>
                  <a:pt x="14634" y="18646"/>
                </a:lnTo>
                <a:lnTo>
                  <a:pt x="14572" y="18753"/>
                </a:lnTo>
                <a:lnTo>
                  <a:pt x="14506" y="18859"/>
                </a:lnTo>
                <a:lnTo>
                  <a:pt x="14432" y="18966"/>
                </a:lnTo>
                <a:lnTo>
                  <a:pt x="14366" y="19049"/>
                </a:lnTo>
                <a:lnTo>
                  <a:pt x="14308" y="19132"/>
                </a:lnTo>
                <a:lnTo>
                  <a:pt x="14242" y="19197"/>
                </a:lnTo>
                <a:lnTo>
                  <a:pt x="14180" y="19268"/>
                </a:lnTo>
                <a:lnTo>
                  <a:pt x="14122" y="19327"/>
                </a:lnTo>
                <a:lnTo>
                  <a:pt x="14060" y="19374"/>
                </a:lnTo>
                <a:lnTo>
                  <a:pt x="14002" y="19428"/>
                </a:lnTo>
                <a:lnTo>
                  <a:pt x="13944" y="19463"/>
                </a:lnTo>
                <a:lnTo>
                  <a:pt x="13890" y="19499"/>
                </a:lnTo>
                <a:lnTo>
                  <a:pt x="13833" y="19534"/>
                </a:lnTo>
                <a:lnTo>
                  <a:pt x="13775" y="19558"/>
                </a:lnTo>
                <a:lnTo>
                  <a:pt x="13721" y="19576"/>
                </a:lnTo>
                <a:lnTo>
                  <a:pt x="13667" y="19593"/>
                </a:lnTo>
                <a:lnTo>
                  <a:pt x="13614" y="19599"/>
                </a:lnTo>
                <a:lnTo>
                  <a:pt x="13560" y="19605"/>
                </a:lnTo>
                <a:lnTo>
                  <a:pt x="13510" y="19611"/>
                </a:lnTo>
                <a:lnTo>
                  <a:pt x="13461" y="19605"/>
                </a:lnTo>
                <a:lnTo>
                  <a:pt x="13411" y="19599"/>
                </a:lnTo>
                <a:lnTo>
                  <a:pt x="13316" y="19576"/>
                </a:lnTo>
                <a:lnTo>
                  <a:pt x="13291" y="19706"/>
                </a:lnTo>
                <a:lnTo>
                  <a:pt x="13262" y="19836"/>
                </a:lnTo>
                <a:lnTo>
                  <a:pt x="13221" y="19966"/>
                </a:lnTo>
                <a:lnTo>
                  <a:pt x="13176" y="20096"/>
                </a:lnTo>
                <a:lnTo>
                  <a:pt x="13118" y="20239"/>
                </a:lnTo>
                <a:lnTo>
                  <a:pt x="13048" y="20369"/>
                </a:lnTo>
                <a:lnTo>
                  <a:pt x="12965" y="20505"/>
                </a:lnTo>
                <a:lnTo>
                  <a:pt x="12870" y="20647"/>
                </a:lnTo>
                <a:lnTo>
                  <a:pt x="12808" y="20736"/>
                </a:lnTo>
                <a:lnTo>
                  <a:pt x="12750" y="20807"/>
                </a:lnTo>
                <a:lnTo>
                  <a:pt x="12692" y="20884"/>
                </a:lnTo>
                <a:lnTo>
                  <a:pt x="12630" y="20949"/>
                </a:lnTo>
                <a:lnTo>
                  <a:pt x="12572" y="21002"/>
                </a:lnTo>
                <a:lnTo>
                  <a:pt x="12515" y="21061"/>
                </a:lnTo>
                <a:lnTo>
                  <a:pt x="12457" y="21103"/>
                </a:lnTo>
                <a:lnTo>
                  <a:pt x="12403" y="21150"/>
                </a:lnTo>
                <a:lnTo>
                  <a:pt x="12345" y="21186"/>
                </a:lnTo>
                <a:lnTo>
                  <a:pt x="12292" y="21209"/>
                </a:lnTo>
                <a:lnTo>
                  <a:pt x="12238" y="21239"/>
                </a:lnTo>
                <a:lnTo>
                  <a:pt x="12188" y="21263"/>
                </a:lnTo>
                <a:lnTo>
                  <a:pt x="12135" y="21274"/>
                </a:lnTo>
                <a:lnTo>
                  <a:pt x="12081" y="21286"/>
                </a:lnTo>
                <a:lnTo>
                  <a:pt x="12031" y="21292"/>
                </a:lnTo>
                <a:lnTo>
                  <a:pt x="11916" y="21292"/>
                </a:lnTo>
                <a:lnTo>
                  <a:pt x="11845" y="21280"/>
                </a:lnTo>
                <a:lnTo>
                  <a:pt x="11779" y="21263"/>
                </a:lnTo>
                <a:lnTo>
                  <a:pt x="11717" y="21239"/>
                </a:lnTo>
                <a:lnTo>
                  <a:pt x="11651" y="21203"/>
                </a:lnTo>
                <a:lnTo>
                  <a:pt x="11589" y="21168"/>
                </a:lnTo>
                <a:lnTo>
                  <a:pt x="11527" y="21121"/>
                </a:lnTo>
                <a:lnTo>
                  <a:pt x="11469" y="21073"/>
                </a:lnTo>
                <a:lnTo>
                  <a:pt x="11416" y="21020"/>
                </a:lnTo>
                <a:lnTo>
                  <a:pt x="11354" y="20967"/>
                </a:lnTo>
                <a:lnTo>
                  <a:pt x="11242" y="20848"/>
                </a:lnTo>
                <a:lnTo>
                  <a:pt x="11139" y="20718"/>
                </a:lnTo>
                <a:lnTo>
                  <a:pt x="11031" y="20582"/>
                </a:lnTo>
                <a:lnTo>
                  <a:pt x="11002" y="20653"/>
                </a:lnTo>
                <a:lnTo>
                  <a:pt x="10969" y="20718"/>
                </a:lnTo>
                <a:lnTo>
                  <a:pt x="10932" y="20789"/>
                </a:lnTo>
                <a:lnTo>
                  <a:pt x="10891" y="20860"/>
                </a:lnTo>
                <a:lnTo>
                  <a:pt x="10850" y="20925"/>
                </a:lnTo>
                <a:lnTo>
                  <a:pt x="10800" y="20996"/>
                </a:lnTo>
                <a:lnTo>
                  <a:pt x="10750" y="21067"/>
                </a:lnTo>
                <a:lnTo>
                  <a:pt x="10693" y="21126"/>
                </a:lnTo>
                <a:lnTo>
                  <a:pt x="10585" y="21251"/>
                </a:lnTo>
                <a:lnTo>
                  <a:pt x="10478" y="21351"/>
                </a:lnTo>
                <a:lnTo>
                  <a:pt x="10374" y="21428"/>
                </a:lnTo>
                <a:lnTo>
                  <a:pt x="10271" y="21493"/>
                </a:lnTo>
                <a:lnTo>
                  <a:pt x="10176" y="21547"/>
                </a:lnTo>
                <a:lnTo>
                  <a:pt x="10085" y="21576"/>
                </a:lnTo>
                <a:lnTo>
                  <a:pt x="9990" y="21594"/>
                </a:lnTo>
                <a:lnTo>
                  <a:pt x="9899" y="21600"/>
                </a:lnTo>
                <a:lnTo>
                  <a:pt x="9829" y="21600"/>
                </a:lnTo>
                <a:lnTo>
                  <a:pt x="9759" y="21588"/>
                </a:lnTo>
                <a:lnTo>
                  <a:pt x="9689" y="21570"/>
                </a:lnTo>
                <a:lnTo>
                  <a:pt x="9618" y="21541"/>
                </a:lnTo>
                <a:lnTo>
                  <a:pt x="9552" y="21505"/>
                </a:lnTo>
                <a:lnTo>
                  <a:pt x="9486" y="21470"/>
                </a:lnTo>
                <a:lnTo>
                  <a:pt x="9424" y="21422"/>
                </a:lnTo>
                <a:lnTo>
                  <a:pt x="9358" y="21375"/>
                </a:lnTo>
                <a:lnTo>
                  <a:pt x="9300" y="21322"/>
                </a:lnTo>
                <a:lnTo>
                  <a:pt x="9242" y="21269"/>
                </a:lnTo>
                <a:lnTo>
                  <a:pt x="9123" y="21150"/>
                </a:lnTo>
                <a:lnTo>
                  <a:pt x="9007" y="21020"/>
                </a:lnTo>
                <a:lnTo>
                  <a:pt x="8895" y="20896"/>
                </a:lnTo>
                <a:lnTo>
                  <a:pt x="8722" y="20694"/>
                </a:lnTo>
                <a:lnTo>
                  <a:pt x="8697" y="20665"/>
                </a:lnTo>
                <a:lnTo>
                  <a:pt x="7094" y="18847"/>
                </a:lnTo>
                <a:lnTo>
                  <a:pt x="7011" y="18936"/>
                </a:lnTo>
                <a:lnTo>
                  <a:pt x="6929" y="19007"/>
                </a:lnTo>
                <a:lnTo>
                  <a:pt x="6763" y="19161"/>
                </a:lnTo>
                <a:lnTo>
                  <a:pt x="6590" y="19291"/>
                </a:lnTo>
                <a:lnTo>
                  <a:pt x="6429" y="19404"/>
                </a:lnTo>
                <a:lnTo>
                  <a:pt x="6272" y="19499"/>
                </a:lnTo>
                <a:lnTo>
                  <a:pt x="6131" y="19570"/>
                </a:lnTo>
                <a:lnTo>
                  <a:pt x="6003" y="19629"/>
                </a:lnTo>
                <a:lnTo>
                  <a:pt x="5945" y="19647"/>
                </a:lnTo>
                <a:lnTo>
                  <a:pt x="5892" y="19658"/>
                </a:lnTo>
                <a:lnTo>
                  <a:pt x="5850" y="19664"/>
                </a:lnTo>
                <a:lnTo>
                  <a:pt x="5805" y="19664"/>
                </a:lnTo>
                <a:lnTo>
                  <a:pt x="5764" y="19658"/>
                </a:lnTo>
                <a:lnTo>
                  <a:pt x="5726" y="19647"/>
                </a:lnTo>
                <a:lnTo>
                  <a:pt x="5689" y="19635"/>
                </a:lnTo>
                <a:lnTo>
                  <a:pt x="5660" y="19605"/>
                </a:lnTo>
                <a:lnTo>
                  <a:pt x="5631" y="19581"/>
                </a:lnTo>
                <a:lnTo>
                  <a:pt x="5602" y="19558"/>
                </a:lnTo>
                <a:lnTo>
                  <a:pt x="5578" y="19522"/>
                </a:lnTo>
                <a:lnTo>
                  <a:pt x="5549" y="19487"/>
                </a:lnTo>
                <a:lnTo>
                  <a:pt x="5512" y="19404"/>
                </a:lnTo>
                <a:lnTo>
                  <a:pt x="5474" y="19321"/>
                </a:lnTo>
                <a:lnTo>
                  <a:pt x="5450" y="19232"/>
                </a:lnTo>
                <a:lnTo>
                  <a:pt x="5433" y="19138"/>
                </a:lnTo>
                <a:lnTo>
                  <a:pt x="5412" y="19049"/>
                </a:lnTo>
                <a:lnTo>
                  <a:pt x="5400" y="18960"/>
                </a:lnTo>
                <a:lnTo>
                  <a:pt x="5396" y="18883"/>
                </a:lnTo>
                <a:lnTo>
                  <a:pt x="5388" y="18771"/>
                </a:lnTo>
                <a:lnTo>
                  <a:pt x="5388" y="18711"/>
                </a:lnTo>
                <a:lnTo>
                  <a:pt x="5379" y="18664"/>
                </a:lnTo>
                <a:lnTo>
                  <a:pt x="5367" y="18599"/>
                </a:lnTo>
                <a:lnTo>
                  <a:pt x="5355" y="18563"/>
                </a:lnTo>
                <a:lnTo>
                  <a:pt x="5334" y="18534"/>
                </a:lnTo>
                <a:lnTo>
                  <a:pt x="5309" y="18492"/>
                </a:lnTo>
                <a:lnTo>
                  <a:pt x="5284" y="18469"/>
                </a:lnTo>
                <a:lnTo>
                  <a:pt x="5247" y="18439"/>
                </a:lnTo>
                <a:lnTo>
                  <a:pt x="5202" y="18421"/>
                </a:lnTo>
                <a:lnTo>
                  <a:pt x="5156" y="18409"/>
                </a:lnTo>
                <a:lnTo>
                  <a:pt x="5098" y="18398"/>
                </a:lnTo>
                <a:lnTo>
                  <a:pt x="5032" y="18398"/>
                </a:lnTo>
                <a:lnTo>
                  <a:pt x="4954" y="18415"/>
                </a:lnTo>
                <a:lnTo>
                  <a:pt x="4912" y="18421"/>
                </a:lnTo>
                <a:lnTo>
                  <a:pt x="4871" y="18415"/>
                </a:lnTo>
                <a:lnTo>
                  <a:pt x="4830" y="18392"/>
                </a:lnTo>
                <a:lnTo>
                  <a:pt x="4789" y="18362"/>
                </a:lnTo>
                <a:lnTo>
                  <a:pt x="4743" y="18327"/>
                </a:lnTo>
                <a:lnTo>
                  <a:pt x="4698" y="18279"/>
                </a:lnTo>
                <a:lnTo>
                  <a:pt x="4656" y="18226"/>
                </a:lnTo>
                <a:lnTo>
                  <a:pt x="4611" y="18167"/>
                </a:lnTo>
                <a:lnTo>
                  <a:pt x="4574" y="18096"/>
                </a:lnTo>
                <a:lnTo>
                  <a:pt x="4528" y="18031"/>
                </a:lnTo>
                <a:lnTo>
                  <a:pt x="4446" y="17871"/>
                </a:lnTo>
                <a:lnTo>
                  <a:pt x="4363" y="17693"/>
                </a:lnTo>
                <a:lnTo>
                  <a:pt x="4284" y="17522"/>
                </a:lnTo>
                <a:lnTo>
                  <a:pt x="4210" y="17344"/>
                </a:lnTo>
                <a:lnTo>
                  <a:pt x="4144" y="17166"/>
                </a:lnTo>
                <a:lnTo>
                  <a:pt x="4041" y="16853"/>
                </a:lnTo>
                <a:lnTo>
                  <a:pt x="3966" y="16634"/>
                </a:lnTo>
                <a:lnTo>
                  <a:pt x="3946" y="16551"/>
                </a:lnTo>
                <a:lnTo>
                  <a:pt x="3946" y="16379"/>
                </a:lnTo>
                <a:lnTo>
                  <a:pt x="3942" y="16314"/>
                </a:lnTo>
                <a:lnTo>
                  <a:pt x="3929" y="16243"/>
                </a:lnTo>
                <a:lnTo>
                  <a:pt x="3913" y="16172"/>
                </a:lnTo>
                <a:lnTo>
                  <a:pt x="3896" y="16101"/>
                </a:lnTo>
                <a:lnTo>
                  <a:pt x="3871" y="16030"/>
                </a:lnTo>
                <a:lnTo>
                  <a:pt x="3834" y="15959"/>
                </a:lnTo>
                <a:lnTo>
                  <a:pt x="3789" y="15900"/>
                </a:lnTo>
                <a:lnTo>
                  <a:pt x="3764" y="15864"/>
                </a:lnTo>
                <a:lnTo>
                  <a:pt x="3739" y="15834"/>
                </a:lnTo>
                <a:lnTo>
                  <a:pt x="3706" y="15811"/>
                </a:lnTo>
                <a:lnTo>
                  <a:pt x="3673" y="15787"/>
                </a:lnTo>
                <a:lnTo>
                  <a:pt x="3636" y="15763"/>
                </a:lnTo>
                <a:lnTo>
                  <a:pt x="3599" y="15746"/>
                </a:lnTo>
                <a:lnTo>
                  <a:pt x="3553" y="15734"/>
                </a:lnTo>
                <a:lnTo>
                  <a:pt x="3508" y="15722"/>
                </a:lnTo>
                <a:lnTo>
                  <a:pt x="3462" y="15710"/>
                </a:lnTo>
                <a:lnTo>
                  <a:pt x="3417" y="15692"/>
                </a:lnTo>
                <a:lnTo>
                  <a:pt x="3367" y="15657"/>
                </a:lnTo>
                <a:lnTo>
                  <a:pt x="3326" y="15627"/>
                </a:lnTo>
                <a:lnTo>
                  <a:pt x="3280" y="15592"/>
                </a:lnTo>
                <a:lnTo>
                  <a:pt x="3239" y="15544"/>
                </a:lnTo>
                <a:lnTo>
                  <a:pt x="3198" y="15491"/>
                </a:lnTo>
                <a:lnTo>
                  <a:pt x="3157" y="15432"/>
                </a:lnTo>
                <a:lnTo>
                  <a:pt x="3119" y="15373"/>
                </a:lnTo>
                <a:lnTo>
                  <a:pt x="3078" y="15308"/>
                </a:lnTo>
                <a:lnTo>
                  <a:pt x="3004" y="15160"/>
                </a:lnTo>
                <a:lnTo>
                  <a:pt x="2933" y="15006"/>
                </a:lnTo>
                <a:lnTo>
                  <a:pt x="2867" y="14828"/>
                </a:lnTo>
                <a:lnTo>
                  <a:pt x="2801" y="14645"/>
                </a:lnTo>
                <a:lnTo>
                  <a:pt x="2748" y="14449"/>
                </a:lnTo>
                <a:lnTo>
                  <a:pt x="2694" y="14248"/>
                </a:lnTo>
                <a:lnTo>
                  <a:pt x="2644" y="14047"/>
                </a:lnTo>
                <a:lnTo>
                  <a:pt x="2603" y="13840"/>
                </a:lnTo>
                <a:lnTo>
                  <a:pt x="2562" y="13632"/>
                </a:lnTo>
                <a:lnTo>
                  <a:pt x="2529" y="13431"/>
                </a:lnTo>
                <a:lnTo>
                  <a:pt x="2495" y="13236"/>
                </a:lnTo>
                <a:lnTo>
                  <a:pt x="2491" y="13183"/>
                </a:lnTo>
                <a:lnTo>
                  <a:pt x="2487" y="13129"/>
                </a:lnTo>
                <a:lnTo>
                  <a:pt x="2491" y="13076"/>
                </a:lnTo>
                <a:lnTo>
                  <a:pt x="2495" y="13023"/>
                </a:lnTo>
                <a:lnTo>
                  <a:pt x="2500" y="12969"/>
                </a:lnTo>
                <a:lnTo>
                  <a:pt x="2508" y="12910"/>
                </a:lnTo>
                <a:lnTo>
                  <a:pt x="2541" y="12804"/>
                </a:lnTo>
                <a:lnTo>
                  <a:pt x="2574" y="12691"/>
                </a:lnTo>
                <a:lnTo>
                  <a:pt x="2624" y="12579"/>
                </a:lnTo>
                <a:lnTo>
                  <a:pt x="2681" y="12466"/>
                </a:lnTo>
                <a:lnTo>
                  <a:pt x="2743" y="12354"/>
                </a:lnTo>
                <a:lnTo>
                  <a:pt x="2814" y="12235"/>
                </a:lnTo>
                <a:lnTo>
                  <a:pt x="2888" y="12123"/>
                </a:lnTo>
                <a:lnTo>
                  <a:pt x="2966" y="12016"/>
                </a:lnTo>
                <a:lnTo>
                  <a:pt x="3049" y="11910"/>
                </a:lnTo>
                <a:lnTo>
                  <a:pt x="3136" y="11803"/>
                </a:lnTo>
                <a:lnTo>
                  <a:pt x="3223" y="11697"/>
                </a:lnTo>
                <a:lnTo>
                  <a:pt x="3409" y="11501"/>
                </a:lnTo>
                <a:lnTo>
                  <a:pt x="2822" y="9560"/>
                </a:lnTo>
                <a:lnTo>
                  <a:pt x="2706" y="9844"/>
                </a:lnTo>
                <a:lnTo>
                  <a:pt x="2624" y="10051"/>
                </a:lnTo>
                <a:lnTo>
                  <a:pt x="2557" y="10241"/>
                </a:lnTo>
                <a:lnTo>
                  <a:pt x="2537" y="10294"/>
                </a:lnTo>
                <a:lnTo>
                  <a:pt x="2508" y="10347"/>
                </a:lnTo>
                <a:lnTo>
                  <a:pt x="2479" y="10395"/>
                </a:lnTo>
                <a:lnTo>
                  <a:pt x="2446" y="10436"/>
                </a:lnTo>
                <a:lnTo>
                  <a:pt x="2409" y="10471"/>
                </a:lnTo>
                <a:lnTo>
                  <a:pt x="2367" y="10501"/>
                </a:lnTo>
                <a:lnTo>
                  <a:pt x="2330" y="10519"/>
                </a:lnTo>
                <a:lnTo>
                  <a:pt x="2285" y="10537"/>
                </a:lnTo>
                <a:lnTo>
                  <a:pt x="2223" y="10543"/>
                </a:lnTo>
                <a:lnTo>
                  <a:pt x="2186" y="10543"/>
                </a:lnTo>
                <a:lnTo>
                  <a:pt x="2148" y="10537"/>
                </a:lnTo>
                <a:lnTo>
                  <a:pt x="2115" y="10519"/>
                </a:lnTo>
                <a:lnTo>
                  <a:pt x="2078" y="10501"/>
                </a:lnTo>
                <a:lnTo>
                  <a:pt x="2049" y="10477"/>
                </a:lnTo>
                <a:lnTo>
                  <a:pt x="2016" y="10454"/>
                </a:lnTo>
                <a:lnTo>
                  <a:pt x="1987" y="10418"/>
                </a:lnTo>
                <a:lnTo>
                  <a:pt x="1958" y="10383"/>
                </a:lnTo>
                <a:lnTo>
                  <a:pt x="103" y="7683"/>
                </a:lnTo>
                <a:lnTo>
                  <a:pt x="83" y="7648"/>
                </a:lnTo>
                <a:lnTo>
                  <a:pt x="62" y="7612"/>
                </a:lnTo>
                <a:lnTo>
                  <a:pt x="41" y="7571"/>
                </a:lnTo>
                <a:lnTo>
                  <a:pt x="29" y="7530"/>
                </a:lnTo>
                <a:lnTo>
                  <a:pt x="17" y="7482"/>
                </a:lnTo>
                <a:lnTo>
                  <a:pt x="8" y="7441"/>
                </a:lnTo>
                <a:lnTo>
                  <a:pt x="4" y="7393"/>
                </a:lnTo>
                <a:lnTo>
                  <a:pt x="0" y="7352"/>
                </a:lnTo>
                <a:lnTo>
                  <a:pt x="0" y="7257"/>
                </a:lnTo>
                <a:lnTo>
                  <a:pt x="4" y="7216"/>
                </a:lnTo>
                <a:lnTo>
                  <a:pt x="12" y="7168"/>
                </a:lnTo>
                <a:lnTo>
                  <a:pt x="21" y="7121"/>
                </a:lnTo>
                <a:lnTo>
                  <a:pt x="33" y="7080"/>
                </a:lnTo>
                <a:lnTo>
                  <a:pt x="50" y="7038"/>
                </a:lnTo>
                <a:lnTo>
                  <a:pt x="74" y="7003"/>
                </a:lnTo>
                <a:lnTo>
                  <a:pt x="132" y="6878"/>
                </a:lnTo>
                <a:lnTo>
                  <a:pt x="281" y="6618"/>
                </a:lnTo>
                <a:lnTo>
                  <a:pt x="504" y="6215"/>
                </a:lnTo>
                <a:lnTo>
                  <a:pt x="797" y="5706"/>
                </a:lnTo>
                <a:lnTo>
                  <a:pt x="967" y="5416"/>
                </a:lnTo>
                <a:lnTo>
                  <a:pt x="1157" y="5108"/>
                </a:lnTo>
                <a:lnTo>
                  <a:pt x="1359" y="4783"/>
                </a:lnTo>
                <a:lnTo>
                  <a:pt x="1574" y="4440"/>
                </a:lnTo>
                <a:lnTo>
                  <a:pt x="1801" y="4084"/>
                </a:lnTo>
                <a:lnTo>
                  <a:pt x="2045" y="3723"/>
                </a:lnTo>
                <a:lnTo>
                  <a:pt x="2293" y="3350"/>
                </a:lnTo>
                <a:lnTo>
                  <a:pt x="2553" y="2983"/>
                </a:lnTo>
                <a:lnTo>
                  <a:pt x="2690" y="2794"/>
                </a:lnTo>
                <a:lnTo>
                  <a:pt x="2826" y="2610"/>
                </a:lnTo>
                <a:lnTo>
                  <a:pt x="2958" y="2439"/>
                </a:lnTo>
                <a:lnTo>
                  <a:pt x="3095" y="2273"/>
                </a:lnTo>
                <a:lnTo>
                  <a:pt x="3351" y="1959"/>
                </a:lnTo>
                <a:lnTo>
                  <a:pt x="3607" y="1669"/>
                </a:lnTo>
                <a:lnTo>
                  <a:pt x="3851" y="1403"/>
                </a:lnTo>
                <a:lnTo>
                  <a:pt x="4090" y="1172"/>
                </a:lnTo>
                <a:lnTo>
                  <a:pt x="4309" y="959"/>
                </a:lnTo>
                <a:lnTo>
                  <a:pt x="4520" y="764"/>
                </a:lnTo>
                <a:lnTo>
                  <a:pt x="4706" y="598"/>
                </a:lnTo>
                <a:lnTo>
                  <a:pt x="4884" y="456"/>
                </a:lnTo>
                <a:lnTo>
                  <a:pt x="5036" y="337"/>
                </a:lnTo>
                <a:lnTo>
                  <a:pt x="5169" y="237"/>
                </a:lnTo>
                <a:lnTo>
                  <a:pt x="5359" y="101"/>
                </a:lnTo>
                <a:lnTo>
                  <a:pt x="5441" y="47"/>
                </a:lnTo>
                <a:lnTo>
                  <a:pt x="5491" y="18"/>
                </a:lnTo>
                <a:lnTo>
                  <a:pt x="5545" y="6"/>
                </a:lnTo>
                <a:lnTo>
                  <a:pt x="5598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7" name="标题 11"/>
          <p:cNvSpPr txBox="1"/>
          <p:nvPr/>
        </p:nvSpPr>
        <p:spPr>
          <a:xfrm>
            <a:off x="6420891" y="1949393"/>
            <a:ext cx="3773485" cy="796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804672">
              <a:lnSpc>
                <a:spcPct val="120000"/>
              </a:lnSpc>
              <a:defRPr sz="1232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8" name="直接连接符 12"/>
          <p:cNvSpPr/>
          <p:nvPr/>
        </p:nvSpPr>
        <p:spPr>
          <a:xfrm>
            <a:off x="5345900" y="2889817"/>
            <a:ext cx="1003603" cy="1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rgbClr val="808080"/>
            </a:solidFill>
            <a:prstDash val="dash"/>
            <a:miter/>
            <a:tailEnd type="oval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9" name="标题 11"/>
          <p:cNvSpPr txBox="1"/>
          <p:nvPr/>
        </p:nvSpPr>
        <p:spPr>
          <a:xfrm>
            <a:off x="6420892" y="2669287"/>
            <a:ext cx="3773485" cy="796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 defTabSz="804672">
              <a:lnSpc>
                <a:spcPct val="120000"/>
              </a:lnSpc>
              <a:defRPr sz="1232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10" name="直接连接符 15"/>
          <p:cNvSpPr/>
          <p:nvPr/>
        </p:nvSpPr>
        <p:spPr>
          <a:xfrm>
            <a:off x="5345900" y="3626504"/>
            <a:ext cx="1003603" cy="1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rgbClr val="808080"/>
            </a:solidFill>
            <a:prstDash val="dash"/>
            <a:miter/>
            <a:tailEnd type="oval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1" name="标题 11"/>
          <p:cNvSpPr txBox="1"/>
          <p:nvPr/>
        </p:nvSpPr>
        <p:spPr>
          <a:xfrm>
            <a:off x="6420892" y="3405975"/>
            <a:ext cx="3773485" cy="796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12" name="直接连接符 18"/>
          <p:cNvSpPr/>
          <p:nvPr/>
        </p:nvSpPr>
        <p:spPr>
          <a:xfrm>
            <a:off x="5345900" y="4346397"/>
            <a:ext cx="1003603" cy="1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rgbClr val="808080"/>
            </a:solidFill>
            <a:prstDash val="dash"/>
            <a:miter/>
            <a:tailEnd type="oval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3" name="标题 11"/>
          <p:cNvSpPr txBox="1"/>
          <p:nvPr/>
        </p:nvSpPr>
        <p:spPr>
          <a:xfrm>
            <a:off x="6420894" y="4125867"/>
            <a:ext cx="3773485" cy="796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14" name="直接连接符 21"/>
          <p:cNvSpPr/>
          <p:nvPr/>
        </p:nvSpPr>
        <p:spPr>
          <a:xfrm>
            <a:off x="5345900" y="5066288"/>
            <a:ext cx="1003603" cy="1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rgbClr val="808080"/>
            </a:solidFill>
            <a:prstDash val="dash"/>
            <a:miter/>
            <a:tailEnd type="oval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5" name="标题 11"/>
          <p:cNvSpPr txBox="1"/>
          <p:nvPr/>
        </p:nvSpPr>
        <p:spPr>
          <a:xfrm>
            <a:off x="6420892" y="4845760"/>
            <a:ext cx="3773485" cy="796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16" name="直接连接符 24"/>
          <p:cNvSpPr/>
          <p:nvPr/>
        </p:nvSpPr>
        <p:spPr>
          <a:xfrm>
            <a:off x="5345900" y="5786182"/>
            <a:ext cx="1003603" cy="1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rgbClr val="808080"/>
            </a:solidFill>
            <a:prstDash val="dash"/>
            <a:miter/>
            <a:tailEnd type="oval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7" name="标题 11"/>
          <p:cNvSpPr txBox="1"/>
          <p:nvPr/>
        </p:nvSpPr>
        <p:spPr>
          <a:xfrm>
            <a:off x="6420894" y="5565652"/>
            <a:ext cx="3773485" cy="796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18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19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20" name="直线连接符 33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21" name="圆形"/>
          <p:cNvSpPr/>
          <p:nvPr/>
        </p:nvSpPr>
        <p:spPr xmlns:m="http://schemas.openxmlformats.org/officeDocument/2006/math" xmlns:a14="http://schemas.microsoft.com/office/drawing/2010/main">
          <a:xfrm>
            <a:off x="4768910" y="1865171"/>
            <a:ext cx="576473" cy="576638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2" name="1"/>
          <p:cNvSpPr txBox="1"/>
          <p:nvPr/>
        </p:nvSpPr>
        <p:spPr>
          <a:xfrm>
            <a:off x="4899051" y="2006169"/>
            <a:ext cx="316188" cy="294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noAutofit/>
          </a:bodyPr>
          <a:lstStyle>
            <a:lvl1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  <p:sp>
        <p:nvSpPr>
          <p:cNvPr id="23" name="圆形"/>
          <p:cNvSpPr/>
          <p:nvPr/>
        </p:nvSpPr>
        <p:spPr xmlns:m="http://schemas.openxmlformats.org/officeDocument/2006/math" xmlns:a14="http://schemas.microsoft.com/office/drawing/2010/main">
          <a:xfrm>
            <a:off x="4768911" y="2585065"/>
            <a:ext cx="576474" cy="57663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4" name="2"/>
          <p:cNvSpPr txBox="1"/>
          <p:nvPr/>
        </p:nvSpPr>
        <p:spPr>
          <a:xfrm>
            <a:off x="4899053" y="2726062"/>
            <a:ext cx="316189" cy="2946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noAutofit/>
          </a:bodyPr>
          <a:lstStyle>
            <a:lvl1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  <p:sp>
        <p:nvSpPr>
          <p:cNvPr id="25" name="圆形"/>
          <p:cNvSpPr/>
          <p:nvPr/>
        </p:nvSpPr>
        <p:spPr xmlns:m="http://schemas.openxmlformats.org/officeDocument/2006/math" xmlns:a14="http://schemas.microsoft.com/office/drawing/2010/main">
          <a:xfrm>
            <a:off x="4768911" y="3321753"/>
            <a:ext cx="576474" cy="57663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6" name="3"/>
          <p:cNvSpPr txBox="1"/>
          <p:nvPr/>
        </p:nvSpPr>
        <p:spPr>
          <a:xfrm>
            <a:off x="4899053" y="3462750"/>
            <a:ext cx="316189" cy="2946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noAutofit/>
          </a:bodyPr>
          <a:lstStyle>
            <a:lvl1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  <p:sp>
        <p:nvSpPr>
          <p:cNvPr id="27" name="圆形"/>
          <p:cNvSpPr/>
          <p:nvPr/>
        </p:nvSpPr>
        <p:spPr xmlns:m="http://schemas.openxmlformats.org/officeDocument/2006/math" xmlns:a14="http://schemas.microsoft.com/office/drawing/2010/main">
          <a:xfrm>
            <a:off x="4768911" y="4041645"/>
            <a:ext cx="576474" cy="57663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8" name="4"/>
          <p:cNvSpPr txBox="1"/>
          <p:nvPr/>
        </p:nvSpPr>
        <p:spPr>
          <a:xfrm>
            <a:off x="4899053" y="4182642"/>
            <a:ext cx="316189" cy="2946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noAutofit/>
          </a:bodyPr>
          <a:lstStyle>
            <a:lvl1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  <p:sp>
        <p:nvSpPr>
          <p:cNvPr id="29" name="圆形"/>
          <p:cNvSpPr/>
          <p:nvPr/>
        </p:nvSpPr>
        <p:spPr xmlns:m="http://schemas.openxmlformats.org/officeDocument/2006/math" xmlns:a14="http://schemas.microsoft.com/office/drawing/2010/main">
          <a:xfrm>
            <a:off x="4768911" y="4761536"/>
            <a:ext cx="576474" cy="57663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0" name="5"/>
          <p:cNvSpPr txBox="1"/>
          <p:nvPr/>
        </p:nvSpPr>
        <p:spPr>
          <a:xfrm>
            <a:off x="4899053" y="4902533"/>
            <a:ext cx="316189" cy="2946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noAutofit/>
          </a:bodyPr>
          <a:lstStyle>
            <a:lvl1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  <p:sp>
        <p:nvSpPr>
          <p:cNvPr id="31" name="圆形"/>
          <p:cNvSpPr/>
          <p:nvPr/>
        </p:nvSpPr>
        <p:spPr xmlns:m="http://schemas.openxmlformats.org/officeDocument/2006/math" xmlns:a14="http://schemas.microsoft.com/office/drawing/2010/main">
          <a:xfrm>
            <a:off x="4768911" y="5481430"/>
            <a:ext cx="576474" cy="57663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2" name="6"/>
          <p:cNvSpPr txBox="1"/>
          <p:nvPr/>
        </p:nvSpPr>
        <p:spPr>
          <a:xfrm>
            <a:off x="4899053" y="5622427"/>
            <a:ext cx="316189" cy="2946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noAutofit/>
          </a:bodyPr>
          <a:lstStyle>
            <a:lvl1pPr algn="ctr">
              <a:def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圆角矩形 206"/>
          <p:cNvSpPr/>
          <p:nvPr/>
        </p:nvSpPr>
        <p:spPr xmlns:m="http://schemas.openxmlformats.org/officeDocument/2006/math" xmlns:a14="http://schemas.microsoft.com/office/drawing/2010/main">
          <a:xfrm>
            <a:off x="1529683" y="1726868"/>
            <a:ext cx="1957138" cy="402656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2700">
            <a:solidFill>
              <a:srgbClr val="ECECEC"/>
            </a:solidFill>
            <a:miter/>
          </a:ln>
          <a:effectLst>
            <a:outerShdw sx="100000" sy="100000" kx="0" ky="0" algn="b" rotWithShape="0" blurRad="152400" dist="76200" dir="270000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" name="矩形 210"/>
          <p:cNvSpPr/>
          <p:nvPr/>
        </p:nvSpPr>
        <p:spPr xmlns:m="http://schemas.openxmlformats.org/officeDocument/2006/math" xmlns:a14="http://schemas.microsoft.com/office/drawing/2010/main">
          <a:xfrm>
            <a:off x="1678184" y="4792085"/>
            <a:ext cx="1660133" cy="36084"/>
          </a:xfrm>
          <a:prstGeom prst="rect">
            <a:avLst/>
          </a:prstGeom>
          <a:gradFill>
            <a:gsLst>
              <a:gs pos="0">
                <a:srgbClr val="D3D3D3"/>
              </a:gs>
              <a:gs pos="10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" name="文本框 211"/>
          <p:cNvSpPr txBox="1"/>
          <p:nvPr/>
        </p:nvSpPr>
        <p:spPr>
          <a:xfrm>
            <a:off x="2038713" y="4914893"/>
            <a:ext cx="939076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36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5" name="文本框 215"/>
          <p:cNvSpPr txBox="1"/>
          <p:nvPr/>
        </p:nvSpPr>
        <p:spPr>
          <a:xfrm>
            <a:off x="1930431" y="2371973"/>
            <a:ext cx="1155641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ctr">
              <a:defRPr sz="3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</a:t>
            </a:r>
          </a:p>
        </p:txBody>
      </p:sp>
      <p:sp>
        <p:nvSpPr>
          <p:cNvPr id="6" name="圆角矩形 216"/>
          <p:cNvSpPr/>
          <p:nvPr/>
        </p:nvSpPr>
        <p:spPr xmlns:m="http://schemas.openxmlformats.org/officeDocument/2006/math" xmlns:a14="http://schemas.microsoft.com/office/drawing/2010/main">
          <a:xfrm>
            <a:off x="3921516" y="1726868"/>
            <a:ext cx="1957138" cy="402656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2700">
            <a:solidFill>
              <a:srgbClr val="ECECEC"/>
            </a:solidFill>
            <a:miter/>
          </a:ln>
          <a:effectLst>
            <a:outerShdw sx="100000" sy="100000" kx="0" ky="0" algn="b" rotWithShape="0" blurRad="152400" dist="76200" dir="270000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7" name="矩形 220"/>
          <p:cNvSpPr/>
          <p:nvPr/>
        </p:nvSpPr>
        <p:spPr xmlns:m="http://schemas.openxmlformats.org/officeDocument/2006/math" xmlns:a14="http://schemas.microsoft.com/office/drawing/2010/main">
          <a:xfrm>
            <a:off x="4070019" y="4792085"/>
            <a:ext cx="1660132" cy="36084"/>
          </a:xfrm>
          <a:prstGeom prst="rect">
            <a:avLst/>
          </a:prstGeom>
          <a:gradFill>
            <a:gsLst>
              <a:gs pos="0">
                <a:srgbClr val="D3D3D3"/>
              </a:gs>
              <a:gs pos="10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8" name="文本框 221"/>
          <p:cNvSpPr txBox="1"/>
          <p:nvPr/>
        </p:nvSpPr>
        <p:spPr>
          <a:xfrm>
            <a:off x="4430545" y="4914893"/>
            <a:ext cx="939076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36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9" name="文本框 225"/>
          <p:cNvSpPr txBox="1"/>
          <p:nvPr/>
        </p:nvSpPr>
        <p:spPr>
          <a:xfrm>
            <a:off x="4430545" y="2371974"/>
            <a:ext cx="939076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ctr">
              <a:defRPr sz="3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</a:t>
            </a:r>
          </a:p>
        </p:txBody>
      </p:sp>
      <p:sp>
        <p:nvSpPr>
          <p:cNvPr id="10" name="圆角矩形 226"/>
          <p:cNvSpPr/>
          <p:nvPr/>
        </p:nvSpPr>
        <p:spPr xmlns:m="http://schemas.openxmlformats.org/officeDocument/2006/math" xmlns:a14="http://schemas.microsoft.com/office/drawing/2010/main">
          <a:xfrm>
            <a:off x="6313349" y="1726868"/>
            <a:ext cx="1957138" cy="402656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2700">
            <a:solidFill>
              <a:srgbClr val="ECECEC"/>
            </a:solidFill>
            <a:miter/>
          </a:ln>
          <a:effectLst>
            <a:outerShdw sx="100000" sy="100000" kx="0" ky="0" algn="b" rotWithShape="0" blurRad="152400" dist="76200" dir="270000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1" name="矩形 230"/>
          <p:cNvSpPr/>
          <p:nvPr/>
        </p:nvSpPr>
        <p:spPr xmlns:m="http://schemas.openxmlformats.org/officeDocument/2006/math" xmlns:a14="http://schemas.microsoft.com/office/drawing/2010/main">
          <a:xfrm>
            <a:off x="6461852" y="4792085"/>
            <a:ext cx="1660132" cy="36084"/>
          </a:xfrm>
          <a:prstGeom prst="rect">
            <a:avLst/>
          </a:prstGeom>
          <a:gradFill>
            <a:gsLst>
              <a:gs pos="0">
                <a:srgbClr val="D3D3D3"/>
              </a:gs>
              <a:gs pos="10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2" name="文本框 231"/>
          <p:cNvSpPr txBox="1"/>
          <p:nvPr/>
        </p:nvSpPr>
        <p:spPr>
          <a:xfrm>
            <a:off x="6822378" y="4914893"/>
            <a:ext cx="939076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36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3" name="文本框 235"/>
          <p:cNvSpPr txBox="1"/>
          <p:nvPr/>
        </p:nvSpPr>
        <p:spPr>
          <a:xfrm>
            <a:off x="6822378" y="2371974"/>
            <a:ext cx="939076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ctr">
              <a:defRPr sz="3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</a:t>
            </a:r>
          </a:p>
        </p:txBody>
      </p:sp>
      <p:sp>
        <p:nvSpPr>
          <p:cNvPr id="14" name="圆角矩形 236"/>
          <p:cNvSpPr/>
          <p:nvPr/>
        </p:nvSpPr>
        <p:spPr xmlns:m="http://schemas.openxmlformats.org/officeDocument/2006/math" xmlns:a14="http://schemas.microsoft.com/office/drawing/2010/main">
          <a:xfrm>
            <a:off x="8705184" y="1726868"/>
            <a:ext cx="1957138" cy="4026569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2700">
            <a:solidFill>
              <a:srgbClr val="ECECEC"/>
            </a:solidFill>
            <a:miter/>
          </a:ln>
          <a:effectLst>
            <a:outerShdw sx="100000" sy="100000" kx="0" ky="0" algn="b" rotWithShape="0" blurRad="152400" dist="76200" dir="270000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5" name="矩形 240"/>
          <p:cNvSpPr/>
          <p:nvPr/>
        </p:nvSpPr>
        <p:spPr xmlns:m="http://schemas.openxmlformats.org/officeDocument/2006/math" xmlns:a14="http://schemas.microsoft.com/office/drawing/2010/main">
          <a:xfrm>
            <a:off x="8853685" y="4792085"/>
            <a:ext cx="1660132" cy="36084"/>
          </a:xfrm>
          <a:prstGeom prst="rect">
            <a:avLst/>
          </a:prstGeom>
          <a:gradFill>
            <a:gsLst>
              <a:gs pos="0">
                <a:srgbClr val="D3D3D3"/>
              </a:gs>
              <a:gs pos="10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6" name="文本框 241"/>
          <p:cNvSpPr txBox="1"/>
          <p:nvPr/>
        </p:nvSpPr>
        <p:spPr>
          <a:xfrm>
            <a:off x="9214212" y="4914893"/>
            <a:ext cx="939076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36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7" name="文本框 245"/>
          <p:cNvSpPr txBox="1"/>
          <p:nvPr/>
        </p:nvSpPr>
        <p:spPr>
          <a:xfrm>
            <a:off x="9214212" y="2371974"/>
            <a:ext cx="939076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ctr">
              <a:defRPr sz="3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</a:t>
            </a:r>
          </a:p>
        </p:txBody>
      </p:sp>
      <p:sp>
        <p:nvSpPr>
          <p:cNvPr id="18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19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20" name="直线连接符 62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21" name="椭圆 208"/>
          <p:cNvSpPr/>
          <p:nvPr/>
        </p:nvSpPr>
        <p:spPr xmlns:m="http://schemas.openxmlformats.org/officeDocument/2006/math" xmlns:a14="http://schemas.microsoft.com/office/drawing/2010/main">
          <a:xfrm>
            <a:off x="1776428" y="1938989"/>
            <a:ext cx="1463645" cy="1463645"/>
          </a:xfrm>
          <a:prstGeom prst="ellipse">
            <a:avLst/>
          </a:prstGeom>
          <a:solidFill>
            <a:schemeClr val="accent1"/>
          </a:solidFill>
          <a:ln w="19050" cap="flat">
            <a:solidFill>
              <a:srgbClr val="ECECEC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2" name="椭圆 209"/>
          <p:cNvSpPr/>
          <p:nvPr/>
        </p:nvSpPr>
        <p:spPr xmlns:m="http://schemas.openxmlformats.org/officeDocument/2006/math" xmlns:a14="http://schemas.microsoft.com/office/drawing/2010/main">
          <a:xfrm>
            <a:off x="1932658" y="2092933"/>
            <a:ext cx="1155753" cy="1155753"/>
          </a:xfrm>
          <a:prstGeom prst="ellipse">
            <a:avLst/>
          </a:prstGeom>
          <a:solidFill>
            <a:srgbClr val="F2F2F2"/>
          </a:solidFill>
          <a:ln w="19050" cap="flat">
            <a:solidFill>
              <a:srgbClr val="ECECEC"/>
            </a:solidFill>
            <a:prstDash val="solid"/>
            <a:miter lim="800000"/>
          </a:ln>
          <a:effectLst>
            <a:outerShdw sx="100000" sy="100000" kx="0" ky="0" algn="b" rotWithShape="0" blurRad="88900" dist="50800" dir="2700000">
              <a:srgbClr val="000000">
                <a:alpha val="3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3" name="椭圆 218"/>
          <p:cNvSpPr/>
          <p:nvPr/>
        </p:nvSpPr>
        <p:spPr xmlns:m="http://schemas.openxmlformats.org/officeDocument/2006/math" xmlns:a14="http://schemas.microsoft.com/office/drawing/2010/main">
          <a:xfrm>
            <a:off x="4168261" y="1938989"/>
            <a:ext cx="1463645" cy="1463645"/>
          </a:xfrm>
          <a:prstGeom prst="ellipse">
            <a:avLst/>
          </a:prstGeom>
          <a:solidFill>
            <a:schemeClr val="accent1"/>
          </a:solidFill>
          <a:ln w="19050" cap="flat">
            <a:solidFill>
              <a:srgbClr val="ECECEC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4" name="椭圆 219"/>
          <p:cNvSpPr/>
          <p:nvPr/>
        </p:nvSpPr>
        <p:spPr xmlns:m="http://schemas.openxmlformats.org/officeDocument/2006/math" xmlns:a14="http://schemas.microsoft.com/office/drawing/2010/main">
          <a:xfrm>
            <a:off x="4324491" y="2092933"/>
            <a:ext cx="1155753" cy="1155753"/>
          </a:xfrm>
          <a:prstGeom prst="ellipse">
            <a:avLst/>
          </a:prstGeom>
          <a:solidFill>
            <a:srgbClr val="F2F2F2"/>
          </a:solidFill>
          <a:ln w="19050" cap="flat">
            <a:solidFill>
              <a:srgbClr val="ECECEC"/>
            </a:solidFill>
            <a:prstDash val="solid"/>
            <a:miter lim="800000"/>
          </a:ln>
          <a:effectLst>
            <a:outerShdw sx="100000" sy="100000" kx="0" ky="0" algn="b" rotWithShape="0" blurRad="88900" dist="50800" dir="2700000">
              <a:srgbClr val="000000">
                <a:alpha val="3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5" name="椭圆 228"/>
          <p:cNvSpPr/>
          <p:nvPr/>
        </p:nvSpPr>
        <p:spPr xmlns:m="http://schemas.openxmlformats.org/officeDocument/2006/math" xmlns:a14="http://schemas.microsoft.com/office/drawing/2010/main">
          <a:xfrm>
            <a:off x="6560094" y="1938989"/>
            <a:ext cx="1463645" cy="1463645"/>
          </a:xfrm>
          <a:prstGeom prst="ellipse">
            <a:avLst/>
          </a:prstGeom>
          <a:solidFill>
            <a:schemeClr val="accent1"/>
          </a:solidFill>
          <a:ln w="19050" cap="flat">
            <a:solidFill>
              <a:srgbClr val="ECECEC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6" name="椭圆 229"/>
          <p:cNvSpPr/>
          <p:nvPr/>
        </p:nvSpPr>
        <p:spPr xmlns:m="http://schemas.openxmlformats.org/officeDocument/2006/math" xmlns:a14="http://schemas.microsoft.com/office/drawing/2010/main">
          <a:xfrm>
            <a:off x="6716324" y="2092933"/>
            <a:ext cx="1155753" cy="1155753"/>
          </a:xfrm>
          <a:prstGeom prst="ellipse">
            <a:avLst/>
          </a:prstGeom>
          <a:solidFill>
            <a:srgbClr val="F2F2F2"/>
          </a:solidFill>
          <a:ln w="19050" cap="flat">
            <a:solidFill>
              <a:srgbClr val="ECECEC"/>
            </a:solidFill>
            <a:prstDash val="solid"/>
            <a:miter lim="800000"/>
          </a:ln>
          <a:effectLst>
            <a:outerShdw sx="100000" sy="100000" kx="0" ky="0" algn="b" rotWithShape="0" blurRad="88900" dist="50800" dir="2700000">
              <a:srgbClr val="000000">
                <a:alpha val="3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7" name="椭圆 238"/>
          <p:cNvSpPr/>
          <p:nvPr/>
        </p:nvSpPr>
        <p:spPr xmlns:m="http://schemas.openxmlformats.org/officeDocument/2006/math" xmlns:a14="http://schemas.microsoft.com/office/drawing/2010/main">
          <a:xfrm>
            <a:off x="8951928" y="1938989"/>
            <a:ext cx="1463645" cy="1463645"/>
          </a:xfrm>
          <a:prstGeom prst="ellipse">
            <a:avLst/>
          </a:prstGeom>
          <a:solidFill>
            <a:schemeClr val="accent1"/>
          </a:solidFill>
          <a:ln w="19050" cap="flat">
            <a:solidFill>
              <a:srgbClr val="ECECEC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8" name="椭圆 239"/>
          <p:cNvSpPr/>
          <p:nvPr/>
        </p:nvSpPr>
        <p:spPr xmlns:m="http://schemas.openxmlformats.org/officeDocument/2006/math" xmlns:a14="http://schemas.microsoft.com/office/drawing/2010/main">
          <a:xfrm>
            <a:off x="9108158" y="2092933"/>
            <a:ext cx="1155753" cy="1155753"/>
          </a:xfrm>
          <a:prstGeom prst="ellipse">
            <a:avLst/>
          </a:prstGeom>
          <a:solidFill>
            <a:srgbClr val="F2F2F2"/>
          </a:solidFill>
          <a:ln w="19050" cap="flat">
            <a:solidFill>
              <a:srgbClr val="ECECEC"/>
            </a:solidFill>
            <a:prstDash val="solid"/>
            <a:miter lim="800000"/>
          </a:ln>
          <a:effectLst>
            <a:outerShdw sx="100000" sy="100000" kx="0" ky="0" algn="b" rotWithShape="0" blurRad="88900" dist="50800" dir="2700000">
              <a:srgbClr val="000000">
                <a:alpha val="3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9" name="矩形 45"/>
          <p:cNvSpPr txBox="1"/>
          <p:nvPr/>
        </p:nvSpPr>
        <p:spPr>
          <a:xfrm>
            <a:off x="1619774" y="3904579"/>
            <a:ext cx="203867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30" name="矩形 46"/>
          <p:cNvSpPr txBox="1"/>
          <p:nvPr/>
        </p:nvSpPr>
        <p:spPr>
          <a:xfrm>
            <a:off x="1619774" y="3590421"/>
            <a:ext cx="1922040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31" name="矩形 48"/>
          <p:cNvSpPr txBox="1"/>
          <p:nvPr/>
        </p:nvSpPr>
        <p:spPr>
          <a:xfrm>
            <a:off x="4010548" y="3904579"/>
            <a:ext cx="203867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32" name="矩形 49"/>
          <p:cNvSpPr txBox="1"/>
          <p:nvPr/>
        </p:nvSpPr>
        <p:spPr>
          <a:xfrm>
            <a:off x="4010548" y="3590421"/>
            <a:ext cx="1922040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33" name="矩形 51"/>
          <p:cNvSpPr txBox="1"/>
          <p:nvPr/>
        </p:nvSpPr>
        <p:spPr>
          <a:xfrm>
            <a:off x="6359069" y="3917076"/>
            <a:ext cx="203867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34" name="矩形 52"/>
          <p:cNvSpPr txBox="1"/>
          <p:nvPr/>
        </p:nvSpPr>
        <p:spPr>
          <a:xfrm>
            <a:off x="6359069" y="3602918"/>
            <a:ext cx="1922040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35" name="矩形 54"/>
          <p:cNvSpPr txBox="1"/>
          <p:nvPr/>
        </p:nvSpPr>
        <p:spPr>
          <a:xfrm>
            <a:off x="8750900" y="3929574"/>
            <a:ext cx="203867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36" name="矩形 55"/>
          <p:cNvSpPr txBox="1"/>
          <p:nvPr/>
        </p:nvSpPr>
        <p:spPr>
          <a:xfrm>
            <a:off x="8750900" y="3615416"/>
            <a:ext cx="1922040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3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4" name="直线连接符 47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5" name="LineShape"/>
          <p:cNvSpPr/>
          <p:nvPr/>
        </p:nvSpPr>
        <p:spPr>
          <a:xfrm flipH="1" flipV="1">
            <a:off x="2014889" y="4812789"/>
            <a:ext cx="8316001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D8D8D8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6" name="矩形 25"/>
          <p:cNvSpPr txBox="1"/>
          <p:nvPr/>
        </p:nvSpPr>
        <p:spPr>
          <a:xfrm>
            <a:off x="1959010" y="5281423"/>
            <a:ext cx="8574370" cy="11760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aaaaaaaaaaaaaaaaaaaaaaaaaaaaaaaaaaaaaaaaaaaaaaaaaaaaaa</a:t>
            </a:r>
          </a:p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7" name="矩形 26"/>
          <p:cNvSpPr txBox="1"/>
          <p:nvPr/>
        </p:nvSpPr>
        <p:spPr>
          <a:xfrm>
            <a:off x="1959010" y="4928799"/>
            <a:ext cx="2150535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8" name="LineShape"/>
          <p:cNvSpPr/>
          <p:nvPr/>
        </p:nvSpPr>
        <p:spPr>
          <a:xfrm flipH="1" flipV="1">
            <a:off x="2014889" y="2793508"/>
            <a:ext cx="8316001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D8D8D8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9" name="矩形 31"/>
          <p:cNvSpPr txBox="1"/>
          <p:nvPr/>
        </p:nvSpPr>
        <p:spPr>
          <a:xfrm>
            <a:off x="1959010" y="3262142"/>
            <a:ext cx="8574370" cy="11760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aaaaaaaaaaaaaaaaaaaaaaaaaaaaaaaaaaaaaaaaaaaaaaaaaaaaaa</a:t>
            </a:r>
          </a:p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0" name="矩形 32"/>
          <p:cNvSpPr txBox="1"/>
          <p:nvPr/>
        </p:nvSpPr>
        <p:spPr>
          <a:xfrm>
            <a:off x="1959010" y="2909518"/>
            <a:ext cx="2150535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1" name="RelativeShape1"/>
          <p:cNvSpPr/>
          <p:nvPr/>
        </p:nvSpPr>
        <p:spPr xmlns:m="http://schemas.openxmlformats.org/officeDocument/2006/math" xmlns:a14="http://schemas.microsoft.com/office/drawing/2010/main">
          <a:xfrm>
            <a:off x="6132096" y="2066635"/>
            <a:ext cx="4114991" cy="330167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2" name="ValueShape1"/>
          <p:cNvSpPr/>
          <p:nvPr/>
        </p:nvSpPr>
        <p:spPr xmlns:m="http://schemas.openxmlformats.org/officeDocument/2006/math" xmlns:a14="http://schemas.microsoft.com/office/drawing/2010/main">
          <a:xfrm>
            <a:off x="6132096" y="2066635"/>
            <a:ext cx="2861180" cy="33016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279400" dist="393700" dir="27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3" name="RelativeShape2"/>
          <p:cNvSpPr/>
          <p:nvPr/>
        </p:nvSpPr>
        <p:spPr xmlns:m="http://schemas.openxmlformats.org/officeDocument/2006/math" xmlns:a14="http://schemas.microsoft.com/office/drawing/2010/main">
          <a:xfrm flipH="1">
            <a:off x="1944914" y="2066635"/>
            <a:ext cx="4114990" cy="330167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4" name="ValueShape2"/>
          <p:cNvSpPr/>
          <p:nvPr/>
        </p:nvSpPr>
        <p:spPr xmlns:m="http://schemas.openxmlformats.org/officeDocument/2006/math" xmlns:a14="http://schemas.microsoft.com/office/drawing/2010/main">
          <a:xfrm flipH="1">
            <a:off x="3950871" y="2066636"/>
            <a:ext cx="2109034" cy="33016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279400" dist="393700" dir="27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5" name="BackShape"/>
          <p:cNvSpPr/>
          <p:nvPr/>
        </p:nvSpPr>
        <p:spPr xmlns:m="http://schemas.openxmlformats.org/officeDocument/2006/math" xmlns:a14="http://schemas.microsoft.com/office/drawing/2010/main">
          <a:xfrm>
            <a:off x="5727960" y="1863679"/>
            <a:ext cx="736081" cy="736081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279400" dist="393700" dir="27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6" name="IconShape"/>
          <p:cNvSpPr/>
          <p:nvPr/>
        </p:nvSpPr>
        <p:spPr xmlns:m="http://schemas.openxmlformats.org/officeDocument/2006/math" xmlns:a14="http://schemas.microsoft.com/office/drawing/2010/main">
          <a:xfrm>
            <a:off x="5860391" y="1995984"/>
            <a:ext cx="471218" cy="4714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5" h="21600" fill="norm" stroke="1" extrusionOk="0">
                <a:moveTo>
                  <a:pt x="6191" y="10748"/>
                </a:moveTo>
                <a:cubicBezTo>
                  <a:pt x="6191" y="10748"/>
                  <a:pt x="6276" y="10748"/>
                  <a:pt x="6276" y="10748"/>
                </a:cubicBezTo>
                <a:cubicBezTo>
                  <a:pt x="6276" y="10748"/>
                  <a:pt x="6276" y="10748"/>
                  <a:pt x="8825" y="11172"/>
                </a:cubicBezTo>
                <a:cubicBezTo>
                  <a:pt x="8910" y="11172"/>
                  <a:pt x="8910" y="11172"/>
                  <a:pt x="8910" y="11257"/>
                </a:cubicBezTo>
                <a:cubicBezTo>
                  <a:pt x="8910" y="11257"/>
                  <a:pt x="8910" y="11257"/>
                  <a:pt x="8910" y="15672"/>
                </a:cubicBezTo>
                <a:cubicBezTo>
                  <a:pt x="8910" y="15672"/>
                  <a:pt x="8910" y="15757"/>
                  <a:pt x="8910" y="15757"/>
                </a:cubicBezTo>
                <a:cubicBezTo>
                  <a:pt x="8825" y="15757"/>
                  <a:pt x="8825" y="15757"/>
                  <a:pt x="8825" y="15757"/>
                </a:cubicBezTo>
                <a:cubicBezTo>
                  <a:pt x="8825" y="15757"/>
                  <a:pt x="8825" y="15757"/>
                  <a:pt x="8740" y="15757"/>
                </a:cubicBezTo>
                <a:cubicBezTo>
                  <a:pt x="8740" y="15757"/>
                  <a:pt x="8740" y="15757"/>
                  <a:pt x="6191" y="14908"/>
                </a:cubicBezTo>
                <a:cubicBezTo>
                  <a:pt x="6191" y="14908"/>
                  <a:pt x="6106" y="14823"/>
                  <a:pt x="6106" y="14823"/>
                </a:cubicBezTo>
                <a:cubicBezTo>
                  <a:pt x="6106" y="14823"/>
                  <a:pt x="6106" y="14823"/>
                  <a:pt x="6106" y="10918"/>
                </a:cubicBezTo>
                <a:cubicBezTo>
                  <a:pt x="6106" y="10833"/>
                  <a:pt x="6191" y="10833"/>
                  <a:pt x="6191" y="10748"/>
                </a:cubicBezTo>
                <a:close/>
                <a:moveTo>
                  <a:pt x="2991" y="10330"/>
                </a:moveTo>
                <a:cubicBezTo>
                  <a:pt x="3073" y="10330"/>
                  <a:pt x="3073" y="10330"/>
                  <a:pt x="3155" y="10330"/>
                </a:cubicBezTo>
                <a:cubicBezTo>
                  <a:pt x="3155" y="10330"/>
                  <a:pt x="3155" y="10330"/>
                  <a:pt x="4881" y="10586"/>
                </a:cubicBezTo>
                <a:cubicBezTo>
                  <a:pt x="4881" y="10586"/>
                  <a:pt x="4964" y="10586"/>
                  <a:pt x="4964" y="10671"/>
                </a:cubicBezTo>
                <a:cubicBezTo>
                  <a:pt x="4964" y="10671"/>
                  <a:pt x="4964" y="10671"/>
                  <a:pt x="4964" y="14334"/>
                </a:cubicBezTo>
                <a:cubicBezTo>
                  <a:pt x="4964" y="14419"/>
                  <a:pt x="4964" y="14419"/>
                  <a:pt x="4881" y="14419"/>
                </a:cubicBezTo>
                <a:cubicBezTo>
                  <a:pt x="4881" y="14504"/>
                  <a:pt x="4881" y="14504"/>
                  <a:pt x="4799" y="14504"/>
                </a:cubicBezTo>
                <a:cubicBezTo>
                  <a:pt x="4799" y="14504"/>
                  <a:pt x="4799" y="14504"/>
                  <a:pt x="3073" y="13908"/>
                </a:cubicBezTo>
                <a:cubicBezTo>
                  <a:pt x="2991" y="13823"/>
                  <a:pt x="2991" y="13823"/>
                  <a:pt x="2991" y="13738"/>
                </a:cubicBezTo>
                <a:cubicBezTo>
                  <a:pt x="2991" y="13738"/>
                  <a:pt x="2991" y="13738"/>
                  <a:pt x="2991" y="10416"/>
                </a:cubicBezTo>
                <a:cubicBezTo>
                  <a:pt x="2991" y="10416"/>
                  <a:pt x="2991" y="10330"/>
                  <a:pt x="2991" y="10330"/>
                </a:cubicBezTo>
                <a:close/>
                <a:moveTo>
                  <a:pt x="2264" y="8661"/>
                </a:moveTo>
                <a:lnTo>
                  <a:pt x="2264" y="16174"/>
                </a:lnTo>
                <a:lnTo>
                  <a:pt x="10571" y="20452"/>
                </a:lnTo>
                <a:lnTo>
                  <a:pt x="10571" y="8765"/>
                </a:lnTo>
                <a:lnTo>
                  <a:pt x="8806" y="8765"/>
                </a:lnTo>
                <a:close/>
                <a:moveTo>
                  <a:pt x="15388" y="1043"/>
                </a:moveTo>
                <a:cubicBezTo>
                  <a:pt x="15388" y="1043"/>
                  <a:pt x="15388" y="1043"/>
                  <a:pt x="9637" y="7939"/>
                </a:cubicBezTo>
                <a:cubicBezTo>
                  <a:pt x="9637" y="7939"/>
                  <a:pt x="9637" y="7939"/>
                  <a:pt x="10821" y="7939"/>
                </a:cubicBezTo>
                <a:cubicBezTo>
                  <a:pt x="11075" y="7939"/>
                  <a:pt x="11244" y="8109"/>
                  <a:pt x="11244" y="8364"/>
                </a:cubicBezTo>
                <a:cubicBezTo>
                  <a:pt x="11244" y="8364"/>
                  <a:pt x="11244" y="8364"/>
                  <a:pt x="11244" y="20452"/>
                </a:cubicBezTo>
                <a:cubicBezTo>
                  <a:pt x="11244" y="20452"/>
                  <a:pt x="11244" y="20452"/>
                  <a:pt x="14543" y="18750"/>
                </a:cubicBezTo>
                <a:cubicBezTo>
                  <a:pt x="14543" y="18750"/>
                  <a:pt x="14543" y="18750"/>
                  <a:pt x="14543" y="10322"/>
                </a:cubicBezTo>
                <a:cubicBezTo>
                  <a:pt x="14543" y="10237"/>
                  <a:pt x="14543" y="10152"/>
                  <a:pt x="14627" y="10152"/>
                </a:cubicBezTo>
                <a:cubicBezTo>
                  <a:pt x="14627" y="10152"/>
                  <a:pt x="14627" y="10152"/>
                  <a:pt x="16826" y="9982"/>
                </a:cubicBezTo>
                <a:cubicBezTo>
                  <a:pt x="16826" y="9982"/>
                  <a:pt x="16911" y="9982"/>
                  <a:pt x="16911" y="9982"/>
                </a:cubicBezTo>
                <a:cubicBezTo>
                  <a:pt x="16911" y="10067"/>
                  <a:pt x="16996" y="10067"/>
                  <a:pt x="16996" y="10067"/>
                </a:cubicBezTo>
                <a:cubicBezTo>
                  <a:pt x="16996" y="10067"/>
                  <a:pt x="16996" y="10067"/>
                  <a:pt x="16996" y="17473"/>
                </a:cubicBezTo>
                <a:cubicBezTo>
                  <a:pt x="16996" y="17473"/>
                  <a:pt x="16996" y="17473"/>
                  <a:pt x="19195" y="16281"/>
                </a:cubicBezTo>
                <a:cubicBezTo>
                  <a:pt x="19195" y="16281"/>
                  <a:pt x="19195" y="16281"/>
                  <a:pt x="19279" y="7768"/>
                </a:cubicBezTo>
                <a:cubicBezTo>
                  <a:pt x="19279" y="7683"/>
                  <a:pt x="19279" y="7598"/>
                  <a:pt x="19364" y="7513"/>
                </a:cubicBezTo>
                <a:cubicBezTo>
                  <a:pt x="19449" y="7428"/>
                  <a:pt x="19533" y="7343"/>
                  <a:pt x="19702" y="7343"/>
                </a:cubicBezTo>
                <a:lnTo>
                  <a:pt x="20125" y="7428"/>
                </a:lnTo>
                <a:cubicBezTo>
                  <a:pt x="20125" y="7428"/>
                  <a:pt x="20125" y="7428"/>
                  <a:pt x="15388" y="1043"/>
                </a:cubicBezTo>
                <a:close/>
                <a:moveTo>
                  <a:pt x="15395" y="0"/>
                </a:moveTo>
                <a:cubicBezTo>
                  <a:pt x="15395" y="0"/>
                  <a:pt x="15565" y="0"/>
                  <a:pt x="15650" y="0"/>
                </a:cubicBezTo>
                <a:cubicBezTo>
                  <a:pt x="15819" y="85"/>
                  <a:pt x="15819" y="171"/>
                  <a:pt x="15819" y="171"/>
                </a:cubicBezTo>
                <a:cubicBezTo>
                  <a:pt x="15819" y="171"/>
                  <a:pt x="15819" y="171"/>
                  <a:pt x="21410" y="7598"/>
                </a:cubicBezTo>
                <a:cubicBezTo>
                  <a:pt x="21410" y="7598"/>
                  <a:pt x="21579" y="7855"/>
                  <a:pt x="21410" y="8111"/>
                </a:cubicBezTo>
                <a:cubicBezTo>
                  <a:pt x="21240" y="8281"/>
                  <a:pt x="21071" y="8281"/>
                  <a:pt x="21071" y="8281"/>
                </a:cubicBezTo>
                <a:cubicBezTo>
                  <a:pt x="21071" y="8281"/>
                  <a:pt x="21071" y="8281"/>
                  <a:pt x="20139" y="8196"/>
                </a:cubicBezTo>
                <a:cubicBezTo>
                  <a:pt x="20139" y="8196"/>
                  <a:pt x="20139" y="8196"/>
                  <a:pt x="20139" y="16563"/>
                </a:cubicBezTo>
                <a:cubicBezTo>
                  <a:pt x="20139" y="16734"/>
                  <a:pt x="20054" y="16819"/>
                  <a:pt x="19885" y="16904"/>
                </a:cubicBezTo>
                <a:cubicBezTo>
                  <a:pt x="19885" y="16904"/>
                  <a:pt x="19885" y="16904"/>
                  <a:pt x="11075" y="21515"/>
                </a:cubicBezTo>
                <a:cubicBezTo>
                  <a:pt x="11075" y="21515"/>
                  <a:pt x="10991" y="21600"/>
                  <a:pt x="10906" y="21600"/>
                </a:cubicBezTo>
                <a:cubicBezTo>
                  <a:pt x="10821" y="21600"/>
                  <a:pt x="10737" y="21515"/>
                  <a:pt x="10737" y="21515"/>
                </a:cubicBezTo>
                <a:cubicBezTo>
                  <a:pt x="10737" y="21515"/>
                  <a:pt x="10737" y="21515"/>
                  <a:pt x="1673" y="16734"/>
                </a:cubicBezTo>
                <a:cubicBezTo>
                  <a:pt x="1504" y="16734"/>
                  <a:pt x="1419" y="16563"/>
                  <a:pt x="1419" y="16392"/>
                </a:cubicBezTo>
                <a:cubicBezTo>
                  <a:pt x="1419" y="16392"/>
                  <a:pt x="1419" y="16392"/>
                  <a:pt x="1419" y="8538"/>
                </a:cubicBezTo>
                <a:cubicBezTo>
                  <a:pt x="1419" y="8538"/>
                  <a:pt x="1419" y="8538"/>
                  <a:pt x="402" y="8538"/>
                </a:cubicBezTo>
                <a:cubicBezTo>
                  <a:pt x="233" y="8538"/>
                  <a:pt x="148" y="8452"/>
                  <a:pt x="64" y="8367"/>
                </a:cubicBezTo>
                <a:cubicBezTo>
                  <a:pt x="-21" y="8281"/>
                  <a:pt x="-21" y="8111"/>
                  <a:pt x="64" y="7940"/>
                </a:cubicBezTo>
                <a:cubicBezTo>
                  <a:pt x="64" y="7940"/>
                  <a:pt x="64" y="7940"/>
                  <a:pt x="2266" y="3586"/>
                </a:cubicBezTo>
                <a:cubicBezTo>
                  <a:pt x="2351" y="3415"/>
                  <a:pt x="2435" y="3415"/>
                  <a:pt x="2520" y="3330"/>
                </a:cubicBezTo>
                <a:cubicBezTo>
                  <a:pt x="2520" y="3330"/>
                  <a:pt x="2520" y="3330"/>
                  <a:pt x="3875" y="2988"/>
                </a:cubicBezTo>
                <a:cubicBezTo>
                  <a:pt x="3875" y="2988"/>
                  <a:pt x="3875" y="2988"/>
                  <a:pt x="3875" y="1793"/>
                </a:cubicBezTo>
                <a:cubicBezTo>
                  <a:pt x="3875" y="1622"/>
                  <a:pt x="3960" y="1451"/>
                  <a:pt x="4130" y="1366"/>
                </a:cubicBezTo>
                <a:cubicBezTo>
                  <a:pt x="4130" y="1366"/>
                  <a:pt x="4130" y="1366"/>
                  <a:pt x="5485" y="939"/>
                </a:cubicBezTo>
                <a:cubicBezTo>
                  <a:pt x="5485" y="939"/>
                  <a:pt x="5485" y="939"/>
                  <a:pt x="5570" y="939"/>
                </a:cubicBezTo>
                <a:cubicBezTo>
                  <a:pt x="5654" y="939"/>
                  <a:pt x="5654" y="939"/>
                  <a:pt x="5654" y="939"/>
                </a:cubicBezTo>
                <a:cubicBezTo>
                  <a:pt x="5654" y="939"/>
                  <a:pt x="5654" y="939"/>
                  <a:pt x="6417" y="1110"/>
                </a:cubicBezTo>
                <a:cubicBezTo>
                  <a:pt x="6586" y="1110"/>
                  <a:pt x="6755" y="1281"/>
                  <a:pt x="6755" y="1451"/>
                </a:cubicBezTo>
                <a:cubicBezTo>
                  <a:pt x="6755" y="1451"/>
                  <a:pt x="6755" y="1451"/>
                  <a:pt x="6755" y="2220"/>
                </a:cubicBezTo>
                <a:cubicBezTo>
                  <a:pt x="6755" y="2220"/>
                  <a:pt x="6755" y="2220"/>
                  <a:pt x="15395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7" name="矩形 41"/>
          <p:cNvSpPr txBox="1"/>
          <p:nvPr/>
        </p:nvSpPr>
        <p:spPr>
          <a:xfrm>
            <a:off x="4087666" y="2014296"/>
            <a:ext cx="2150535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20000"/>
              </a:lnSpc>
              <a:defRPr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18" name="矩形 42"/>
          <p:cNvSpPr txBox="1"/>
          <p:nvPr/>
        </p:nvSpPr>
        <p:spPr>
          <a:xfrm>
            <a:off x="6733776" y="2014296"/>
            <a:ext cx="2150535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r">
              <a:lnSpc>
                <a:spcPct val="120000"/>
              </a:lnSpc>
              <a:defRPr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19" name="RelativeShape1"/>
          <p:cNvSpPr/>
          <p:nvPr/>
        </p:nvSpPr>
        <p:spPr xmlns:m="http://schemas.openxmlformats.org/officeDocument/2006/math" xmlns:a14="http://schemas.microsoft.com/office/drawing/2010/main">
          <a:xfrm>
            <a:off x="6132096" y="4085915"/>
            <a:ext cx="4114991" cy="330167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0" name="ValueShape1"/>
          <p:cNvSpPr/>
          <p:nvPr/>
        </p:nvSpPr>
        <p:spPr xmlns:m="http://schemas.openxmlformats.org/officeDocument/2006/math" xmlns:a14="http://schemas.microsoft.com/office/drawing/2010/main">
          <a:xfrm>
            <a:off x="6132096" y="4085915"/>
            <a:ext cx="1786005" cy="33016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279400" dist="393700" dir="27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1" name="RelativeShape2"/>
          <p:cNvSpPr/>
          <p:nvPr/>
        </p:nvSpPr>
        <p:spPr xmlns:m="http://schemas.openxmlformats.org/officeDocument/2006/math" xmlns:a14="http://schemas.microsoft.com/office/drawing/2010/main">
          <a:xfrm flipH="1">
            <a:off x="1944914" y="4085915"/>
            <a:ext cx="4114990" cy="330167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2" name="ValueShape2"/>
          <p:cNvSpPr/>
          <p:nvPr/>
        </p:nvSpPr>
        <p:spPr xmlns:m="http://schemas.openxmlformats.org/officeDocument/2006/math" xmlns:a14="http://schemas.microsoft.com/office/drawing/2010/main">
          <a:xfrm flipH="1">
            <a:off x="3205424" y="4085916"/>
            <a:ext cx="2854481" cy="33016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279400" dist="393700" dir="27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3" name="BackShape"/>
          <p:cNvSpPr/>
          <p:nvPr/>
        </p:nvSpPr>
        <p:spPr xmlns:m="http://schemas.openxmlformats.org/officeDocument/2006/math" xmlns:a14="http://schemas.microsoft.com/office/drawing/2010/main">
          <a:xfrm>
            <a:off x="5727960" y="3882959"/>
            <a:ext cx="736081" cy="736081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279400" dist="393700" dir="27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4" name="IconShape"/>
          <p:cNvSpPr/>
          <p:nvPr/>
        </p:nvSpPr>
        <p:spPr xmlns:m="http://schemas.openxmlformats.org/officeDocument/2006/math" xmlns:a14="http://schemas.microsoft.com/office/drawing/2010/main">
          <a:xfrm>
            <a:off x="5860391" y="4015264"/>
            <a:ext cx="471218" cy="4714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5" h="21600" fill="norm" stroke="1" extrusionOk="0">
                <a:moveTo>
                  <a:pt x="6191" y="10748"/>
                </a:moveTo>
                <a:cubicBezTo>
                  <a:pt x="6191" y="10748"/>
                  <a:pt x="6276" y="10748"/>
                  <a:pt x="6276" y="10748"/>
                </a:cubicBezTo>
                <a:cubicBezTo>
                  <a:pt x="6276" y="10748"/>
                  <a:pt x="6276" y="10748"/>
                  <a:pt x="8825" y="11172"/>
                </a:cubicBezTo>
                <a:cubicBezTo>
                  <a:pt x="8910" y="11172"/>
                  <a:pt x="8910" y="11172"/>
                  <a:pt x="8910" y="11257"/>
                </a:cubicBezTo>
                <a:cubicBezTo>
                  <a:pt x="8910" y="11257"/>
                  <a:pt x="8910" y="11257"/>
                  <a:pt x="8910" y="15672"/>
                </a:cubicBezTo>
                <a:cubicBezTo>
                  <a:pt x="8910" y="15672"/>
                  <a:pt x="8910" y="15757"/>
                  <a:pt x="8910" y="15757"/>
                </a:cubicBezTo>
                <a:cubicBezTo>
                  <a:pt x="8825" y="15757"/>
                  <a:pt x="8825" y="15757"/>
                  <a:pt x="8825" y="15757"/>
                </a:cubicBezTo>
                <a:cubicBezTo>
                  <a:pt x="8825" y="15757"/>
                  <a:pt x="8825" y="15757"/>
                  <a:pt x="8740" y="15757"/>
                </a:cubicBezTo>
                <a:cubicBezTo>
                  <a:pt x="8740" y="15757"/>
                  <a:pt x="8740" y="15757"/>
                  <a:pt x="6191" y="14908"/>
                </a:cubicBezTo>
                <a:cubicBezTo>
                  <a:pt x="6191" y="14908"/>
                  <a:pt x="6106" y="14823"/>
                  <a:pt x="6106" y="14823"/>
                </a:cubicBezTo>
                <a:cubicBezTo>
                  <a:pt x="6106" y="14823"/>
                  <a:pt x="6106" y="14823"/>
                  <a:pt x="6106" y="10918"/>
                </a:cubicBezTo>
                <a:cubicBezTo>
                  <a:pt x="6106" y="10833"/>
                  <a:pt x="6191" y="10833"/>
                  <a:pt x="6191" y="10748"/>
                </a:cubicBezTo>
                <a:close/>
                <a:moveTo>
                  <a:pt x="2991" y="10330"/>
                </a:moveTo>
                <a:cubicBezTo>
                  <a:pt x="3073" y="10330"/>
                  <a:pt x="3073" y="10330"/>
                  <a:pt x="3155" y="10330"/>
                </a:cubicBezTo>
                <a:cubicBezTo>
                  <a:pt x="3155" y="10330"/>
                  <a:pt x="3155" y="10330"/>
                  <a:pt x="4881" y="10586"/>
                </a:cubicBezTo>
                <a:cubicBezTo>
                  <a:pt x="4881" y="10586"/>
                  <a:pt x="4964" y="10586"/>
                  <a:pt x="4964" y="10671"/>
                </a:cubicBezTo>
                <a:cubicBezTo>
                  <a:pt x="4964" y="10671"/>
                  <a:pt x="4964" y="10671"/>
                  <a:pt x="4964" y="14334"/>
                </a:cubicBezTo>
                <a:cubicBezTo>
                  <a:pt x="4964" y="14419"/>
                  <a:pt x="4964" y="14419"/>
                  <a:pt x="4881" y="14419"/>
                </a:cubicBezTo>
                <a:cubicBezTo>
                  <a:pt x="4881" y="14504"/>
                  <a:pt x="4881" y="14504"/>
                  <a:pt x="4799" y="14504"/>
                </a:cubicBezTo>
                <a:cubicBezTo>
                  <a:pt x="4799" y="14504"/>
                  <a:pt x="4799" y="14504"/>
                  <a:pt x="3073" y="13908"/>
                </a:cubicBezTo>
                <a:cubicBezTo>
                  <a:pt x="2991" y="13823"/>
                  <a:pt x="2991" y="13823"/>
                  <a:pt x="2991" y="13738"/>
                </a:cubicBezTo>
                <a:cubicBezTo>
                  <a:pt x="2991" y="13738"/>
                  <a:pt x="2991" y="13738"/>
                  <a:pt x="2991" y="10416"/>
                </a:cubicBezTo>
                <a:cubicBezTo>
                  <a:pt x="2991" y="10416"/>
                  <a:pt x="2991" y="10330"/>
                  <a:pt x="2991" y="10330"/>
                </a:cubicBezTo>
                <a:close/>
                <a:moveTo>
                  <a:pt x="2264" y="8661"/>
                </a:moveTo>
                <a:lnTo>
                  <a:pt x="2264" y="16174"/>
                </a:lnTo>
                <a:lnTo>
                  <a:pt x="10571" y="20452"/>
                </a:lnTo>
                <a:lnTo>
                  <a:pt x="10571" y="8765"/>
                </a:lnTo>
                <a:lnTo>
                  <a:pt x="8806" y="8765"/>
                </a:lnTo>
                <a:close/>
                <a:moveTo>
                  <a:pt x="15388" y="1043"/>
                </a:moveTo>
                <a:cubicBezTo>
                  <a:pt x="15388" y="1043"/>
                  <a:pt x="15388" y="1043"/>
                  <a:pt x="9637" y="7939"/>
                </a:cubicBezTo>
                <a:cubicBezTo>
                  <a:pt x="9637" y="7939"/>
                  <a:pt x="9637" y="7939"/>
                  <a:pt x="10821" y="7939"/>
                </a:cubicBezTo>
                <a:cubicBezTo>
                  <a:pt x="11075" y="7939"/>
                  <a:pt x="11244" y="8109"/>
                  <a:pt x="11244" y="8364"/>
                </a:cubicBezTo>
                <a:cubicBezTo>
                  <a:pt x="11244" y="8364"/>
                  <a:pt x="11244" y="8364"/>
                  <a:pt x="11244" y="20452"/>
                </a:cubicBezTo>
                <a:cubicBezTo>
                  <a:pt x="11244" y="20452"/>
                  <a:pt x="11244" y="20452"/>
                  <a:pt x="14543" y="18750"/>
                </a:cubicBezTo>
                <a:cubicBezTo>
                  <a:pt x="14543" y="18750"/>
                  <a:pt x="14543" y="18750"/>
                  <a:pt x="14543" y="10322"/>
                </a:cubicBezTo>
                <a:cubicBezTo>
                  <a:pt x="14543" y="10237"/>
                  <a:pt x="14543" y="10152"/>
                  <a:pt x="14627" y="10152"/>
                </a:cubicBezTo>
                <a:cubicBezTo>
                  <a:pt x="14627" y="10152"/>
                  <a:pt x="14627" y="10152"/>
                  <a:pt x="16826" y="9982"/>
                </a:cubicBezTo>
                <a:cubicBezTo>
                  <a:pt x="16826" y="9982"/>
                  <a:pt x="16911" y="9982"/>
                  <a:pt x="16911" y="9982"/>
                </a:cubicBezTo>
                <a:cubicBezTo>
                  <a:pt x="16911" y="10067"/>
                  <a:pt x="16996" y="10067"/>
                  <a:pt x="16996" y="10067"/>
                </a:cubicBezTo>
                <a:cubicBezTo>
                  <a:pt x="16996" y="10067"/>
                  <a:pt x="16996" y="10067"/>
                  <a:pt x="16996" y="17473"/>
                </a:cubicBezTo>
                <a:cubicBezTo>
                  <a:pt x="16996" y="17473"/>
                  <a:pt x="16996" y="17473"/>
                  <a:pt x="19195" y="16281"/>
                </a:cubicBezTo>
                <a:cubicBezTo>
                  <a:pt x="19195" y="16281"/>
                  <a:pt x="19195" y="16281"/>
                  <a:pt x="19279" y="7768"/>
                </a:cubicBezTo>
                <a:cubicBezTo>
                  <a:pt x="19279" y="7683"/>
                  <a:pt x="19279" y="7598"/>
                  <a:pt x="19364" y="7513"/>
                </a:cubicBezTo>
                <a:cubicBezTo>
                  <a:pt x="19449" y="7428"/>
                  <a:pt x="19533" y="7343"/>
                  <a:pt x="19702" y="7343"/>
                </a:cubicBezTo>
                <a:lnTo>
                  <a:pt x="20125" y="7428"/>
                </a:lnTo>
                <a:cubicBezTo>
                  <a:pt x="20125" y="7428"/>
                  <a:pt x="20125" y="7428"/>
                  <a:pt x="15388" y="1043"/>
                </a:cubicBezTo>
                <a:close/>
                <a:moveTo>
                  <a:pt x="15395" y="0"/>
                </a:moveTo>
                <a:cubicBezTo>
                  <a:pt x="15395" y="0"/>
                  <a:pt x="15565" y="0"/>
                  <a:pt x="15650" y="0"/>
                </a:cubicBezTo>
                <a:cubicBezTo>
                  <a:pt x="15819" y="85"/>
                  <a:pt x="15819" y="171"/>
                  <a:pt x="15819" y="171"/>
                </a:cubicBezTo>
                <a:cubicBezTo>
                  <a:pt x="15819" y="171"/>
                  <a:pt x="15819" y="171"/>
                  <a:pt x="21410" y="7598"/>
                </a:cubicBezTo>
                <a:cubicBezTo>
                  <a:pt x="21410" y="7598"/>
                  <a:pt x="21579" y="7855"/>
                  <a:pt x="21410" y="8111"/>
                </a:cubicBezTo>
                <a:cubicBezTo>
                  <a:pt x="21240" y="8281"/>
                  <a:pt x="21071" y="8281"/>
                  <a:pt x="21071" y="8281"/>
                </a:cubicBezTo>
                <a:cubicBezTo>
                  <a:pt x="21071" y="8281"/>
                  <a:pt x="21071" y="8281"/>
                  <a:pt x="20139" y="8196"/>
                </a:cubicBezTo>
                <a:cubicBezTo>
                  <a:pt x="20139" y="8196"/>
                  <a:pt x="20139" y="8196"/>
                  <a:pt x="20139" y="16563"/>
                </a:cubicBezTo>
                <a:cubicBezTo>
                  <a:pt x="20139" y="16734"/>
                  <a:pt x="20054" y="16819"/>
                  <a:pt x="19885" y="16904"/>
                </a:cubicBezTo>
                <a:cubicBezTo>
                  <a:pt x="19885" y="16904"/>
                  <a:pt x="19885" y="16904"/>
                  <a:pt x="11075" y="21515"/>
                </a:cubicBezTo>
                <a:cubicBezTo>
                  <a:pt x="11075" y="21515"/>
                  <a:pt x="10991" y="21600"/>
                  <a:pt x="10906" y="21600"/>
                </a:cubicBezTo>
                <a:cubicBezTo>
                  <a:pt x="10821" y="21600"/>
                  <a:pt x="10737" y="21515"/>
                  <a:pt x="10737" y="21515"/>
                </a:cubicBezTo>
                <a:cubicBezTo>
                  <a:pt x="10737" y="21515"/>
                  <a:pt x="10737" y="21515"/>
                  <a:pt x="1673" y="16734"/>
                </a:cubicBezTo>
                <a:cubicBezTo>
                  <a:pt x="1504" y="16734"/>
                  <a:pt x="1419" y="16563"/>
                  <a:pt x="1419" y="16392"/>
                </a:cubicBezTo>
                <a:cubicBezTo>
                  <a:pt x="1419" y="16392"/>
                  <a:pt x="1419" y="16392"/>
                  <a:pt x="1419" y="8538"/>
                </a:cubicBezTo>
                <a:cubicBezTo>
                  <a:pt x="1419" y="8538"/>
                  <a:pt x="1419" y="8538"/>
                  <a:pt x="402" y="8538"/>
                </a:cubicBezTo>
                <a:cubicBezTo>
                  <a:pt x="233" y="8538"/>
                  <a:pt x="148" y="8452"/>
                  <a:pt x="64" y="8367"/>
                </a:cubicBezTo>
                <a:cubicBezTo>
                  <a:pt x="-21" y="8281"/>
                  <a:pt x="-21" y="8111"/>
                  <a:pt x="64" y="7940"/>
                </a:cubicBezTo>
                <a:cubicBezTo>
                  <a:pt x="64" y="7940"/>
                  <a:pt x="64" y="7940"/>
                  <a:pt x="2266" y="3586"/>
                </a:cubicBezTo>
                <a:cubicBezTo>
                  <a:pt x="2351" y="3415"/>
                  <a:pt x="2435" y="3415"/>
                  <a:pt x="2520" y="3330"/>
                </a:cubicBezTo>
                <a:cubicBezTo>
                  <a:pt x="2520" y="3330"/>
                  <a:pt x="2520" y="3330"/>
                  <a:pt x="3875" y="2988"/>
                </a:cubicBezTo>
                <a:cubicBezTo>
                  <a:pt x="3875" y="2988"/>
                  <a:pt x="3875" y="2988"/>
                  <a:pt x="3875" y="1793"/>
                </a:cubicBezTo>
                <a:cubicBezTo>
                  <a:pt x="3875" y="1622"/>
                  <a:pt x="3960" y="1451"/>
                  <a:pt x="4130" y="1366"/>
                </a:cubicBezTo>
                <a:cubicBezTo>
                  <a:pt x="4130" y="1366"/>
                  <a:pt x="4130" y="1366"/>
                  <a:pt x="5485" y="939"/>
                </a:cubicBezTo>
                <a:cubicBezTo>
                  <a:pt x="5485" y="939"/>
                  <a:pt x="5485" y="939"/>
                  <a:pt x="5570" y="939"/>
                </a:cubicBezTo>
                <a:cubicBezTo>
                  <a:pt x="5654" y="939"/>
                  <a:pt x="5654" y="939"/>
                  <a:pt x="5654" y="939"/>
                </a:cubicBezTo>
                <a:cubicBezTo>
                  <a:pt x="5654" y="939"/>
                  <a:pt x="5654" y="939"/>
                  <a:pt x="6417" y="1110"/>
                </a:cubicBezTo>
                <a:cubicBezTo>
                  <a:pt x="6586" y="1110"/>
                  <a:pt x="6755" y="1281"/>
                  <a:pt x="6755" y="1451"/>
                </a:cubicBezTo>
                <a:cubicBezTo>
                  <a:pt x="6755" y="1451"/>
                  <a:pt x="6755" y="1451"/>
                  <a:pt x="6755" y="2220"/>
                </a:cubicBezTo>
                <a:cubicBezTo>
                  <a:pt x="6755" y="2220"/>
                  <a:pt x="6755" y="2220"/>
                  <a:pt x="15395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5" name="矩形 43"/>
          <p:cNvSpPr txBox="1"/>
          <p:nvPr/>
        </p:nvSpPr>
        <p:spPr>
          <a:xfrm>
            <a:off x="5651511" y="4040551"/>
            <a:ext cx="2150535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r">
              <a:lnSpc>
                <a:spcPct val="120000"/>
              </a:lnSpc>
              <a:defRPr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26" name="矩形 44"/>
          <p:cNvSpPr txBox="1"/>
          <p:nvPr/>
        </p:nvSpPr>
        <p:spPr>
          <a:xfrm>
            <a:off x="3322526" y="4040551"/>
            <a:ext cx="2150535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20000"/>
              </a:lnSpc>
              <a:defRPr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: 圆角 3"/>
          <p:cNvSpPr/>
          <p:nvPr/>
        </p:nvSpPr>
        <p:spPr>
          <a:xfrm>
            <a:off x="1068393" y="851994"/>
            <a:ext cx="10001627" cy="5225035"/>
          </a:xfrm>
          <a:prstGeom prst="roundRect">
            <a:avLst>
              <a:gd name="adj" fmla="val 5588"/>
            </a:avLst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/>
          </a:p>
        </p:txBody>
      </p:sp>
      <p:sp>
        <p:nvSpPr>
          <p:cNvPr id="3" name="圆角矩形 4"/>
          <p:cNvSpPr/>
          <p:nvPr/>
        </p:nvSpPr>
        <p:spPr xmlns:m="http://schemas.openxmlformats.org/officeDocument/2006/math" xmlns:a14="http://schemas.microsoft.com/office/drawing/2010/main">
          <a:xfrm rot="2700000">
            <a:off x="11014408" y="1185395"/>
            <a:ext cx="1326001" cy="1326001"/>
          </a:xfrm>
          <a:prstGeom prst="roundRect">
            <a:avLst>
              <a:gd name="adj" fmla="val 7233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圆角矩形 5"/>
          <p:cNvSpPr/>
          <p:nvPr/>
        </p:nvSpPr>
        <p:spPr xmlns:m="http://schemas.openxmlformats.org/officeDocument/2006/math" xmlns:a14="http://schemas.microsoft.com/office/drawing/2010/main">
          <a:xfrm rot="2700000">
            <a:off x="11542990" y="-1335952"/>
            <a:ext cx="2431927" cy="2431927"/>
          </a:xfrm>
          <a:prstGeom prst="roundRect">
            <a:avLst>
              <a:gd name="adj" fmla="val 7233"/>
            </a:avLst>
          </a:prstGeom>
          <a:solidFill>
            <a:srgbClr val="F2F2F2">
              <a:alpha val="73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圆角矩形 6"/>
          <p:cNvSpPr/>
          <p:nvPr/>
        </p:nvSpPr>
        <p:spPr xmlns:m="http://schemas.openxmlformats.org/officeDocument/2006/math" xmlns:a14="http://schemas.microsoft.com/office/drawing/2010/main">
          <a:xfrm rot="2700000">
            <a:off x="10166618" y="115193"/>
            <a:ext cx="2006595" cy="2006595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圆角矩形 8"/>
          <p:cNvSpPr/>
          <p:nvPr/>
        </p:nvSpPr>
        <p:spPr xmlns:m="http://schemas.openxmlformats.org/officeDocument/2006/math" xmlns:a14="http://schemas.microsoft.com/office/drawing/2010/main">
          <a:xfrm rot="2700000">
            <a:off x="11127653" y="3390679"/>
            <a:ext cx="2343687" cy="2343687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圆角矩形 27"/>
          <p:cNvSpPr/>
          <p:nvPr/>
        </p:nvSpPr>
        <p:spPr xmlns:m="http://schemas.openxmlformats.org/officeDocument/2006/math" xmlns:a14="http://schemas.microsoft.com/office/drawing/2010/main">
          <a:xfrm rot="13500000">
            <a:off x="-461099" y="4260894"/>
            <a:ext cx="1089444" cy="1089445"/>
          </a:xfrm>
          <a:prstGeom prst="roundRect">
            <a:avLst>
              <a:gd name="adj" fmla="val 7233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圆角矩形 28"/>
          <p:cNvSpPr/>
          <p:nvPr/>
        </p:nvSpPr>
        <p:spPr xmlns:m="http://schemas.openxmlformats.org/officeDocument/2006/math" xmlns:a14="http://schemas.microsoft.com/office/drawing/2010/main">
          <a:xfrm rot="13500000">
            <a:off x="-1804016" y="5423806"/>
            <a:ext cx="1998077" cy="1998077"/>
          </a:xfrm>
          <a:prstGeom prst="roundRect">
            <a:avLst>
              <a:gd name="adj" fmla="val 7233"/>
            </a:avLst>
          </a:prstGeom>
          <a:solidFill>
            <a:srgbClr val="F2F2F2">
              <a:alpha val="73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圆角矩形 29"/>
          <p:cNvSpPr/>
          <p:nvPr/>
        </p:nvSpPr>
        <p:spPr xmlns:m="http://schemas.openxmlformats.org/officeDocument/2006/math" xmlns:a14="http://schemas.microsoft.com/office/drawing/2010/main">
          <a:xfrm rot="13500000">
            <a:off x="-323730" y="4580997"/>
            <a:ext cx="1648622" cy="1648622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圆角矩形 31"/>
          <p:cNvSpPr/>
          <p:nvPr/>
        </p:nvSpPr>
        <p:spPr xmlns:m="http://schemas.openxmlformats.org/officeDocument/2006/math" xmlns:a14="http://schemas.microsoft.com/office/drawing/2010/main">
          <a:xfrm rot="13500000">
            <a:off x="-1390274" y="1612896"/>
            <a:ext cx="1925578" cy="1925578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文本框 49"/>
          <p:cNvSpPr txBox="1"/>
          <p:nvPr/>
        </p:nvSpPr>
        <p:spPr>
          <a:xfrm>
            <a:off x="3036071" y="3309654"/>
            <a:ext cx="6123826" cy="942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4800">
                <a:solidFill>
                  <a:srgbClr val="3D9274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</a:t>
            </a:r>
          </a:p>
        </p:txBody>
      </p:sp>
      <p:sp>
        <p:nvSpPr>
          <p:cNvPr id="12" name="文本框 50"/>
          <p:cNvSpPr txBox="1"/>
          <p:nvPr/>
        </p:nvSpPr>
        <p:spPr>
          <a:xfrm>
            <a:off x="3481132" y="4168023"/>
            <a:ext cx="5171540" cy="504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lnSpc>
                <a:spcPct val="150000"/>
              </a:lnSpc>
              <a:defRPr sz="11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aaaaaaaaaaaaaaaaaaaaaaaaaaaaaaaaaaaaaaaaaaaaaaaaaaaaaaaaaaaaaaaaaaaaaaaaaaaaaaaaaaaaaaaaaaaaaaaaaaaaaaaaaaaaaaaaaaaaaaaaaaaaaaaaaaaaaaaaa</a:t>
            </a:r>
          </a:p>
        </p:txBody>
      </p:sp>
      <p:sp>
        <p:nvSpPr>
          <p:cNvPr id="13" name="直接连接符 51"/>
          <p:cNvSpPr/>
          <p:nvPr/>
        </p:nvSpPr>
        <p:spPr>
          <a:xfrm>
            <a:off x="4834113" y="2142759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4" name="直接连接符 52"/>
          <p:cNvSpPr/>
          <p:nvPr/>
        </p:nvSpPr>
        <p:spPr>
          <a:xfrm>
            <a:off x="4825784" y="3047394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5" name="文本框 30"/>
          <p:cNvSpPr txBox="1"/>
          <p:nvPr/>
        </p:nvSpPr>
        <p:spPr>
          <a:xfrm>
            <a:off x="4486364" y="2199875"/>
            <a:ext cx="3623655" cy="916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5400">
                <a:solidFill>
                  <a:srgbClr val="262626"/>
                </a:solidFill>
                <a:latin typeface="思源黑体 CN Heavy"/>
                <a:ea typeface="思源黑体 CN Heavy"/>
                <a:cs typeface="思源黑体 CN Heavy"/>
                <a:sym typeface="思源黑体 CN Heavy"/>
              </a:defRPr>
            </a:lvl1pPr>
          </a:lstStyle>
          <a:p>
            <a:pPr>
              <a:defRPr/>
            </a:pPr>
            <a:r>
              <a:rPr/>
              <a:t>aaaaaaaaa</a:t>
            </a:r>
          </a:p>
        </p:txBody>
      </p:sp>
      <p:sp>
        <p:nvSpPr>
          <p:cNvPr id="16" name="圆角矩形 23"/>
          <p:cNvSpPr/>
          <p:nvPr/>
        </p:nvSpPr>
        <p:spPr xmlns:m="http://schemas.openxmlformats.org/officeDocument/2006/math" xmlns:a14="http://schemas.microsoft.com/office/drawing/2010/main">
          <a:xfrm rot="2700000">
            <a:off x="9054581" y="-2034027"/>
            <a:ext cx="3708260" cy="3581392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圆角矩形 24"/>
          <p:cNvSpPr/>
          <p:nvPr/>
        </p:nvSpPr>
        <p:spPr xmlns:m="http://schemas.openxmlformats.org/officeDocument/2006/math" xmlns:a14="http://schemas.microsoft.com/office/drawing/2010/main">
          <a:xfrm rot="2700000">
            <a:off x="9054581" y="-2089117"/>
            <a:ext cx="3708260" cy="3581392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圆角矩形 22"/>
          <p:cNvSpPr/>
          <p:nvPr/>
        </p:nvSpPr>
        <p:spPr xmlns:m="http://schemas.openxmlformats.org/officeDocument/2006/math" xmlns:a14="http://schemas.microsoft.com/office/drawing/2010/main">
          <a:xfrm rot="2700000">
            <a:off x="9781217" y="1794358"/>
            <a:ext cx="1481875" cy="1437557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20792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圆角矩形 20"/>
          <p:cNvSpPr/>
          <p:nvPr/>
        </p:nvSpPr>
        <p:spPr xmlns:m="http://schemas.openxmlformats.org/officeDocument/2006/math" xmlns:a14="http://schemas.microsoft.com/office/drawing/2010/main">
          <a:xfrm rot="2700000">
            <a:off x="11568564" y="2615014"/>
            <a:ext cx="2641767" cy="256275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11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圆角矩形 15"/>
          <p:cNvSpPr/>
          <p:nvPr/>
        </p:nvSpPr>
        <p:spPr xmlns:m="http://schemas.openxmlformats.org/officeDocument/2006/math" xmlns:a14="http://schemas.microsoft.com/office/drawing/2010/main">
          <a:xfrm rot="2700000">
            <a:off x="9931730" y="-661840"/>
            <a:ext cx="1025096" cy="99443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圆角矩形 47"/>
          <p:cNvSpPr/>
          <p:nvPr/>
        </p:nvSpPr>
        <p:spPr xmlns:m="http://schemas.openxmlformats.org/officeDocument/2006/math" xmlns:a14="http://schemas.microsoft.com/office/drawing/2010/main">
          <a:xfrm rot="13500000">
            <a:off x="-212100" y="5738174"/>
            <a:ext cx="2296099" cy="2254426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" name="圆角矩形 44"/>
          <p:cNvSpPr/>
          <p:nvPr/>
        </p:nvSpPr>
        <p:spPr xmlns:m="http://schemas.openxmlformats.org/officeDocument/2006/math" xmlns:a14="http://schemas.microsoft.com/office/drawing/2010/main">
          <a:xfrm rot="13500000">
            <a:off x="407362" y="3499738"/>
            <a:ext cx="1807978" cy="1769669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" name="圆角矩形 45"/>
          <p:cNvSpPr/>
          <p:nvPr/>
        </p:nvSpPr>
        <p:spPr xmlns:m="http://schemas.openxmlformats.org/officeDocument/2006/math" xmlns:a14="http://schemas.microsoft.com/office/drawing/2010/main">
          <a:xfrm rot="13500000">
            <a:off x="311239" y="3614481"/>
            <a:ext cx="1807972" cy="176966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" name="圆角矩形 43"/>
          <p:cNvSpPr/>
          <p:nvPr/>
        </p:nvSpPr>
        <p:spPr xmlns:m="http://schemas.openxmlformats.org/officeDocument/2006/math" xmlns:a14="http://schemas.microsoft.com/office/drawing/2010/main">
          <a:xfrm rot="13500000">
            <a:off x="-2386685" y="2041483"/>
            <a:ext cx="2313289" cy="2271306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14565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" name="圆角矩形 38"/>
          <p:cNvSpPr/>
          <p:nvPr/>
        </p:nvSpPr>
        <p:spPr xmlns:m="http://schemas.openxmlformats.org/officeDocument/2006/math" xmlns:a14="http://schemas.microsoft.com/office/drawing/2010/main">
          <a:xfrm rot="13500000">
            <a:off x="851169" y="6411209"/>
            <a:ext cx="897636" cy="881344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8"/>
          <p:cNvSpPr/>
          <p:nvPr/>
        </p:nvSpPr>
        <p:spPr xmlns:m="http://schemas.openxmlformats.org/officeDocument/2006/math" xmlns:a14="http://schemas.microsoft.com/office/drawing/2010/main">
          <a:xfrm rot="18900000">
            <a:off x="1788471" y="3338843"/>
            <a:ext cx="1620741" cy="8809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581" y="0"/>
                </a:moveTo>
                <a:cubicBezTo>
                  <a:pt x="21595" y="388"/>
                  <a:pt x="21600" y="781"/>
                  <a:pt x="21600" y="1175"/>
                </a:cubicBezTo>
                <a:cubicBezTo>
                  <a:pt x="21600" y="12456"/>
                  <a:pt x="16766" y="21600"/>
                  <a:pt x="10801" y="21600"/>
                </a:cubicBezTo>
                <a:cubicBezTo>
                  <a:pt x="4834" y="21600"/>
                  <a:pt x="0" y="12456"/>
                  <a:pt x="0" y="1175"/>
                </a:cubicBezTo>
                <a:cubicBezTo>
                  <a:pt x="0" y="781"/>
                  <a:pt x="5" y="388"/>
                  <a:pt x="19" y="0"/>
                </a:cubicBezTo>
                <a:lnTo>
                  <a:pt x="2878" y="0"/>
                </a:lnTo>
                <a:cubicBezTo>
                  <a:pt x="2862" y="388"/>
                  <a:pt x="2854" y="776"/>
                  <a:pt x="2854" y="1175"/>
                </a:cubicBezTo>
                <a:cubicBezTo>
                  <a:pt x="2854" y="9472"/>
                  <a:pt x="6412" y="16201"/>
                  <a:pt x="10801" y="16201"/>
                </a:cubicBezTo>
                <a:cubicBezTo>
                  <a:pt x="15188" y="16201"/>
                  <a:pt x="18746" y="9472"/>
                  <a:pt x="18746" y="1175"/>
                </a:cubicBezTo>
                <a:cubicBezTo>
                  <a:pt x="18746" y="776"/>
                  <a:pt x="18738" y="388"/>
                  <a:pt x="18722" y="0"/>
                </a:cubicBezTo>
                <a:lnTo>
                  <a:pt x="21581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" name="Freeform 7"/>
          <p:cNvSpPr/>
          <p:nvPr/>
        </p:nvSpPr>
        <p:spPr xmlns:m="http://schemas.openxmlformats.org/officeDocument/2006/math" xmlns:a14="http://schemas.microsoft.com/office/drawing/2010/main">
          <a:xfrm rot="19087048">
            <a:off x="4332980" y="3201497"/>
            <a:ext cx="1583838" cy="10703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12" y="0"/>
                </a:moveTo>
                <a:cubicBezTo>
                  <a:pt x="21501" y="1296"/>
                  <a:pt x="21600" y="2648"/>
                  <a:pt x="21600" y="4039"/>
                </a:cubicBezTo>
                <a:cubicBezTo>
                  <a:pt x="21600" y="13738"/>
                  <a:pt x="16766" y="21600"/>
                  <a:pt x="10801" y="21600"/>
                </a:cubicBezTo>
                <a:cubicBezTo>
                  <a:pt x="4834" y="21600"/>
                  <a:pt x="0" y="13738"/>
                  <a:pt x="0" y="4039"/>
                </a:cubicBezTo>
                <a:cubicBezTo>
                  <a:pt x="0" y="2648"/>
                  <a:pt x="99" y="1296"/>
                  <a:pt x="288" y="0"/>
                </a:cubicBezTo>
                <a:lnTo>
                  <a:pt x="3230" y="0"/>
                </a:lnTo>
                <a:lnTo>
                  <a:pt x="3246" y="26"/>
                </a:lnTo>
                <a:cubicBezTo>
                  <a:pt x="2993" y="1287"/>
                  <a:pt x="2854" y="2639"/>
                  <a:pt x="2854" y="4039"/>
                </a:cubicBezTo>
                <a:cubicBezTo>
                  <a:pt x="2854" y="11173"/>
                  <a:pt x="6412" y="16958"/>
                  <a:pt x="10801" y="16958"/>
                </a:cubicBezTo>
                <a:cubicBezTo>
                  <a:pt x="15188" y="16958"/>
                  <a:pt x="18746" y="11173"/>
                  <a:pt x="18746" y="4039"/>
                </a:cubicBezTo>
                <a:cubicBezTo>
                  <a:pt x="18746" y="2639"/>
                  <a:pt x="18607" y="1287"/>
                  <a:pt x="18354" y="26"/>
                </a:cubicBezTo>
                <a:lnTo>
                  <a:pt x="18370" y="0"/>
                </a:lnTo>
                <a:lnTo>
                  <a:pt x="21312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" name="Freeform 6"/>
          <p:cNvSpPr/>
          <p:nvPr/>
        </p:nvSpPr>
        <p:spPr xmlns:m="http://schemas.openxmlformats.org/officeDocument/2006/math" xmlns:a14="http://schemas.microsoft.com/office/drawing/2010/main">
          <a:xfrm rot="19290703">
            <a:off x="6653501" y="3013061"/>
            <a:ext cx="1619320" cy="12609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966" y="0"/>
                </a:moveTo>
                <a:cubicBezTo>
                  <a:pt x="21000" y="2169"/>
                  <a:pt x="21600" y="4728"/>
                  <a:pt x="21600" y="7472"/>
                </a:cubicBezTo>
                <a:cubicBezTo>
                  <a:pt x="21600" y="15275"/>
                  <a:pt x="16763" y="21600"/>
                  <a:pt x="10799" y="21600"/>
                </a:cubicBezTo>
                <a:cubicBezTo>
                  <a:pt x="4834" y="21600"/>
                  <a:pt x="0" y="15275"/>
                  <a:pt x="0" y="7472"/>
                </a:cubicBezTo>
                <a:cubicBezTo>
                  <a:pt x="0" y="4728"/>
                  <a:pt x="597" y="2169"/>
                  <a:pt x="1631" y="0"/>
                </a:cubicBezTo>
                <a:lnTo>
                  <a:pt x="5215" y="0"/>
                </a:lnTo>
                <a:lnTo>
                  <a:pt x="5245" y="38"/>
                </a:lnTo>
                <a:cubicBezTo>
                  <a:pt x="3771" y="1925"/>
                  <a:pt x="2854" y="4557"/>
                  <a:pt x="2854" y="7472"/>
                </a:cubicBezTo>
                <a:cubicBezTo>
                  <a:pt x="2854" y="13211"/>
                  <a:pt x="6412" y="17866"/>
                  <a:pt x="10799" y="17866"/>
                </a:cubicBezTo>
                <a:cubicBezTo>
                  <a:pt x="15188" y="17866"/>
                  <a:pt x="18743" y="13211"/>
                  <a:pt x="18743" y="7472"/>
                </a:cubicBezTo>
                <a:cubicBezTo>
                  <a:pt x="18743" y="4557"/>
                  <a:pt x="17829" y="1925"/>
                  <a:pt x="16353" y="38"/>
                </a:cubicBezTo>
                <a:lnTo>
                  <a:pt x="16382" y="0"/>
                </a:lnTo>
                <a:lnTo>
                  <a:pt x="19966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24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" name="Freeform 5"/>
          <p:cNvSpPr/>
          <p:nvPr/>
        </p:nvSpPr>
        <p:spPr xmlns:m="http://schemas.openxmlformats.org/officeDocument/2006/math" xmlns:a14="http://schemas.microsoft.com/office/drawing/2010/main">
          <a:xfrm rot="19810787">
            <a:off x="9052479" y="2751531"/>
            <a:ext cx="1559880" cy="15219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454" y="0"/>
                </a:moveTo>
                <a:cubicBezTo>
                  <a:pt x="19090" y="1829"/>
                  <a:pt x="21600" y="5729"/>
                  <a:pt x="21600" y="10248"/>
                </a:cubicBezTo>
                <a:cubicBezTo>
                  <a:pt x="21600" y="16518"/>
                  <a:pt x="16766" y="21600"/>
                  <a:pt x="10799" y="21600"/>
                </a:cubicBezTo>
                <a:cubicBezTo>
                  <a:pt x="4834" y="21600"/>
                  <a:pt x="0" y="16518"/>
                  <a:pt x="0" y="10248"/>
                </a:cubicBezTo>
                <a:cubicBezTo>
                  <a:pt x="0" y="5729"/>
                  <a:pt x="2510" y="1829"/>
                  <a:pt x="6146" y="0"/>
                </a:cubicBezTo>
                <a:lnTo>
                  <a:pt x="8336" y="2306"/>
                </a:lnTo>
                <a:cubicBezTo>
                  <a:pt x="5154" y="3395"/>
                  <a:pt x="2854" y="6539"/>
                  <a:pt x="2854" y="10248"/>
                </a:cubicBezTo>
                <a:cubicBezTo>
                  <a:pt x="2854" y="14859"/>
                  <a:pt x="6412" y="18600"/>
                  <a:pt x="10799" y="18600"/>
                </a:cubicBezTo>
                <a:cubicBezTo>
                  <a:pt x="15188" y="18600"/>
                  <a:pt x="18746" y="14859"/>
                  <a:pt x="18746" y="10248"/>
                </a:cubicBezTo>
                <a:cubicBezTo>
                  <a:pt x="18746" y="6539"/>
                  <a:pt x="16446" y="3395"/>
                  <a:pt x="13261" y="2306"/>
                </a:cubicBezTo>
                <a:lnTo>
                  <a:pt x="15454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24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6" name="TextBox 83"/>
          <p:cNvSpPr txBox="1"/>
          <p:nvPr/>
        </p:nvSpPr>
        <p:spPr>
          <a:xfrm>
            <a:off x="1535446" y="4612645"/>
            <a:ext cx="2105479" cy="955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32" tIns="45732" rIns="45732" bIns="45732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7" name="TextBox 84"/>
          <p:cNvSpPr txBox="1"/>
          <p:nvPr/>
        </p:nvSpPr>
        <p:spPr>
          <a:xfrm>
            <a:off x="3988315" y="4612645"/>
            <a:ext cx="2105478" cy="955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32" tIns="45732" rIns="45732" bIns="45732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8" name="TextBox 85"/>
          <p:cNvSpPr txBox="1"/>
          <p:nvPr/>
        </p:nvSpPr>
        <p:spPr>
          <a:xfrm>
            <a:off x="6347284" y="4612645"/>
            <a:ext cx="2105478" cy="955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32" tIns="45732" rIns="45732" bIns="45732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9" name="TextBox 86"/>
          <p:cNvSpPr txBox="1"/>
          <p:nvPr/>
        </p:nvSpPr>
        <p:spPr>
          <a:xfrm>
            <a:off x="8939572" y="4612645"/>
            <a:ext cx="2105478" cy="955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32" tIns="45732" rIns="45732" bIns="45732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10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11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2" name="直线连接符 51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3" name="同心圆 6"/>
          <p:cNvSpPr/>
          <p:nvPr/>
        </p:nvSpPr>
        <p:spPr xmlns:m="http://schemas.openxmlformats.org/officeDocument/2006/math" xmlns:a14="http://schemas.microsoft.com/office/drawing/2010/main">
          <a:xfrm rot="18900000">
            <a:off x="1470119" y="2639608"/>
            <a:ext cx="1716578" cy="17165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99"/>
                  <a:pt x="5417" y="20576"/>
                  <a:pt x="10800" y="20576"/>
                </a:cubicBezTo>
                <a:cubicBezTo>
                  <a:pt x="16183" y="20576"/>
                  <a:pt x="20546" y="16199"/>
                  <a:pt x="20546" y="10800"/>
                </a:cubicBezTo>
                <a:cubicBezTo>
                  <a:pt x="20546" y="5401"/>
                  <a:pt x="16183" y="1024"/>
                  <a:pt x="10800" y="1024"/>
                </a:cubicBezTo>
                <a:cubicBezTo>
                  <a:pt x="5417" y="1024"/>
                  <a:pt x="1054" y="5401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4" name="椭圆 7"/>
          <p:cNvSpPr/>
          <p:nvPr/>
        </p:nvSpPr>
        <p:spPr xmlns:m="http://schemas.openxmlformats.org/officeDocument/2006/math" xmlns:a14="http://schemas.microsoft.com/office/drawing/2010/main">
          <a:xfrm rot="18900000">
            <a:off x="1496466" y="2665955"/>
            <a:ext cx="1663884" cy="1663882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5" name="TextBox 44"/>
          <p:cNvSpPr txBox="1"/>
          <p:nvPr/>
        </p:nvSpPr>
        <p:spPr>
          <a:xfrm>
            <a:off x="1967077" y="3230375"/>
            <a:ext cx="100254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b="1" sz="28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16" name="同心圆 11"/>
          <p:cNvSpPr/>
          <p:nvPr/>
        </p:nvSpPr>
        <p:spPr xmlns:m="http://schemas.openxmlformats.org/officeDocument/2006/math" xmlns:a14="http://schemas.microsoft.com/office/drawing/2010/main">
          <a:xfrm rot="18900000">
            <a:off x="4074882" y="2653052"/>
            <a:ext cx="1716577" cy="1716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99"/>
                  <a:pt x="5417" y="20576"/>
                  <a:pt x="10800" y="20576"/>
                </a:cubicBezTo>
                <a:cubicBezTo>
                  <a:pt x="16183" y="20576"/>
                  <a:pt x="20546" y="16199"/>
                  <a:pt x="20546" y="10800"/>
                </a:cubicBezTo>
                <a:cubicBezTo>
                  <a:pt x="20546" y="5401"/>
                  <a:pt x="16183" y="1024"/>
                  <a:pt x="10800" y="1024"/>
                </a:cubicBezTo>
                <a:cubicBezTo>
                  <a:pt x="5417" y="1024"/>
                  <a:pt x="1054" y="5401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7" name="椭圆 12"/>
          <p:cNvSpPr/>
          <p:nvPr/>
        </p:nvSpPr>
        <p:spPr xmlns:m="http://schemas.openxmlformats.org/officeDocument/2006/math" xmlns:a14="http://schemas.microsoft.com/office/drawing/2010/main">
          <a:xfrm rot="18900000">
            <a:off x="4101228" y="2679399"/>
            <a:ext cx="1663884" cy="1663879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8" name="TextBox 49"/>
          <p:cNvSpPr txBox="1"/>
          <p:nvPr/>
        </p:nvSpPr>
        <p:spPr>
          <a:xfrm>
            <a:off x="4528001" y="3291580"/>
            <a:ext cx="913043" cy="4851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b="1" sz="26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19" name="同心圆 16"/>
          <p:cNvSpPr/>
          <p:nvPr/>
        </p:nvSpPr>
        <p:spPr xmlns:m="http://schemas.openxmlformats.org/officeDocument/2006/math" xmlns:a14="http://schemas.microsoft.com/office/drawing/2010/main">
          <a:xfrm rot="18900000">
            <a:off x="6482592" y="2645699"/>
            <a:ext cx="1716578" cy="17165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99"/>
                  <a:pt x="5417" y="20576"/>
                  <a:pt x="10800" y="20576"/>
                </a:cubicBezTo>
                <a:cubicBezTo>
                  <a:pt x="16183" y="20576"/>
                  <a:pt x="20546" y="16199"/>
                  <a:pt x="20546" y="10800"/>
                </a:cubicBezTo>
                <a:cubicBezTo>
                  <a:pt x="20546" y="5401"/>
                  <a:pt x="16183" y="1024"/>
                  <a:pt x="10800" y="1024"/>
                </a:cubicBezTo>
                <a:cubicBezTo>
                  <a:pt x="5417" y="1024"/>
                  <a:pt x="1054" y="5401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0" name="椭圆 17"/>
          <p:cNvSpPr/>
          <p:nvPr/>
        </p:nvSpPr>
        <p:spPr xmlns:m="http://schemas.openxmlformats.org/officeDocument/2006/math" xmlns:a14="http://schemas.microsoft.com/office/drawing/2010/main">
          <a:xfrm rot="18900000">
            <a:off x="6508939" y="2672046"/>
            <a:ext cx="1663884" cy="1663882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1" name="TextBox 54"/>
          <p:cNvSpPr txBox="1"/>
          <p:nvPr/>
        </p:nvSpPr>
        <p:spPr>
          <a:xfrm>
            <a:off x="6939983" y="3199341"/>
            <a:ext cx="1013014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b="1" sz="28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22" name="同心圆 21"/>
          <p:cNvSpPr/>
          <p:nvPr/>
        </p:nvSpPr>
        <p:spPr xmlns:m="http://schemas.openxmlformats.org/officeDocument/2006/math" xmlns:a14="http://schemas.microsoft.com/office/drawing/2010/main">
          <a:xfrm rot="18900000">
            <a:off x="8948320" y="2637676"/>
            <a:ext cx="1716576" cy="17165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99"/>
                  <a:pt x="5417" y="20576"/>
                  <a:pt x="10800" y="20576"/>
                </a:cubicBezTo>
                <a:cubicBezTo>
                  <a:pt x="16183" y="20576"/>
                  <a:pt x="20546" y="16199"/>
                  <a:pt x="20546" y="10800"/>
                </a:cubicBezTo>
                <a:cubicBezTo>
                  <a:pt x="20546" y="5401"/>
                  <a:pt x="16183" y="1024"/>
                  <a:pt x="10800" y="1024"/>
                </a:cubicBezTo>
                <a:cubicBezTo>
                  <a:pt x="5417" y="1024"/>
                  <a:pt x="1054" y="5401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3" name="椭圆 22"/>
          <p:cNvSpPr/>
          <p:nvPr/>
        </p:nvSpPr>
        <p:spPr xmlns:m="http://schemas.openxmlformats.org/officeDocument/2006/math" xmlns:a14="http://schemas.microsoft.com/office/drawing/2010/main">
          <a:xfrm rot="18900000">
            <a:off x="8974667" y="2664022"/>
            <a:ext cx="1663885" cy="1663881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4" name="TextBox 59"/>
          <p:cNvSpPr txBox="1"/>
          <p:nvPr/>
        </p:nvSpPr>
        <p:spPr>
          <a:xfrm>
            <a:off x="9415483" y="3257123"/>
            <a:ext cx="1015402" cy="523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b="1" sz="28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25" name="流程图: 可选过程 28"/>
          <p:cNvSpPr/>
          <p:nvPr/>
        </p:nvSpPr>
        <p:spPr xmlns:m="http://schemas.openxmlformats.org/officeDocument/2006/math" xmlns:a14="http://schemas.microsoft.com/office/drawing/2010/main">
          <a:xfrm>
            <a:off x="1470119" y="1708943"/>
            <a:ext cx="1668139" cy="3927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3600"/>
                </a:moveTo>
                <a:cubicBezTo>
                  <a:pt x="0" y="1612"/>
                  <a:pt x="379" y="0"/>
                  <a:pt x="848" y="0"/>
                </a:cubicBezTo>
                <a:lnTo>
                  <a:pt x="20752" y="0"/>
                </a:lnTo>
                <a:cubicBezTo>
                  <a:pt x="21221" y="0"/>
                  <a:pt x="21600" y="1612"/>
                  <a:pt x="21600" y="3600"/>
                </a:cubicBezTo>
                <a:lnTo>
                  <a:pt x="21600" y="18000"/>
                </a:lnTo>
                <a:cubicBezTo>
                  <a:pt x="21600" y="19988"/>
                  <a:pt x="21221" y="21600"/>
                  <a:pt x="20752" y="21600"/>
                </a:cubicBezTo>
                <a:lnTo>
                  <a:pt x="848" y="21600"/>
                </a:lnTo>
                <a:cubicBezTo>
                  <a:pt x="379" y="21600"/>
                  <a:pt x="0" y="19988"/>
                  <a:pt x="0" y="1800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6" name="TextBox 72"/>
          <p:cNvSpPr txBox="1"/>
          <p:nvPr/>
        </p:nvSpPr>
        <p:spPr>
          <a:xfrm>
            <a:off x="1715512" y="1720156"/>
            <a:ext cx="1120141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ctr">
              <a:def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7" name="流程图: 可选过程 31"/>
          <p:cNvSpPr/>
          <p:nvPr/>
        </p:nvSpPr>
        <p:spPr xmlns:m="http://schemas.openxmlformats.org/officeDocument/2006/math" xmlns:a14="http://schemas.microsoft.com/office/drawing/2010/main">
          <a:xfrm>
            <a:off x="4027851" y="1713156"/>
            <a:ext cx="1668139" cy="3927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3600"/>
                </a:moveTo>
                <a:cubicBezTo>
                  <a:pt x="0" y="1612"/>
                  <a:pt x="379" y="0"/>
                  <a:pt x="848" y="0"/>
                </a:cubicBezTo>
                <a:lnTo>
                  <a:pt x="20752" y="0"/>
                </a:lnTo>
                <a:cubicBezTo>
                  <a:pt x="21221" y="0"/>
                  <a:pt x="21600" y="1612"/>
                  <a:pt x="21600" y="3600"/>
                </a:cubicBezTo>
                <a:lnTo>
                  <a:pt x="21600" y="18000"/>
                </a:lnTo>
                <a:cubicBezTo>
                  <a:pt x="21600" y="19988"/>
                  <a:pt x="21221" y="21600"/>
                  <a:pt x="20752" y="21600"/>
                </a:cubicBezTo>
                <a:lnTo>
                  <a:pt x="848" y="21600"/>
                </a:lnTo>
                <a:cubicBezTo>
                  <a:pt x="379" y="21600"/>
                  <a:pt x="0" y="19988"/>
                  <a:pt x="0" y="1800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8" name="TextBox 75"/>
          <p:cNvSpPr txBox="1"/>
          <p:nvPr/>
        </p:nvSpPr>
        <p:spPr>
          <a:xfrm>
            <a:off x="4273244" y="1724369"/>
            <a:ext cx="1120141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ctr">
              <a:def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9" name="流程图: 可选过程 34"/>
          <p:cNvSpPr/>
          <p:nvPr/>
        </p:nvSpPr>
        <p:spPr xmlns:m="http://schemas.openxmlformats.org/officeDocument/2006/math" xmlns:a14="http://schemas.microsoft.com/office/drawing/2010/main">
          <a:xfrm>
            <a:off x="6494703" y="1708943"/>
            <a:ext cx="1668140" cy="3927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3600"/>
                </a:moveTo>
                <a:cubicBezTo>
                  <a:pt x="0" y="1612"/>
                  <a:pt x="379" y="0"/>
                  <a:pt x="848" y="0"/>
                </a:cubicBezTo>
                <a:lnTo>
                  <a:pt x="20752" y="0"/>
                </a:lnTo>
                <a:cubicBezTo>
                  <a:pt x="21221" y="0"/>
                  <a:pt x="21600" y="1612"/>
                  <a:pt x="21600" y="3600"/>
                </a:cubicBezTo>
                <a:lnTo>
                  <a:pt x="21600" y="18000"/>
                </a:lnTo>
                <a:cubicBezTo>
                  <a:pt x="21600" y="19988"/>
                  <a:pt x="21221" y="21600"/>
                  <a:pt x="20752" y="21600"/>
                </a:cubicBezTo>
                <a:lnTo>
                  <a:pt x="848" y="21600"/>
                </a:lnTo>
                <a:cubicBezTo>
                  <a:pt x="379" y="21600"/>
                  <a:pt x="0" y="19988"/>
                  <a:pt x="0" y="1800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0" name="TextBox 78"/>
          <p:cNvSpPr txBox="1"/>
          <p:nvPr/>
        </p:nvSpPr>
        <p:spPr>
          <a:xfrm>
            <a:off x="6740096" y="1720156"/>
            <a:ext cx="1120141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ctr">
              <a:def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31" name="流程图: 可选过程 37"/>
          <p:cNvSpPr/>
          <p:nvPr/>
        </p:nvSpPr>
        <p:spPr xmlns:m="http://schemas.openxmlformats.org/officeDocument/2006/math" xmlns:a14="http://schemas.microsoft.com/office/drawing/2010/main">
          <a:xfrm>
            <a:off x="9003433" y="1699859"/>
            <a:ext cx="1668140" cy="3927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3600"/>
                </a:moveTo>
                <a:cubicBezTo>
                  <a:pt x="0" y="1612"/>
                  <a:pt x="379" y="0"/>
                  <a:pt x="848" y="0"/>
                </a:cubicBezTo>
                <a:lnTo>
                  <a:pt x="20752" y="0"/>
                </a:lnTo>
                <a:cubicBezTo>
                  <a:pt x="21221" y="0"/>
                  <a:pt x="21600" y="1612"/>
                  <a:pt x="21600" y="3600"/>
                </a:cubicBezTo>
                <a:lnTo>
                  <a:pt x="21600" y="18000"/>
                </a:lnTo>
                <a:cubicBezTo>
                  <a:pt x="21600" y="19988"/>
                  <a:pt x="21221" y="21600"/>
                  <a:pt x="20752" y="21600"/>
                </a:cubicBezTo>
                <a:lnTo>
                  <a:pt x="848" y="21600"/>
                </a:lnTo>
                <a:cubicBezTo>
                  <a:pt x="379" y="21600"/>
                  <a:pt x="0" y="19988"/>
                  <a:pt x="0" y="1800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2" name="TextBox 81"/>
          <p:cNvSpPr txBox="1"/>
          <p:nvPr/>
        </p:nvSpPr>
        <p:spPr>
          <a:xfrm>
            <a:off x="9248826" y="1711072"/>
            <a:ext cx="1120141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ctr">
              <a:def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23"/>
          <p:cNvSpPr txBox="1"/>
          <p:nvPr/>
        </p:nvSpPr>
        <p:spPr>
          <a:xfrm>
            <a:off x="7965923" y="2672732"/>
            <a:ext cx="3268936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3" name="TextBox 24"/>
          <p:cNvSpPr txBox="1"/>
          <p:nvPr/>
        </p:nvSpPr>
        <p:spPr>
          <a:xfrm>
            <a:off x="7965923" y="3769798"/>
            <a:ext cx="3268936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4" name="TextBox 25"/>
          <p:cNvSpPr txBox="1"/>
          <p:nvPr/>
        </p:nvSpPr>
        <p:spPr>
          <a:xfrm>
            <a:off x="7965923" y="4921925"/>
            <a:ext cx="3268936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6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7" name="直线连接符 40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8" name="Oval 13"/>
          <p:cNvSpPr/>
          <p:nvPr/>
        </p:nvSpPr>
        <p:spPr xmlns:m="http://schemas.openxmlformats.org/officeDocument/2006/math" xmlns:a14="http://schemas.microsoft.com/office/drawing/2010/main">
          <a:xfrm>
            <a:off x="4193795" y="2608304"/>
            <a:ext cx="732079" cy="734073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 algn="ctr">
              <a:lnSpc>
                <a:spcPct val="120000"/>
              </a:lnSpc>
              <a:defRPr sz="10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9" name="Down Arrow 15"/>
          <p:cNvSpPr/>
          <p:nvPr/>
        </p:nvSpPr>
        <p:spPr xmlns:m="http://schemas.openxmlformats.org/officeDocument/2006/math" xmlns:a14="http://schemas.microsoft.com/office/drawing/2010/main">
          <a:xfrm rot="14548862">
            <a:off x="3833736" y="2962404"/>
            <a:ext cx="223340" cy="3989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5554"/>
                </a:moveTo>
                <a:lnTo>
                  <a:pt x="3940" y="15554"/>
                </a:lnTo>
                <a:lnTo>
                  <a:pt x="3940" y="0"/>
                </a:lnTo>
                <a:lnTo>
                  <a:pt x="17660" y="0"/>
                </a:lnTo>
                <a:lnTo>
                  <a:pt x="17660" y="15554"/>
                </a:lnTo>
                <a:lnTo>
                  <a:pt x="21600" y="1555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 algn="ctr">
              <a:lnSpc>
                <a:spcPct val="120000"/>
              </a:lnSpc>
              <a:defRPr sz="10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0" name="Down Arrow 19"/>
          <p:cNvSpPr/>
          <p:nvPr/>
        </p:nvSpPr>
        <p:spPr xmlns:m="http://schemas.openxmlformats.org/officeDocument/2006/math" xmlns:a14="http://schemas.microsoft.com/office/drawing/2010/main">
          <a:xfrm flipH="1" flipV="1" rot="14548862">
            <a:off x="2784250" y="3476438"/>
            <a:ext cx="223340" cy="4131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5762"/>
                </a:moveTo>
                <a:lnTo>
                  <a:pt x="3940" y="15762"/>
                </a:lnTo>
                <a:lnTo>
                  <a:pt x="3940" y="0"/>
                </a:lnTo>
                <a:lnTo>
                  <a:pt x="17660" y="0"/>
                </a:lnTo>
                <a:lnTo>
                  <a:pt x="17660" y="15762"/>
                </a:lnTo>
                <a:lnTo>
                  <a:pt x="21600" y="15762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 algn="ctr">
              <a:lnSpc>
                <a:spcPct val="120000"/>
              </a:lnSpc>
              <a:defRPr sz="10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1" name="Down Arrow 44"/>
          <p:cNvSpPr/>
          <p:nvPr/>
        </p:nvSpPr>
        <p:spPr xmlns:m="http://schemas.openxmlformats.org/officeDocument/2006/math" xmlns:a14="http://schemas.microsoft.com/office/drawing/2010/main">
          <a:xfrm rot="10800000">
            <a:off x="3328151" y="2698666"/>
            <a:ext cx="223329" cy="3989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5554"/>
                </a:moveTo>
                <a:lnTo>
                  <a:pt x="3940" y="15554"/>
                </a:lnTo>
                <a:lnTo>
                  <a:pt x="3940" y="0"/>
                </a:lnTo>
                <a:lnTo>
                  <a:pt x="17660" y="0"/>
                </a:lnTo>
                <a:lnTo>
                  <a:pt x="17660" y="15554"/>
                </a:lnTo>
                <a:lnTo>
                  <a:pt x="21600" y="1555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 algn="ctr">
              <a:lnSpc>
                <a:spcPct val="120000"/>
              </a:lnSpc>
              <a:defRPr sz="10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2" name="Down Arrow 47"/>
          <p:cNvSpPr/>
          <p:nvPr/>
        </p:nvSpPr>
        <p:spPr xmlns:m="http://schemas.openxmlformats.org/officeDocument/2006/math" xmlns:a14="http://schemas.microsoft.com/office/drawing/2010/main">
          <a:xfrm flipH="1" rot="7051138">
            <a:off x="2783364" y="2995122"/>
            <a:ext cx="223340" cy="3989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5554"/>
                </a:moveTo>
                <a:lnTo>
                  <a:pt x="3940" y="15554"/>
                </a:lnTo>
                <a:lnTo>
                  <a:pt x="3940" y="0"/>
                </a:lnTo>
                <a:lnTo>
                  <a:pt x="17660" y="0"/>
                </a:lnTo>
                <a:lnTo>
                  <a:pt x="17660" y="15554"/>
                </a:lnTo>
                <a:lnTo>
                  <a:pt x="21600" y="1555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 algn="ctr">
              <a:lnSpc>
                <a:spcPct val="120000"/>
              </a:lnSpc>
              <a:defRPr sz="10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3" name="Down Arrow 55"/>
          <p:cNvSpPr/>
          <p:nvPr/>
        </p:nvSpPr>
        <p:spPr xmlns:m="http://schemas.openxmlformats.org/officeDocument/2006/math" xmlns:a14="http://schemas.microsoft.com/office/drawing/2010/main">
          <a:xfrm flipV="1" rot="10800000">
            <a:off x="3328639" y="3756724"/>
            <a:ext cx="223329" cy="3989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5554"/>
                </a:moveTo>
                <a:lnTo>
                  <a:pt x="3940" y="15554"/>
                </a:lnTo>
                <a:lnTo>
                  <a:pt x="3940" y="0"/>
                </a:lnTo>
                <a:lnTo>
                  <a:pt x="17660" y="0"/>
                </a:lnTo>
                <a:lnTo>
                  <a:pt x="17660" y="15554"/>
                </a:lnTo>
                <a:lnTo>
                  <a:pt x="21600" y="1555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 algn="ctr">
              <a:lnSpc>
                <a:spcPct val="120000"/>
              </a:lnSpc>
              <a:defRPr sz="10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4" name="Down Arrow 56"/>
          <p:cNvSpPr/>
          <p:nvPr/>
        </p:nvSpPr>
        <p:spPr xmlns:m="http://schemas.openxmlformats.org/officeDocument/2006/math" xmlns:a14="http://schemas.microsoft.com/office/drawing/2010/main">
          <a:xfrm flipV="1" rot="7051138">
            <a:off x="3821832" y="3487689"/>
            <a:ext cx="223340" cy="413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5762"/>
                </a:moveTo>
                <a:lnTo>
                  <a:pt x="3940" y="15762"/>
                </a:lnTo>
                <a:lnTo>
                  <a:pt x="3940" y="0"/>
                </a:lnTo>
                <a:lnTo>
                  <a:pt x="17660" y="0"/>
                </a:lnTo>
                <a:lnTo>
                  <a:pt x="17660" y="15762"/>
                </a:lnTo>
                <a:lnTo>
                  <a:pt x="21600" y="15762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 algn="ctr">
              <a:lnSpc>
                <a:spcPct val="120000"/>
              </a:lnSpc>
              <a:defRPr sz="10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5" name="矩形 88"/>
          <p:cNvSpPr txBox="1"/>
          <p:nvPr/>
        </p:nvSpPr>
        <p:spPr>
          <a:xfrm>
            <a:off x="3079686" y="1092418"/>
            <a:ext cx="192204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6" name="矩形 89"/>
          <p:cNvSpPr txBox="1"/>
          <p:nvPr/>
        </p:nvSpPr>
        <p:spPr>
          <a:xfrm>
            <a:off x="5216118" y="2707620"/>
            <a:ext cx="192204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7" name="矩形 90"/>
          <p:cNvSpPr txBox="1"/>
          <p:nvPr/>
        </p:nvSpPr>
        <p:spPr>
          <a:xfrm>
            <a:off x="5185728" y="3983794"/>
            <a:ext cx="192204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8" name="矩形 91"/>
          <p:cNvSpPr txBox="1"/>
          <p:nvPr/>
        </p:nvSpPr>
        <p:spPr>
          <a:xfrm>
            <a:off x="3135616" y="5280106"/>
            <a:ext cx="192204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9" name="矩形 92"/>
          <p:cNvSpPr txBox="1"/>
          <p:nvPr/>
        </p:nvSpPr>
        <p:spPr>
          <a:xfrm>
            <a:off x="1039051" y="3985073"/>
            <a:ext cx="192204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20" name="矩形 93"/>
          <p:cNvSpPr txBox="1"/>
          <p:nvPr/>
        </p:nvSpPr>
        <p:spPr>
          <a:xfrm>
            <a:off x="981063" y="2794958"/>
            <a:ext cx="192204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21" name="圆角矩形 22"/>
          <p:cNvSpPr/>
          <p:nvPr/>
        </p:nvSpPr>
        <p:spPr xmlns:m="http://schemas.openxmlformats.org/officeDocument/2006/math" xmlns:a14="http://schemas.microsoft.com/office/drawing/2010/main">
          <a:xfrm>
            <a:off x="8215589" y="1700157"/>
            <a:ext cx="2769601" cy="576716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FFFF"/>
              </a:gs>
              <a:gs pos="62000">
                <a:srgbClr val="F2F2F2"/>
              </a:gs>
              <a:gs pos="100000">
                <a:srgbClr val="D9D9D9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2" name="圆角矩形 23"/>
          <p:cNvSpPr/>
          <p:nvPr/>
        </p:nvSpPr>
        <p:spPr xmlns:m="http://schemas.openxmlformats.org/officeDocument/2006/math" xmlns:a14="http://schemas.microsoft.com/office/drawing/2010/main">
          <a:xfrm>
            <a:off x="8238151" y="1718282"/>
            <a:ext cx="2721601" cy="540467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FFFF"/>
              </a:gs>
              <a:gs pos="42000">
                <a:srgbClr val="F0F0F0"/>
              </a:gs>
              <a:gs pos="100000">
                <a:srgbClr val="D9D9D9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3" name="TextBox 20"/>
          <p:cNvSpPr txBox="1"/>
          <p:nvPr/>
        </p:nvSpPr>
        <p:spPr>
          <a:xfrm>
            <a:off x="8238151" y="1850101"/>
            <a:ext cx="2665737" cy="355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 algn="ctr">
              <a:defRPr b="1" sz="20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4" name="Oval 76"/>
          <p:cNvSpPr/>
          <p:nvPr/>
        </p:nvSpPr>
        <p:spPr xmlns:m="http://schemas.openxmlformats.org/officeDocument/2006/math" xmlns:a14="http://schemas.microsoft.com/office/drawing/2010/main">
          <a:xfrm>
            <a:off x="2936843" y="1595096"/>
            <a:ext cx="988979" cy="98985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lnSpc>
                <a:spcPct val="120000"/>
              </a:lnSpc>
              <a:defRPr b="1" sz="1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5" name="Freeform 77"/>
          <p:cNvSpPr/>
          <p:nvPr/>
        </p:nvSpPr>
        <p:spPr xmlns:m="http://schemas.openxmlformats.org/officeDocument/2006/math" xmlns:a14="http://schemas.microsoft.com/office/drawing/2010/main">
          <a:xfrm>
            <a:off x="3205418" y="1759194"/>
            <a:ext cx="452383" cy="6609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937" y="0"/>
                  <a:pt x="0" y="3388"/>
                  <a:pt x="0" y="7412"/>
                </a:cubicBezTo>
                <a:cubicBezTo>
                  <a:pt x="0" y="10165"/>
                  <a:pt x="3703" y="13129"/>
                  <a:pt x="4937" y="15671"/>
                </a:cubicBezTo>
                <a:cubicBezTo>
                  <a:pt x="6789" y="19271"/>
                  <a:pt x="6789" y="21600"/>
                  <a:pt x="10800" y="21600"/>
                </a:cubicBezTo>
                <a:cubicBezTo>
                  <a:pt x="15120" y="21600"/>
                  <a:pt x="14811" y="19482"/>
                  <a:pt x="16663" y="15671"/>
                </a:cubicBezTo>
                <a:cubicBezTo>
                  <a:pt x="17897" y="13129"/>
                  <a:pt x="21600" y="10165"/>
                  <a:pt x="21600" y="7412"/>
                </a:cubicBezTo>
                <a:cubicBezTo>
                  <a:pt x="21600" y="3388"/>
                  <a:pt x="16663" y="0"/>
                  <a:pt x="10800" y="0"/>
                </a:cubicBezTo>
                <a:close/>
                <a:moveTo>
                  <a:pt x="13269" y="18424"/>
                </a:moveTo>
                <a:cubicBezTo>
                  <a:pt x="8331" y="18847"/>
                  <a:pt x="8331" y="18847"/>
                  <a:pt x="8331" y="18847"/>
                </a:cubicBezTo>
                <a:cubicBezTo>
                  <a:pt x="8331" y="18424"/>
                  <a:pt x="8023" y="18000"/>
                  <a:pt x="8023" y="17576"/>
                </a:cubicBezTo>
                <a:cubicBezTo>
                  <a:pt x="8023" y="17576"/>
                  <a:pt x="8023" y="17576"/>
                  <a:pt x="8023" y="17576"/>
                </a:cubicBezTo>
                <a:cubicBezTo>
                  <a:pt x="13886" y="16941"/>
                  <a:pt x="13886" y="16941"/>
                  <a:pt x="13886" y="16941"/>
                </a:cubicBezTo>
                <a:cubicBezTo>
                  <a:pt x="13886" y="17153"/>
                  <a:pt x="13886" y="17365"/>
                  <a:pt x="13577" y="17576"/>
                </a:cubicBezTo>
                <a:cubicBezTo>
                  <a:pt x="13577" y="17788"/>
                  <a:pt x="13577" y="18212"/>
                  <a:pt x="13269" y="18424"/>
                </a:cubicBezTo>
                <a:close/>
                <a:moveTo>
                  <a:pt x="7714" y="16729"/>
                </a:moveTo>
                <a:cubicBezTo>
                  <a:pt x="7406" y="16518"/>
                  <a:pt x="7097" y="16094"/>
                  <a:pt x="7097" y="15459"/>
                </a:cubicBezTo>
                <a:cubicBezTo>
                  <a:pt x="14503" y="15459"/>
                  <a:pt x="14503" y="15459"/>
                  <a:pt x="14503" y="15459"/>
                </a:cubicBezTo>
                <a:cubicBezTo>
                  <a:pt x="14503" y="15882"/>
                  <a:pt x="14503" y="16094"/>
                  <a:pt x="14194" y="16306"/>
                </a:cubicBezTo>
                <a:lnTo>
                  <a:pt x="7714" y="16729"/>
                </a:lnTo>
                <a:close/>
                <a:moveTo>
                  <a:pt x="10800" y="20329"/>
                </a:moveTo>
                <a:cubicBezTo>
                  <a:pt x="9874" y="20329"/>
                  <a:pt x="9257" y="20118"/>
                  <a:pt x="8949" y="19482"/>
                </a:cubicBezTo>
                <a:cubicBezTo>
                  <a:pt x="12960" y="19059"/>
                  <a:pt x="12960" y="19059"/>
                  <a:pt x="12960" y="19059"/>
                </a:cubicBezTo>
                <a:cubicBezTo>
                  <a:pt x="12343" y="20118"/>
                  <a:pt x="12034" y="20329"/>
                  <a:pt x="10800" y="20329"/>
                </a:cubicBezTo>
                <a:close/>
                <a:moveTo>
                  <a:pt x="15429" y="14188"/>
                </a:moveTo>
                <a:cubicBezTo>
                  <a:pt x="6171" y="14188"/>
                  <a:pt x="6171" y="14188"/>
                  <a:pt x="6171" y="14188"/>
                </a:cubicBezTo>
                <a:cubicBezTo>
                  <a:pt x="5863" y="13553"/>
                  <a:pt x="5246" y="12706"/>
                  <a:pt x="4629" y="12071"/>
                </a:cubicBezTo>
                <a:cubicBezTo>
                  <a:pt x="3394" y="10376"/>
                  <a:pt x="1851" y="8682"/>
                  <a:pt x="1851" y="7412"/>
                </a:cubicBezTo>
                <a:cubicBezTo>
                  <a:pt x="1851" y="4024"/>
                  <a:pt x="5863" y="1271"/>
                  <a:pt x="10800" y="1271"/>
                </a:cubicBezTo>
                <a:cubicBezTo>
                  <a:pt x="15737" y="1271"/>
                  <a:pt x="19749" y="4024"/>
                  <a:pt x="19749" y="7412"/>
                </a:cubicBezTo>
                <a:cubicBezTo>
                  <a:pt x="19749" y="8682"/>
                  <a:pt x="18514" y="10376"/>
                  <a:pt x="16971" y="12071"/>
                </a:cubicBezTo>
                <a:cubicBezTo>
                  <a:pt x="16354" y="12706"/>
                  <a:pt x="16046" y="13553"/>
                  <a:pt x="15429" y="14188"/>
                </a:cubicBezTo>
                <a:close/>
                <a:moveTo>
                  <a:pt x="15429" y="14188"/>
                </a:moveTo>
                <a:cubicBezTo>
                  <a:pt x="15429" y="14188"/>
                  <a:pt x="15429" y="14188"/>
                  <a:pt x="15429" y="14188"/>
                </a:cubicBezTo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20000"/>
              </a:lnSpc>
              <a:defRPr sz="10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6" name="Oval 64"/>
          <p:cNvSpPr/>
          <p:nvPr/>
        </p:nvSpPr>
        <p:spPr xmlns:m="http://schemas.openxmlformats.org/officeDocument/2006/math" xmlns:a14="http://schemas.microsoft.com/office/drawing/2010/main">
          <a:xfrm>
            <a:off x="4151033" y="3699179"/>
            <a:ext cx="988979" cy="989858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lnSpc>
                <a:spcPct val="120000"/>
              </a:lnSpc>
              <a:defRPr b="1" sz="9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7" name="Freeform 83"/>
          <p:cNvSpPr/>
          <p:nvPr/>
        </p:nvSpPr>
        <p:spPr xmlns:m="http://schemas.openxmlformats.org/officeDocument/2006/math" xmlns:a14="http://schemas.microsoft.com/office/drawing/2010/main">
          <a:xfrm>
            <a:off x="4494148" y="3967038"/>
            <a:ext cx="302745" cy="4541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046" y="9683"/>
                </a:moveTo>
                <a:cubicBezTo>
                  <a:pt x="13292" y="20483"/>
                  <a:pt x="13292" y="20483"/>
                  <a:pt x="13292" y="20483"/>
                </a:cubicBezTo>
                <a:cubicBezTo>
                  <a:pt x="12738" y="21228"/>
                  <a:pt x="12185" y="21600"/>
                  <a:pt x="11077" y="21600"/>
                </a:cubicBezTo>
                <a:cubicBezTo>
                  <a:pt x="9969" y="21600"/>
                  <a:pt x="8862" y="21228"/>
                  <a:pt x="8862" y="20483"/>
                </a:cubicBezTo>
                <a:cubicBezTo>
                  <a:pt x="1108" y="9683"/>
                  <a:pt x="1108" y="9683"/>
                  <a:pt x="1108" y="9683"/>
                </a:cubicBezTo>
                <a:cubicBezTo>
                  <a:pt x="554" y="8938"/>
                  <a:pt x="0" y="7821"/>
                  <a:pt x="0" y="7076"/>
                </a:cubicBezTo>
                <a:cubicBezTo>
                  <a:pt x="0" y="2979"/>
                  <a:pt x="4985" y="0"/>
                  <a:pt x="11077" y="0"/>
                </a:cubicBezTo>
                <a:cubicBezTo>
                  <a:pt x="17169" y="0"/>
                  <a:pt x="21600" y="2979"/>
                  <a:pt x="21600" y="7076"/>
                </a:cubicBezTo>
                <a:cubicBezTo>
                  <a:pt x="21600" y="7821"/>
                  <a:pt x="21600" y="8938"/>
                  <a:pt x="21046" y="9683"/>
                </a:cubicBezTo>
                <a:close/>
                <a:moveTo>
                  <a:pt x="11077" y="3352"/>
                </a:moveTo>
                <a:cubicBezTo>
                  <a:pt x="8308" y="3352"/>
                  <a:pt x="5538" y="5214"/>
                  <a:pt x="5538" y="7076"/>
                </a:cubicBezTo>
                <a:cubicBezTo>
                  <a:pt x="5538" y="8938"/>
                  <a:pt x="8308" y="10800"/>
                  <a:pt x="11077" y="10800"/>
                </a:cubicBezTo>
                <a:cubicBezTo>
                  <a:pt x="13846" y="10800"/>
                  <a:pt x="16615" y="8938"/>
                  <a:pt x="16615" y="7076"/>
                </a:cubicBezTo>
                <a:cubicBezTo>
                  <a:pt x="16615" y="5214"/>
                  <a:pt x="13846" y="3352"/>
                  <a:pt x="11077" y="3352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20000"/>
              </a:lnSpc>
              <a:defRPr sz="10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8" name="Oval 73"/>
          <p:cNvSpPr/>
          <p:nvPr/>
        </p:nvSpPr>
        <p:spPr xmlns:m="http://schemas.openxmlformats.org/officeDocument/2006/math" xmlns:a14="http://schemas.microsoft.com/office/drawing/2010/main">
          <a:xfrm>
            <a:off x="1663376" y="2467467"/>
            <a:ext cx="988979" cy="989858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lnSpc>
                <a:spcPct val="120000"/>
              </a:lnSpc>
              <a:defRPr b="1" sz="9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9" name="Freeform 137"/>
          <p:cNvSpPr/>
          <p:nvPr/>
        </p:nvSpPr>
        <p:spPr xmlns:m="http://schemas.openxmlformats.org/officeDocument/2006/math" xmlns:a14="http://schemas.microsoft.com/office/drawing/2010/main">
          <a:xfrm>
            <a:off x="1906504" y="2704989"/>
            <a:ext cx="502720" cy="5148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131" y="10983"/>
                </a:moveTo>
                <a:cubicBezTo>
                  <a:pt x="16386" y="11715"/>
                  <a:pt x="15641" y="12447"/>
                  <a:pt x="14524" y="13180"/>
                </a:cubicBezTo>
                <a:cubicBezTo>
                  <a:pt x="14524" y="18305"/>
                  <a:pt x="14524" y="18305"/>
                  <a:pt x="14524" y="18305"/>
                </a:cubicBezTo>
                <a:cubicBezTo>
                  <a:pt x="14524" y="18305"/>
                  <a:pt x="14524" y="18305"/>
                  <a:pt x="14152" y="18305"/>
                </a:cubicBezTo>
                <a:cubicBezTo>
                  <a:pt x="8938" y="21234"/>
                  <a:pt x="8938" y="21234"/>
                  <a:pt x="8938" y="21234"/>
                </a:cubicBezTo>
                <a:cubicBezTo>
                  <a:pt x="8938" y="21600"/>
                  <a:pt x="8938" y="21600"/>
                  <a:pt x="8938" y="21600"/>
                </a:cubicBezTo>
                <a:cubicBezTo>
                  <a:pt x="8938" y="21600"/>
                  <a:pt x="8566" y="21234"/>
                  <a:pt x="8566" y="21234"/>
                </a:cubicBezTo>
                <a:cubicBezTo>
                  <a:pt x="7821" y="20502"/>
                  <a:pt x="7821" y="20502"/>
                  <a:pt x="7821" y="20502"/>
                </a:cubicBezTo>
                <a:cubicBezTo>
                  <a:pt x="7821" y="20502"/>
                  <a:pt x="7448" y="20136"/>
                  <a:pt x="7821" y="20136"/>
                </a:cubicBezTo>
                <a:cubicBezTo>
                  <a:pt x="8938" y="16475"/>
                  <a:pt x="8938" y="16475"/>
                  <a:pt x="8938" y="16475"/>
                </a:cubicBezTo>
                <a:cubicBezTo>
                  <a:pt x="5214" y="12814"/>
                  <a:pt x="5214" y="12814"/>
                  <a:pt x="5214" y="12814"/>
                </a:cubicBezTo>
                <a:cubicBezTo>
                  <a:pt x="1490" y="13912"/>
                  <a:pt x="1490" y="13912"/>
                  <a:pt x="1490" y="13912"/>
                </a:cubicBezTo>
                <a:cubicBezTo>
                  <a:pt x="1490" y="13912"/>
                  <a:pt x="1117" y="13912"/>
                  <a:pt x="1117" y="13912"/>
                </a:cubicBezTo>
                <a:cubicBezTo>
                  <a:pt x="1117" y="13912"/>
                  <a:pt x="1117" y="13912"/>
                  <a:pt x="1117" y="13912"/>
                </a:cubicBezTo>
                <a:cubicBezTo>
                  <a:pt x="0" y="12814"/>
                  <a:pt x="0" y="12814"/>
                  <a:pt x="0" y="12814"/>
                </a:cubicBezTo>
                <a:cubicBezTo>
                  <a:pt x="0" y="12814"/>
                  <a:pt x="0" y="12447"/>
                  <a:pt x="0" y="12447"/>
                </a:cubicBezTo>
                <a:cubicBezTo>
                  <a:pt x="2979" y="7322"/>
                  <a:pt x="2979" y="7322"/>
                  <a:pt x="2979" y="7322"/>
                </a:cubicBezTo>
                <a:cubicBezTo>
                  <a:pt x="2979" y="7322"/>
                  <a:pt x="3352" y="7322"/>
                  <a:pt x="3352" y="7322"/>
                </a:cubicBezTo>
                <a:cubicBezTo>
                  <a:pt x="8566" y="6956"/>
                  <a:pt x="8566" y="6956"/>
                  <a:pt x="8566" y="6956"/>
                </a:cubicBezTo>
                <a:cubicBezTo>
                  <a:pt x="9310" y="6224"/>
                  <a:pt x="10055" y="5125"/>
                  <a:pt x="10800" y="4393"/>
                </a:cubicBezTo>
                <a:cubicBezTo>
                  <a:pt x="14152" y="1098"/>
                  <a:pt x="16759" y="0"/>
                  <a:pt x="21228" y="0"/>
                </a:cubicBezTo>
                <a:cubicBezTo>
                  <a:pt x="21600" y="0"/>
                  <a:pt x="21600" y="366"/>
                  <a:pt x="21600" y="366"/>
                </a:cubicBezTo>
                <a:cubicBezTo>
                  <a:pt x="21600" y="4759"/>
                  <a:pt x="20483" y="7688"/>
                  <a:pt x="17131" y="10983"/>
                </a:cubicBezTo>
                <a:close/>
                <a:moveTo>
                  <a:pt x="17503" y="2929"/>
                </a:moveTo>
                <a:cubicBezTo>
                  <a:pt x="16759" y="2929"/>
                  <a:pt x="16014" y="3661"/>
                  <a:pt x="16014" y="4393"/>
                </a:cubicBezTo>
                <a:cubicBezTo>
                  <a:pt x="16014" y="5125"/>
                  <a:pt x="16759" y="5492"/>
                  <a:pt x="17503" y="5492"/>
                </a:cubicBezTo>
                <a:cubicBezTo>
                  <a:pt x="18248" y="5492"/>
                  <a:pt x="18621" y="5125"/>
                  <a:pt x="18621" y="4393"/>
                </a:cubicBezTo>
                <a:cubicBezTo>
                  <a:pt x="18621" y="3661"/>
                  <a:pt x="18248" y="2929"/>
                  <a:pt x="17503" y="2929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20000"/>
              </a:lnSpc>
              <a:defRPr sz="10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0" name="Oval 67"/>
          <p:cNvSpPr/>
          <p:nvPr/>
        </p:nvSpPr>
        <p:spPr xmlns:m="http://schemas.openxmlformats.org/officeDocument/2006/math" xmlns:a14="http://schemas.microsoft.com/office/drawing/2010/main">
          <a:xfrm>
            <a:off x="2936843" y="4186613"/>
            <a:ext cx="988979" cy="98985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lnSpc>
                <a:spcPct val="120000"/>
              </a:lnSpc>
              <a:defRPr b="1" sz="9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1" name="Freeform 53"/>
          <p:cNvSpPr/>
          <p:nvPr/>
        </p:nvSpPr>
        <p:spPr xmlns:m="http://schemas.openxmlformats.org/officeDocument/2006/math" xmlns:a14="http://schemas.microsoft.com/office/drawing/2010/main">
          <a:xfrm>
            <a:off x="3163964" y="4455999"/>
            <a:ext cx="534734" cy="3965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471" y="21600"/>
                </a:moveTo>
                <a:cubicBezTo>
                  <a:pt x="5082" y="21600"/>
                  <a:pt x="5082" y="21600"/>
                  <a:pt x="5082" y="21600"/>
                </a:cubicBezTo>
                <a:cubicBezTo>
                  <a:pt x="2224" y="21600"/>
                  <a:pt x="0" y="18576"/>
                  <a:pt x="0" y="14688"/>
                </a:cubicBezTo>
                <a:cubicBezTo>
                  <a:pt x="0" y="12096"/>
                  <a:pt x="1271" y="9504"/>
                  <a:pt x="2859" y="8640"/>
                </a:cubicBezTo>
                <a:cubicBezTo>
                  <a:pt x="2859" y="8208"/>
                  <a:pt x="2859" y="8208"/>
                  <a:pt x="2859" y="7776"/>
                </a:cubicBezTo>
                <a:cubicBezTo>
                  <a:pt x="2859" y="3456"/>
                  <a:pt x="5400" y="0"/>
                  <a:pt x="8576" y="0"/>
                </a:cubicBezTo>
                <a:cubicBezTo>
                  <a:pt x="11118" y="0"/>
                  <a:pt x="13024" y="2160"/>
                  <a:pt x="13976" y="4752"/>
                </a:cubicBezTo>
                <a:cubicBezTo>
                  <a:pt x="14612" y="4320"/>
                  <a:pt x="15247" y="3888"/>
                  <a:pt x="15882" y="3888"/>
                </a:cubicBezTo>
                <a:cubicBezTo>
                  <a:pt x="17471" y="3888"/>
                  <a:pt x="18741" y="5616"/>
                  <a:pt x="18741" y="7776"/>
                </a:cubicBezTo>
                <a:cubicBezTo>
                  <a:pt x="18741" y="8640"/>
                  <a:pt x="18741" y="9504"/>
                  <a:pt x="18424" y="9936"/>
                </a:cubicBezTo>
                <a:cubicBezTo>
                  <a:pt x="20329" y="10800"/>
                  <a:pt x="21600" y="12960"/>
                  <a:pt x="21600" y="15552"/>
                </a:cubicBezTo>
                <a:cubicBezTo>
                  <a:pt x="21600" y="19008"/>
                  <a:pt x="19694" y="21600"/>
                  <a:pt x="17471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20000"/>
              </a:lnSpc>
              <a:defRPr sz="10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2" name="Oval 70"/>
          <p:cNvSpPr/>
          <p:nvPr/>
        </p:nvSpPr>
        <p:spPr xmlns:m="http://schemas.openxmlformats.org/officeDocument/2006/math" xmlns:a14="http://schemas.microsoft.com/office/drawing/2010/main">
          <a:xfrm>
            <a:off x="1789046" y="3697990"/>
            <a:ext cx="988980" cy="98985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lnSpc>
                <a:spcPct val="120000"/>
              </a:lnSpc>
              <a:defRPr b="1" sz="9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3" name="Freeform 57"/>
          <p:cNvSpPr/>
          <p:nvPr/>
        </p:nvSpPr>
        <p:spPr xmlns:m="http://schemas.openxmlformats.org/officeDocument/2006/math" xmlns:a14="http://schemas.microsoft.com/office/drawing/2010/main">
          <a:xfrm>
            <a:off x="2061527" y="3996091"/>
            <a:ext cx="444015" cy="3936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326" y="3352"/>
                </a:moveTo>
                <a:cubicBezTo>
                  <a:pt x="2326" y="21228"/>
                  <a:pt x="2326" y="21228"/>
                  <a:pt x="2326" y="21228"/>
                </a:cubicBezTo>
                <a:cubicBezTo>
                  <a:pt x="2326" y="21228"/>
                  <a:pt x="2326" y="21600"/>
                  <a:pt x="1994" y="21600"/>
                </a:cubicBezTo>
                <a:cubicBezTo>
                  <a:pt x="1329" y="21600"/>
                  <a:pt x="1329" y="21600"/>
                  <a:pt x="1329" y="21600"/>
                </a:cubicBezTo>
                <a:cubicBezTo>
                  <a:pt x="997" y="21600"/>
                  <a:pt x="665" y="21228"/>
                  <a:pt x="665" y="21228"/>
                </a:cubicBezTo>
                <a:cubicBezTo>
                  <a:pt x="665" y="3352"/>
                  <a:pt x="665" y="3352"/>
                  <a:pt x="665" y="3352"/>
                </a:cubicBezTo>
                <a:cubicBezTo>
                  <a:pt x="332" y="2979"/>
                  <a:pt x="0" y="2234"/>
                  <a:pt x="0" y="1490"/>
                </a:cubicBezTo>
                <a:cubicBezTo>
                  <a:pt x="0" y="745"/>
                  <a:pt x="665" y="0"/>
                  <a:pt x="1662" y="0"/>
                </a:cubicBezTo>
                <a:cubicBezTo>
                  <a:pt x="2326" y="0"/>
                  <a:pt x="3323" y="745"/>
                  <a:pt x="3323" y="1490"/>
                </a:cubicBezTo>
                <a:cubicBezTo>
                  <a:pt x="3323" y="2234"/>
                  <a:pt x="2991" y="2979"/>
                  <a:pt x="2326" y="3352"/>
                </a:cubicBezTo>
                <a:close/>
                <a:moveTo>
                  <a:pt x="21600" y="13407"/>
                </a:moveTo>
                <a:cubicBezTo>
                  <a:pt x="21600" y="13779"/>
                  <a:pt x="21600" y="14152"/>
                  <a:pt x="20935" y="14152"/>
                </a:cubicBezTo>
                <a:cubicBezTo>
                  <a:pt x="19606" y="15269"/>
                  <a:pt x="17945" y="16014"/>
                  <a:pt x="16283" y="16014"/>
                </a:cubicBezTo>
                <a:cubicBezTo>
                  <a:pt x="14289" y="16014"/>
                  <a:pt x="12960" y="13779"/>
                  <a:pt x="10302" y="13779"/>
                </a:cubicBezTo>
                <a:cubicBezTo>
                  <a:pt x="8308" y="13779"/>
                  <a:pt x="6314" y="14897"/>
                  <a:pt x="4320" y="16014"/>
                </a:cubicBezTo>
                <a:cubicBezTo>
                  <a:pt x="4320" y="16014"/>
                  <a:pt x="3988" y="16014"/>
                  <a:pt x="3988" y="16014"/>
                </a:cubicBezTo>
                <a:cubicBezTo>
                  <a:pt x="3655" y="16014"/>
                  <a:pt x="3323" y="15641"/>
                  <a:pt x="3323" y="15269"/>
                </a:cubicBezTo>
                <a:cubicBezTo>
                  <a:pt x="3323" y="4841"/>
                  <a:pt x="3323" y="4841"/>
                  <a:pt x="3323" y="4841"/>
                </a:cubicBezTo>
                <a:cubicBezTo>
                  <a:pt x="3323" y="4469"/>
                  <a:pt x="3323" y="4097"/>
                  <a:pt x="3655" y="4097"/>
                </a:cubicBezTo>
                <a:cubicBezTo>
                  <a:pt x="3988" y="3724"/>
                  <a:pt x="4320" y="3352"/>
                  <a:pt x="4652" y="3352"/>
                </a:cubicBezTo>
                <a:cubicBezTo>
                  <a:pt x="6314" y="2607"/>
                  <a:pt x="7975" y="1490"/>
                  <a:pt x="9969" y="1490"/>
                </a:cubicBezTo>
                <a:cubicBezTo>
                  <a:pt x="11963" y="1490"/>
                  <a:pt x="13292" y="2234"/>
                  <a:pt x="15286" y="3352"/>
                </a:cubicBezTo>
                <a:cubicBezTo>
                  <a:pt x="15618" y="3352"/>
                  <a:pt x="15951" y="3724"/>
                  <a:pt x="16283" y="3724"/>
                </a:cubicBezTo>
                <a:cubicBezTo>
                  <a:pt x="18277" y="3724"/>
                  <a:pt x="20271" y="1490"/>
                  <a:pt x="20935" y="1490"/>
                </a:cubicBezTo>
                <a:cubicBezTo>
                  <a:pt x="21268" y="1490"/>
                  <a:pt x="21600" y="2234"/>
                  <a:pt x="21600" y="2607"/>
                </a:cubicBezTo>
                <a:lnTo>
                  <a:pt x="21600" y="13407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20000"/>
              </a:lnSpc>
              <a:defRPr sz="10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4" name="Oval 61"/>
          <p:cNvSpPr/>
          <p:nvPr/>
        </p:nvSpPr>
        <p:spPr xmlns:m="http://schemas.openxmlformats.org/officeDocument/2006/math" xmlns:a14="http://schemas.microsoft.com/office/drawing/2010/main">
          <a:xfrm>
            <a:off x="4177660" y="2423006"/>
            <a:ext cx="988979" cy="98985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lnSpc>
                <a:spcPct val="120000"/>
              </a:lnSpc>
              <a:defRPr b="1" sz="11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5" name="Freeform 65"/>
          <p:cNvSpPr/>
          <p:nvPr/>
        </p:nvSpPr>
        <p:spPr xmlns:m="http://schemas.openxmlformats.org/officeDocument/2006/math" xmlns:a14="http://schemas.microsoft.com/office/drawing/2010/main">
          <a:xfrm>
            <a:off x="4393402" y="2663915"/>
            <a:ext cx="557492" cy="5080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400" y="11865"/>
                </a:moveTo>
                <a:cubicBezTo>
                  <a:pt x="14400" y="12169"/>
                  <a:pt x="14123" y="12169"/>
                  <a:pt x="14123" y="12169"/>
                </a:cubicBezTo>
                <a:cubicBezTo>
                  <a:pt x="12462" y="12473"/>
                  <a:pt x="12462" y="12473"/>
                  <a:pt x="12462" y="12473"/>
                </a:cubicBezTo>
                <a:cubicBezTo>
                  <a:pt x="12185" y="12777"/>
                  <a:pt x="12185" y="13082"/>
                  <a:pt x="11908" y="13386"/>
                </a:cubicBezTo>
                <a:cubicBezTo>
                  <a:pt x="12462" y="13994"/>
                  <a:pt x="12738" y="14299"/>
                  <a:pt x="13015" y="14907"/>
                </a:cubicBezTo>
                <a:cubicBezTo>
                  <a:pt x="13015" y="14907"/>
                  <a:pt x="13015" y="14907"/>
                  <a:pt x="13015" y="15211"/>
                </a:cubicBezTo>
                <a:cubicBezTo>
                  <a:pt x="13015" y="15211"/>
                  <a:pt x="13015" y="15211"/>
                  <a:pt x="13015" y="15211"/>
                </a:cubicBezTo>
                <a:cubicBezTo>
                  <a:pt x="12738" y="15820"/>
                  <a:pt x="11631" y="17037"/>
                  <a:pt x="11354" y="17037"/>
                </a:cubicBezTo>
                <a:cubicBezTo>
                  <a:pt x="11077" y="17037"/>
                  <a:pt x="11077" y="17037"/>
                  <a:pt x="11077" y="17037"/>
                </a:cubicBezTo>
                <a:cubicBezTo>
                  <a:pt x="9692" y="16124"/>
                  <a:pt x="9692" y="16124"/>
                  <a:pt x="9692" y="16124"/>
                </a:cubicBezTo>
                <a:cubicBezTo>
                  <a:pt x="9415" y="16124"/>
                  <a:pt x="9138" y="16124"/>
                  <a:pt x="8862" y="16428"/>
                </a:cubicBezTo>
                <a:cubicBezTo>
                  <a:pt x="8862" y="17037"/>
                  <a:pt x="8862" y="17645"/>
                  <a:pt x="8585" y="18254"/>
                </a:cubicBezTo>
                <a:cubicBezTo>
                  <a:pt x="8585" y="18558"/>
                  <a:pt x="8308" y="18558"/>
                  <a:pt x="8308" y="18558"/>
                </a:cubicBezTo>
                <a:cubicBezTo>
                  <a:pt x="6092" y="18558"/>
                  <a:pt x="6092" y="18558"/>
                  <a:pt x="6092" y="18558"/>
                </a:cubicBezTo>
                <a:cubicBezTo>
                  <a:pt x="6092" y="18558"/>
                  <a:pt x="5815" y="18558"/>
                  <a:pt x="5815" y="18254"/>
                </a:cubicBezTo>
                <a:cubicBezTo>
                  <a:pt x="5538" y="16428"/>
                  <a:pt x="5538" y="16428"/>
                  <a:pt x="5538" y="16428"/>
                </a:cubicBezTo>
                <a:cubicBezTo>
                  <a:pt x="5262" y="16428"/>
                  <a:pt x="4985" y="16124"/>
                  <a:pt x="4708" y="16124"/>
                </a:cubicBezTo>
                <a:cubicBezTo>
                  <a:pt x="3600" y="17037"/>
                  <a:pt x="3600" y="17037"/>
                  <a:pt x="3600" y="17037"/>
                </a:cubicBezTo>
                <a:cubicBezTo>
                  <a:pt x="3323" y="17037"/>
                  <a:pt x="3323" y="17037"/>
                  <a:pt x="3323" y="17037"/>
                </a:cubicBezTo>
                <a:cubicBezTo>
                  <a:pt x="3046" y="17037"/>
                  <a:pt x="3046" y="17037"/>
                  <a:pt x="3046" y="17037"/>
                </a:cubicBezTo>
                <a:cubicBezTo>
                  <a:pt x="2769" y="16732"/>
                  <a:pt x="1385" y="15515"/>
                  <a:pt x="1385" y="15211"/>
                </a:cubicBezTo>
                <a:cubicBezTo>
                  <a:pt x="1385" y="14907"/>
                  <a:pt x="1385" y="14907"/>
                  <a:pt x="1385" y="14907"/>
                </a:cubicBezTo>
                <a:cubicBezTo>
                  <a:pt x="1938" y="14299"/>
                  <a:pt x="2215" y="13994"/>
                  <a:pt x="2492" y="13386"/>
                </a:cubicBezTo>
                <a:cubicBezTo>
                  <a:pt x="2215" y="13082"/>
                  <a:pt x="2215" y="12777"/>
                  <a:pt x="2215" y="12473"/>
                </a:cubicBezTo>
                <a:cubicBezTo>
                  <a:pt x="277" y="12169"/>
                  <a:pt x="277" y="12169"/>
                  <a:pt x="277" y="12169"/>
                </a:cubicBezTo>
                <a:cubicBezTo>
                  <a:pt x="277" y="12169"/>
                  <a:pt x="0" y="12169"/>
                  <a:pt x="0" y="11865"/>
                </a:cubicBezTo>
                <a:cubicBezTo>
                  <a:pt x="0" y="9735"/>
                  <a:pt x="0" y="9735"/>
                  <a:pt x="0" y="9735"/>
                </a:cubicBezTo>
                <a:cubicBezTo>
                  <a:pt x="0" y="9431"/>
                  <a:pt x="277" y="9127"/>
                  <a:pt x="277" y="9127"/>
                </a:cubicBezTo>
                <a:cubicBezTo>
                  <a:pt x="2215" y="8823"/>
                  <a:pt x="2215" y="8823"/>
                  <a:pt x="2215" y="8823"/>
                </a:cubicBezTo>
                <a:cubicBezTo>
                  <a:pt x="2215" y="8518"/>
                  <a:pt x="2215" y="8214"/>
                  <a:pt x="2492" y="7910"/>
                </a:cubicBezTo>
                <a:cubicBezTo>
                  <a:pt x="2215" y="7606"/>
                  <a:pt x="1938" y="6997"/>
                  <a:pt x="1385" y="6693"/>
                </a:cubicBezTo>
                <a:cubicBezTo>
                  <a:pt x="1385" y="6389"/>
                  <a:pt x="1385" y="6389"/>
                  <a:pt x="1385" y="6389"/>
                </a:cubicBezTo>
                <a:cubicBezTo>
                  <a:pt x="1385" y="6389"/>
                  <a:pt x="1385" y="6085"/>
                  <a:pt x="1385" y="6085"/>
                </a:cubicBezTo>
                <a:cubicBezTo>
                  <a:pt x="1662" y="5780"/>
                  <a:pt x="3046" y="4259"/>
                  <a:pt x="3323" y="4259"/>
                </a:cubicBezTo>
                <a:cubicBezTo>
                  <a:pt x="3323" y="4259"/>
                  <a:pt x="3323" y="4259"/>
                  <a:pt x="3600" y="4259"/>
                </a:cubicBezTo>
                <a:cubicBezTo>
                  <a:pt x="4708" y="5476"/>
                  <a:pt x="4708" y="5476"/>
                  <a:pt x="4708" y="5476"/>
                </a:cubicBezTo>
                <a:cubicBezTo>
                  <a:pt x="4985" y="5476"/>
                  <a:pt x="5262" y="5172"/>
                  <a:pt x="5538" y="5172"/>
                </a:cubicBezTo>
                <a:cubicBezTo>
                  <a:pt x="5815" y="4563"/>
                  <a:pt x="5815" y="3955"/>
                  <a:pt x="5815" y="3346"/>
                </a:cubicBezTo>
                <a:cubicBezTo>
                  <a:pt x="5815" y="3042"/>
                  <a:pt x="6092" y="3042"/>
                  <a:pt x="6092" y="3042"/>
                </a:cubicBezTo>
                <a:cubicBezTo>
                  <a:pt x="8308" y="3042"/>
                  <a:pt x="8308" y="3042"/>
                  <a:pt x="8308" y="3042"/>
                </a:cubicBezTo>
                <a:cubicBezTo>
                  <a:pt x="8308" y="3042"/>
                  <a:pt x="8585" y="3042"/>
                  <a:pt x="8585" y="3346"/>
                </a:cubicBezTo>
                <a:cubicBezTo>
                  <a:pt x="8862" y="5172"/>
                  <a:pt x="8862" y="5172"/>
                  <a:pt x="8862" y="5172"/>
                </a:cubicBezTo>
                <a:cubicBezTo>
                  <a:pt x="9138" y="5172"/>
                  <a:pt x="9415" y="5476"/>
                  <a:pt x="9692" y="5476"/>
                </a:cubicBezTo>
                <a:cubicBezTo>
                  <a:pt x="11077" y="4259"/>
                  <a:pt x="11077" y="4259"/>
                  <a:pt x="11077" y="4259"/>
                </a:cubicBezTo>
                <a:cubicBezTo>
                  <a:pt x="11077" y="4259"/>
                  <a:pt x="11077" y="4259"/>
                  <a:pt x="11354" y="4259"/>
                </a:cubicBezTo>
                <a:cubicBezTo>
                  <a:pt x="11354" y="4259"/>
                  <a:pt x="11354" y="4259"/>
                  <a:pt x="11354" y="4259"/>
                </a:cubicBezTo>
                <a:cubicBezTo>
                  <a:pt x="11631" y="4563"/>
                  <a:pt x="13015" y="6085"/>
                  <a:pt x="13015" y="6389"/>
                </a:cubicBezTo>
                <a:cubicBezTo>
                  <a:pt x="13015" y="6389"/>
                  <a:pt x="13015" y="6389"/>
                  <a:pt x="13015" y="6693"/>
                </a:cubicBezTo>
                <a:cubicBezTo>
                  <a:pt x="12738" y="6997"/>
                  <a:pt x="12462" y="7606"/>
                  <a:pt x="11908" y="7910"/>
                </a:cubicBezTo>
                <a:cubicBezTo>
                  <a:pt x="12185" y="8214"/>
                  <a:pt x="12185" y="8518"/>
                  <a:pt x="12462" y="9127"/>
                </a:cubicBezTo>
                <a:cubicBezTo>
                  <a:pt x="14123" y="9127"/>
                  <a:pt x="14123" y="9127"/>
                  <a:pt x="14123" y="9127"/>
                </a:cubicBezTo>
                <a:cubicBezTo>
                  <a:pt x="14123" y="9431"/>
                  <a:pt x="14400" y="9431"/>
                  <a:pt x="14400" y="9735"/>
                </a:cubicBezTo>
                <a:lnTo>
                  <a:pt x="14400" y="11865"/>
                </a:lnTo>
                <a:close/>
                <a:moveTo>
                  <a:pt x="7200" y="7606"/>
                </a:moveTo>
                <a:cubicBezTo>
                  <a:pt x="5815" y="7606"/>
                  <a:pt x="4431" y="9127"/>
                  <a:pt x="4431" y="10648"/>
                </a:cubicBezTo>
                <a:cubicBezTo>
                  <a:pt x="4431" y="12473"/>
                  <a:pt x="5815" y="13994"/>
                  <a:pt x="7200" y="13994"/>
                </a:cubicBezTo>
                <a:cubicBezTo>
                  <a:pt x="8862" y="13994"/>
                  <a:pt x="9969" y="12473"/>
                  <a:pt x="9969" y="10648"/>
                </a:cubicBezTo>
                <a:cubicBezTo>
                  <a:pt x="9969" y="9127"/>
                  <a:pt x="8862" y="7606"/>
                  <a:pt x="7200" y="7606"/>
                </a:cubicBezTo>
                <a:close/>
                <a:moveTo>
                  <a:pt x="21600" y="5476"/>
                </a:moveTo>
                <a:cubicBezTo>
                  <a:pt x="21600" y="5476"/>
                  <a:pt x="19938" y="5780"/>
                  <a:pt x="19938" y="5780"/>
                </a:cubicBezTo>
                <a:cubicBezTo>
                  <a:pt x="19662" y="6085"/>
                  <a:pt x="19662" y="6085"/>
                  <a:pt x="19385" y="6389"/>
                </a:cubicBezTo>
                <a:cubicBezTo>
                  <a:pt x="19662" y="6693"/>
                  <a:pt x="19938" y="7910"/>
                  <a:pt x="19938" y="7910"/>
                </a:cubicBezTo>
                <a:cubicBezTo>
                  <a:pt x="19938" y="8214"/>
                  <a:pt x="19938" y="8214"/>
                  <a:pt x="19938" y="8214"/>
                </a:cubicBezTo>
                <a:cubicBezTo>
                  <a:pt x="19938" y="8214"/>
                  <a:pt x="18831" y="9127"/>
                  <a:pt x="18554" y="9127"/>
                </a:cubicBezTo>
                <a:cubicBezTo>
                  <a:pt x="18554" y="9127"/>
                  <a:pt x="17723" y="7910"/>
                  <a:pt x="17446" y="7606"/>
                </a:cubicBezTo>
                <a:cubicBezTo>
                  <a:pt x="17446" y="7606"/>
                  <a:pt x="17446" y="7606"/>
                  <a:pt x="17169" y="7606"/>
                </a:cubicBezTo>
                <a:cubicBezTo>
                  <a:pt x="17169" y="7606"/>
                  <a:pt x="16892" y="7606"/>
                  <a:pt x="16892" y="7606"/>
                </a:cubicBezTo>
                <a:cubicBezTo>
                  <a:pt x="16892" y="7910"/>
                  <a:pt x="16062" y="9127"/>
                  <a:pt x="15785" y="9127"/>
                </a:cubicBezTo>
                <a:cubicBezTo>
                  <a:pt x="15785" y="9127"/>
                  <a:pt x="14677" y="8214"/>
                  <a:pt x="14400" y="8214"/>
                </a:cubicBezTo>
                <a:cubicBezTo>
                  <a:pt x="14400" y="8214"/>
                  <a:pt x="14400" y="8214"/>
                  <a:pt x="14400" y="7910"/>
                </a:cubicBezTo>
                <a:cubicBezTo>
                  <a:pt x="14400" y="7910"/>
                  <a:pt x="14954" y="6693"/>
                  <a:pt x="14954" y="6389"/>
                </a:cubicBezTo>
                <a:cubicBezTo>
                  <a:pt x="14677" y="6085"/>
                  <a:pt x="14677" y="6085"/>
                  <a:pt x="14677" y="5780"/>
                </a:cubicBezTo>
                <a:cubicBezTo>
                  <a:pt x="14400" y="5780"/>
                  <a:pt x="13015" y="5476"/>
                  <a:pt x="13015" y="5476"/>
                </a:cubicBezTo>
                <a:cubicBezTo>
                  <a:pt x="13015" y="3651"/>
                  <a:pt x="13015" y="3651"/>
                  <a:pt x="13015" y="3651"/>
                </a:cubicBezTo>
                <a:cubicBezTo>
                  <a:pt x="13015" y="3346"/>
                  <a:pt x="14400" y="3346"/>
                  <a:pt x="14677" y="3346"/>
                </a:cubicBezTo>
                <a:cubicBezTo>
                  <a:pt x="14677" y="3042"/>
                  <a:pt x="14677" y="2738"/>
                  <a:pt x="14954" y="2738"/>
                </a:cubicBezTo>
                <a:cubicBezTo>
                  <a:pt x="14954" y="2434"/>
                  <a:pt x="14400" y="1217"/>
                  <a:pt x="14400" y="913"/>
                </a:cubicBezTo>
                <a:cubicBezTo>
                  <a:pt x="14400" y="913"/>
                  <a:pt x="14400" y="913"/>
                  <a:pt x="14400" y="913"/>
                </a:cubicBezTo>
                <a:cubicBezTo>
                  <a:pt x="14677" y="913"/>
                  <a:pt x="15785" y="0"/>
                  <a:pt x="15785" y="0"/>
                </a:cubicBezTo>
                <a:cubicBezTo>
                  <a:pt x="16062" y="0"/>
                  <a:pt x="16892" y="1217"/>
                  <a:pt x="16892" y="1521"/>
                </a:cubicBezTo>
                <a:cubicBezTo>
                  <a:pt x="16892" y="1217"/>
                  <a:pt x="17169" y="1217"/>
                  <a:pt x="17169" y="1217"/>
                </a:cubicBezTo>
                <a:cubicBezTo>
                  <a:pt x="17446" y="1217"/>
                  <a:pt x="17446" y="1217"/>
                  <a:pt x="17446" y="1521"/>
                </a:cubicBezTo>
                <a:cubicBezTo>
                  <a:pt x="17723" y="913"/>
                  <a:pt x="18277" y="304"/>
                  <a:pt x="18554" y="0"/>
                </a:cubicBezTo>
                <a:cubicBezTo>
                  <a:pt x="18554" y="0"/>
                  <a:pt x="18554" y="0"/>
                  <a:pt x="18554" y="0"/>
                </a:cubicBezTo>
                <a:cubicBezTo>
                  <a:pt x="18831" y="0"/>
                  <a:pt x="19938" y="608"/>
                  <a:pt x="19938" y="913"/>
                </a:cubicBezTo>
                <a:cubicBezTo>
                  <a:pt x="19938" y="913"/>
                  <a:pt x="19938" y="913"/>
                  <a:pt x="19938" y="913"/>
                </a:cubicBezTo>
                <a:cubicBezTo>
                  <a:pt x="19938" y="1217"/>
                  <a:pt x="19662" y="2434"/>
                  <a:pt x="19385" y="2738"/>
                </a:cubicBezTo>
                <a:cubicBezTo>
                  <a:pt x="19662" y="2738"/>
                  <a:pt x="19662" y="3042"/>
                  <a:pt x="19938" y="3346"/>
                </a:cubicBezTo>
                <a:cubicBezTo>
                  <a:pt x="19938" y="3346"/>
                  <a:pt x="21600" y="3346"/>
                  <a:pt x="21600" y="3651"/>
                </a:cubicBezTo>
                <a:lnTo>
                  <a:pt x="21600" y="5476"/>
                </a:lnTo>
                <a:close/>
                <a:moveTo>
                  <a:pt x="21600" y="17949"/>
                </a:moveTo>
                <a:cubicBezTo>
                  <a:pt x="21600" y="17949"/>
                  <a:pt x="19938" y="18254"/>
                  <a:pt x="19938" y="18254"/>
                </a:cubicBezTo>
                <a:cubicBezTo>
                  <a:pt x="19662" y="18558"/>
                  <a:pt x="19662" y="18558"/>
                  <a:pt x="19385" y="18862"/>
                </a:cubicBezTo>
                <a:cubicBezTo>
                  <a:pt x="19662" y="19166"/>
                  <a:pt x="19938" y="20383"/>
                  <a:pt x="19938" y="20687"/>
                </a:cubicBezTo>
                <a:cubicBezTo>
                  <a:pt x="19938" y="20687"/>
                  <a:pt x="19938" y="20687"/>
                  <a:pt x="19938" y="20687"/>
                </a:cubicBezTo>
                <a:cubicBezTo>
                  <a:pt x="19938" y="20687"/>
                  <a:pt x="18831" y="21600"/>
                  <a:pt x="18554" y="21600"/>
                </a:cubicBezTo>
                <a:cubicBezTo>
                  <a:pt x="18554" y="21600"/>
                  <a:pt x="17723" y="20383"/>
                  <a:pt x="17446" y="20079"/>
                </a:cubicBezTo>
                <a:cubicBezTo>
                  <a:pt x="17446" y="20079"/>
                  <a:pt x="17446" y="20079"/>
                  <a:pt x="17169" y="20079"/>
                </a:cubicBezTo>
                <a:cubicBezTo>
                  <a:pt x="17169" y="20079"/>
                  <a:pt x="16892" y="20079"/>
                  <a:pt x="16892" y="20079"/>
                </a:cubicBezTo>
                <a:cubicBezTo>
                  <a:pt x="16892" y="20383"/>
                  <a:pt x="16062" y="21600"/>
                  <a:pt x="15785" y="21600"/>
                </a:cubicBezTo>
                <a:cubicBezTo>
                  <a:pt x="15785" y="21600"/>
                  <a:pt x="14677" y="20687"/>
                  <a:pt x="14400" y="20687"/>
                </a:cubicBezTo>
                <a:cubicBezTo>
                  <a:pt x="14400" y="20687"/>
                  <a:pt x="14400" y="20687"/>
                  <a:pt x="14400" y="20687"/>
                </a:cubicBezTo>
                <a:cubicBezTo>
                  <a:pt x="14400" y="20383"/>
                  <a:pt x="14954" y="19166"/>
                  <a:pt x="14954" y="18862"/>
                </a:cubicBezTo>
                <a:cubicBezTo>
                  <a:pt x="14677" y="18558"/>
                  <a:pt x="14677" y="18558"/>
                  <a:pt x="14677" y="18254"/>
                </a:cubicBezTo>
                <a:cubicBezTo>
                  <a:pt x="14400" y="18254"/>
                  <a:pt x="13015" y="17949"/>
                  <a:pt x="13015" y="17949"/>
                </a:cubicBezTo>
                <a:cubicBezTo>
                  <a:pt x="13015" y="16124"/>
                  <a:pt x="13015" y="16124"/>
                  <a:pt x="13015" y="16124"/>
                </a:cubicBezTo>
                <a:cubicBezTo>
                  <a:pt x="13015" y="15820"/>
                  <a:pt x="14400" y="15820"/>
                  <a:pt x="14677" y="15820"/>
                </a:cubicBezTo>
                <a:cubicBezTo>
                  <a:pt x="14677" y="15515"/>
                  <a:pt x="14677" y="15211"/>
                  <a:pt x="14954" y="15211"/>
                </a:cubicBezTo>
                <a:cubicBezTo>
                  <a:pt x="14954" y="14907"/>
                  <a:pt x="14400" y="13690"/>
                  <a:pt x="14400" y="13386"/>
                </a:cubicBezTo>
                <a:cubicBezTo>
                  <a:pt x="14400" y="13386"/>
                  <a:pt x="14400" y="13386"/>
                  <a:pt x="14400" y="13386"/>
                </a:cubicBezTo>
                <a:cubicBezTo>
                  <a:pt x="14677" y="13386"/>
                  <a:pt x="15785" y="12473"/>
                  <a:pt x="15785" y="12473"/>
                </a:cubicBezTo>
                <a:cubicBezTo>
                  <a:pt x="16062" y="12473"/>
                  <a:pt x="16892" y="13690"/>
                  <a:pt x="16892" y="13994"/>
                </a:cubicBezTo>
                <a:cubicBezTo>
                  <a:pt x="16892" y="13994"/>
                  <a:pt x="17169" y="13994"/>
                  <a:pt x="17169" y="13994"/>
                </a:cubicBezTo>
                <a:cubicBezTo>
                  <a:pt x="17446" y="13994"/>
                  <a:pt x="17446" y="13994"/>
                  <a:pt x="17446" y="13994"/>
                </a:cubicBezTo>
                <a:cubicBezTo>
                  <a:pt x="17723" y="13386"/>
                  <a:pt x="18277" y="13082"/>
                  <a:pt x="18554" y="12473"/>
                </a:cubicBezTo>
                <a:cubicBezTo>
                  <a:pt x="18554" y="12473"/>
                  <a:pt x="18554" y="12473"/>
                  <a:pt x="18554" y="12473"/>
                </a:cubicBezTo>
                <a:cubicBezTo>
                  <a:pt x="18831" y="12473"/>
                  <a:pt x="19938" y="13386"/>
                  <a:pt x="19938" y="13386"/>
                </a:cubicBezTo>
                <a:cubicBezTo>
                  <a:pt x="19938" y="13386"/>
                  <a:pt x="19938" y="13386"/>
                  <a:pt x="19938" y="13386"/>
                </a:cubicBezTo>
                <a:cubicBezTo>
                  <a:pt x="19938" y="13690"/>
                  <a:pt x="19662" y="14907"/>
                  <a:pt x="19385" y="15211"/>
                </a:cubicBezTo>
                <a:cubicBezTo>
                  <a:pt x="19662" y="15211"/>
                  <a:pt x="19662" y="15515"/>
                  <a:pt x="19938" y="15820"/>
                </a:cubicBezTo>
                <a:cubicBezTo>
                  <a:pt x="19938" y="15820"/>
                  <a:pt x="21600" y="15820"/>
                  <a:pt x="21600" y="16124"/>
                </a:cubicBezTo>
                <a:lnTo>
                  <a:pt x="21600" y="17949"/>
                </a:lnTo>
                <a:close/>
                <a:moveTo>
                  <a:pt x="17169" y="3042"/>
                </a:moveTo>
                <a:cubicBezTo>
                  <a:pt x="16338" y="3042"/>
                  <a:pt x="15785" y="3651"/>
                  <a:pt x="15785" y="4563"/>
                </a:cubicBezTo>
                <a:cubicBezTo>
                  <a:pt x="15785" y="5476"/>
                  <a:pt x="16338" y="6085"/>
                  <a:pt x="17169" y="6085"/>
                </a:cubicBezTo>
                <a:cubicBezTo>
                  <a:pt x="18000" y="6085"/>
                  <a:pt x="18554" y="5476"/>
                  <a:pt x="18554" y="4563"/>
                </a:cubicBezTo>
                <a:cubicBezTo>
                  <a:pt x="18554" y="3651"/>
                  <a:pt x="18000" y="3042"/>
                  <a:pt x="17169" y="3042"/>
                </a:cubicBezTo>
                <a:close/>
                <a:moveTo>
                  <a:pt x="17169" y="15515"/>
                </a:moveTo>
                <a:cubicBezTo>
                  <a:pt x="16338" y="15515"/>
                  <a:pt x="15785" y="16124"/>
                  <a:pt x="15785" y="17037"/>
                </a:cubicBezTo>
                <a:cubicBezTo>
                  <a:pt x="15785" y="17949"/>
                  <a:pt x="16338" y="18558"/>
                  <a:pt x="17169" y="18558"/>
                </a:cubicBezTo>
                <a:cubicBezTo>
                  <a:pt x="18000" y="18558"/>
                  <a:pt x="18554" y="17949"/>
                  <a:pt x="18554" y="17037"/>
                </a:cubicBezTo>
                <a:cubicBezTo>
                  <a:pt x="18554" y="16124"/>
                  <a:pt x="18000" y="15515"/>
                  <a:pt x="17169" y="15515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20000"/>
              </a:lnSpc>
              <a:defRPr sz="10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8"/>
          <p:cNvSpPr txBox="1"/>
          <p:nvPr/>
        </p:nvSpPr>
        <p:spPr>
          <a:xfrm>
            <a:off x="9237879" y="1702789"/>
            <a:ext cx="1732764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3" name="TextBox 19"/>
          <p:cNvSpPr txBox="1"/>
          <p:nvPr/>
        </p:nvSpPr>
        <p:spPr>
          <a:xfrm>
            <a:off x="9237879" y="3212956"/>
            <a:ext cx="1732764" cy="9550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4" name="TextBox 20"/>
          <p:cNvSpPr txBox="1"/>
          <p:nvPr/>
        </p:nvSpPr>
        <p:spPr>
          <a:xfrm>
            <a:off x="9237879" y="4829469"/>
            <a:ext cx="1732764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5" name="TextBox 22"/>
          <p:cNvSpPr txBox="1"/>
          <p:nvPr/>
        </p:nvSpPr>
        <p:spPr>
          <a:xfrm>
            <a:off x="700581" y="2158066"/>
            <a:ext cx="3844997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6" name="TextBox 81"/>
          <p:cNvSpPr txBox="1"/>
          <p:nvPr/>
        </p:nvSpPr>
        <p:spPr>
          <a:xfrm>
            <a:off x="700581" y="3886258"/>
            <a:ext cx="3844997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7" name="TextBox 82"/>
          <p:cNvSpPr txBox="1"/>
          <p:nvPr/>
        </p:nvSpPr>
        <p:spPr>
          <a:xfrm>
            <a:off x="700581" y="5518441"/>
            <a:ext cx="3844997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8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9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0" name="直线连接符 61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11" name="图片 3" descr="pic_placeholder.png"/>
          <p:cNvPicPr>
            <a:picLocks noChangeAspect="1"/>
          </p:cNvPicPr>
          <p:nvPr/>
        </p:nvPicPr>
        <p:blipFill>
          <a:blip r:embed="rId2"/>
          <a:srcRect l="19479" r="19475"/>
          <a:stretch>
            <a:fillRect/>
          </a:stretch>
        </p:blipFill>
        <p:spPr>
          <a:xfrm>
            <a:off x="5041447" y="2970340"/>
            <a:ext cx="1556942" cy="1556861"/>
          </a:xfrm>
          <a:prstGeom prst="rect">
            <a:avLst/>
          </a:prstGeom>
        </p:spPr>
      </p:pic>
      <p:sp>
        <p:nvSpPr>
          <p:cNvPr id="12" name="Isosceles Triangle 15"/>
          <p:cNvSpPr/>
          <p:nvPr/>
        </p:nvSpPr>
        <p:spPr xmlns:m="http://schemas.openxmlformats.org/officeDocument/2006/math" xmlns:a14="http://schemas.microsoft.com/office/drawing/2010/main">
          <a:xfrm rot="3520175">
            <a:off x="7147633" y="2223558"/>
            <a:ext cx="54659" cy="1314346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D9D9D9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defRPr>
            </a:pPr>
          </a:p>
        </p:txBody>
      </p:sp>
      <p:sp>
        <p:nvSpPr>
          <p:cNvPr id="13" name="Isosceles Triangle 15"/>
          <p:cNvSpPr/>
          <p:nvPr/>
        </p:nvSpPr>
        <p:spPr xmlns:m="http://schemas.openxmlformats.org/officeDocument/2006/math" xmlns:a14="http://schemas.microsoft.com/office/drawing/2010/main">
          <a:xfrm rot="5400000">
            <a:off x="7215591" y="3333124"/>
            <a:ext cx="65707" cy="956131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D9D9D9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defRPr>
            </a:pPr>
          </a:p>
        </p:txBody>
      </p:sp>
      <p:sp>
        <p:nvSpPr>
          <p:cNvPr id="14" name="Isosceles Triangle 15"/>
          <p:cNvSpPr/>
          <p:nvPr/>
        </p:nvSpPr>
        <p:spPr xmlns:m="http://schemas.openxmlformats.org/officeDocument/2006/math" xmlns:a14="http://schemas.microsoft.com/office/drawing/2010/main">
          <a:xfrm rot="7600209">
            <a:off x="7097514" y="4106452"/>
            <a:ext cx="54658" cy="1314347"/>
          </a:xfrm>
          <a:prstGeom prst="triangle">
            <a:avLst/>
          </a:prstGeom>
          <a:solidFill>
            <a:srgbClr val="D9D9D9"/>
          </a:solidFill>
          <a:ln w="12700">
            <a:solidFill>
              <a:srgbClr val="D9D9D9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defRPr>
            </a:pPr>
          </a:p>
        </p:txBody>
      </p:sp>
      <p:sp>
        <p:nvSpPr>
          <p:cNvPr id="15" name="同心圆 13"/>
          <p:cNvSpPr/>
          <p:nvPr/>
        </p:nvSpPr>
        <p:spPr xmlns:m="http://schemas.openxmlformats.org/officeDocument/2006/math" xmlns:a14="http://schemas.microsoft.com/office/drawing/2010/main">
          <a:xfrm>
            <a:off x="7668241" y="1497144"/>
            <a:ext cx="1424079" cy="14240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00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6" name="椭圆 14"/>
          <p:cNvSpPr/>
          <p:nvPr/>
        </p:nvSpPr>
        <p:spPr xmlns:m="http://schemas.openxmlformats.org/officeDocument/2006/math" xmlns:a14="http://schemas.microsoft.com/office/drawing/2010/main">
          <a:xfrm>
            <a:off x="7699321" y="1528225"/>
            <a:ext cx="1361917" cy="1361919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00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7" name="TextBox 43"/>
          <p:cNvSpPr txBox="1"/>
          <p:nvPr/>
        </p:nvSpPr>
        <p:spPr>
          <a:xfrm>
            <a:off x="7687073" y="2041676"/>
            <a:ext cx="1405247" cy="355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 algn="ctr">
              <a:defRPr sz="20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8" name="同心圆 18"/>
          <p:cNvSpPr/>
          <p:nvPr/>
        </p:nvSpPr>
        <p:spPr xmlns:m="http://schemas.openxmlformats.org/officeDocument/2006/math" xmlns:a14="http://schemas.microsoft.com/office/drawing/2010/main">
          <a:xfrm>
            <a:off x="7690278" y="3138632"/>
            <a:ext cx="1424079" cy="14240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00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9" name="椭圆 19"/>
          <p:cNvSpPr/>
          <p:nvPr/>
        </p:nvSpPr>
        <p:spPr xmlns:m="http://schemas.openxmlformats.org/officeDocument/2006/math" xmlns:a14="http://schemas.microsoft.com/office/drawing/2010/main">
          <a:xfrm>
            <a:off x="7721358" y="3169713"/>
            <a:ext cx="1361917" cy="1361919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00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0" name="TextBox 52"/>
          <p:cNvSpPr txBox="1"/>
          <p:nvPr/>
        </p:nvSpPr>
        <p:spPr>
          <a:xfrm>
            <a:off x="7715359" y="3662825"/>
            <a:ext cx="1367917" cy="355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 algn="ctr">
              <a:defRPr sz="20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21" name="同心圆 23"/>
          <p:cNvSpPr/>
          <p:nvPr/>
        </p:nvSpPr>
        <p:spPr xmlns:m="http://schemas.openxmlformats.org/officeDocument/2006/math" xmlns:a14="http://schemas.microsoft.com/office/drawing/2010/main">
          <a:xfrm>
            <a:off x="7672071" y="4794901"/>
            <a:ext cx="1424079" cy="14240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00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2" name="椭圆 24"/>
          <p:cNvSpPr/>
          <p:nvPr/>
        </p:nvSpPr>
        <p:spPr xmlns:m="http://schemas.openxmlformats.org/officeDocument/2006/math" xmlns:a14="http://schemas.microsoft.com/office/drawing/2010/main">
          <a:xfrm>
            <a:off x="7703151" y="4825982"/>
            <a:ext cx="1361917" cy="1361919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00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3" name="TextBox 56"/>
          <p:cNvSpPr txBox="1"/>
          <p:nvPr/>
        </p:nvSpPr>
        <p:spPr>
          <a:xfrm>
            <a:off x="7668241" y="5327450"/>
            <a:ext cx="1434673" cy="355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 algn="ctr">
              <a:defRPr sz="20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24" name="同心圆 28"/>
          <p:cNvSpPr/>
          <p:nvPr/>
        </p:nvSpPr>
        <p:spPr xmlns:m="http://schemas.openxmlformats.org/officeDocument/2006/math" xmlns:a14="http://schemas.microsoft.com/office/drawing/2010/main">
          <a:xfrm>
            <a:off x="4847861" y="2776752"/>
            <a:ext cx="1944033" cy="19440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5" name="椭圆 29"/>
          <p:cNvSpPr/>
          <p:nvPr/>
        </p:nvSpPr>
        <p:spPr xmlns:m="http://schemas.openxmlformats.org/officeDocument/2006/math" xmlns:a14="http://schemas.microsoft.com/office/drawing/2010/main">
          <a:xfrm>
            <a:off x="4890289" y="2819181"/>
            <a:ext cx="1859175" cy="1859176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6" name="圆角矩形 35"/>
          <p:cNvSpPr/>
          <p:nvPr/>
        </p:nvSpPr>
        <p:spPr xmlns:m="http://schemas.openxmlformats.org/officeDocument/2006/math" xmlns:a14="http://schemas.microsoft.com/office/drawing/2010/main">
          <a:xfrm>
            <a:off x="1806988" y="1485993"/>
            <a:ext cx="1808524" cy="576716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FFFF"/>
              </a:gs>
              <a:gs pos="62000">
                <a:srgbClr val="F2F2F2"/>
              </a:gs>
              <a:gs pos="100000">
                <a:srgbClr val="D9D9D9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7" name="圆角矩形 36"/>
          <p:cNvSpPr/>
          <p:nvPr/>
        </p:nvSpPr>
        <p:spPr xmlns:m="http://schemas.openxmlformats.org/officeDocument/2006/math" xmlns:a14="http://schemas.microsoft.com/office/drawing/2010/main">
          <a:xfrm>
            <a:off x="1829552" y="1504118"/>
            <a:ext cx="1763394" cy="540467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FFFF"/>
              </a:gs>
              <a:gs pos="42000">
                <a:srgbClr val="F0F0F0"/>
              </a:gs>
              <a:gs pos="100000">
                <a:srgbClr val="D9D9D9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8" name="椭圆 34"/>
          <p:cNvSpPr/>
          <p:nvPr/>
        </p:nvSpPr>
        <p:spPr xmlns:m="http://schemas.openxmlformats.org/officeDocument/2006/math" xmlns:a14="http://schemas.microsoft.com/office/drawing/2010/main">
          <a:xfrm>
            <a:off x="1946951" y="1627523"/>
            <a:ext cx="293653" cy="293653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88900" dist="63500" dir="8100000">
              <a:srgbClr val="000000">
                <a:alpha val="5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00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9" name="TextBox 75"/>
          <p:cNvSpPr txBox="1"/>
          <p:nvPr/>
        </p:nvSpPr>
        <p:spPr>
          <a:xfrm>
            <a:off x="2353386" y="1635937"/>
            <a:ext cx="1050451" cy="355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 algn="ctr">
              <a:defRPr b="1" sz="20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30" name="圆角矩形 44"/>
          <p:cNvSpPr/>
          <p:nvPr/>
        </p:nvSpPr>
        <p:spPr xmlns:m="http://schemas.openxmlformats.org/officeDocument/2006/math" xmlns:a14="http://schemas.microsoft.com/office/drawing/2010/main">
          <a:xfrm>
            <a:off x="1806988" y="3130100"/>
            <a:ext cx="1808524" cy="576716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FFFF"/>
              </a:gs>
              <a:gs pos="62000">
                <a:srgbClr val="F2F2F2"/>
              </a:gs>
              <a:gs pos="100000">
                <a:srgbClr val="D9D9D9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1" name="圆角矩形 45"/>
          <p:cNvSpPr/>
          <p:nvPr/>
        </p:nvSpPr>
        <p:spPr xmlns:m="http://schemas.openxmlformats.org/officeDocument/2006/math" xmlns:a14="http://schemas.microsoft.com/office/drawing/2010/main">
          <a:xfrm>
            <a:off x="1829552" y="3148225"/>
            <a:ext cx="1763394" cy="540467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FFFF"/>
              </a:gs>
              <a:gs pos="42000">
                <a:srgbClr val="F0F0F0"/>
              </a:gs>
              <a:gs pos="100000">
                <a:srgbClr val="D9D9D9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2" name="椭圆 43"/>
          <p:cNvSpPr/>
          <p:nvPr/>
        </p:nvSpPr>
        <p:spPr xmlns:m="http://schemas.openxmlformats.org/officeDocument/2006/math" xmlns:a14="http://schemas.microsoft.com/office/drawing/2010/main">
          <a:xfrm>
            <a:off x="1946951" y="3271630"/>
            <a:ext cx="293653" cy="293653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88900" dist="63500" dir="8100000">
              <a:srgbClr val="000000">
                <a:alpha val="5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3" name="TextBox 86"/>
          <p:cNvSpPr txBox="1"/>
          <p:nvPr/>
        </p:nvSpPr>
        <p:spPr>
          <a:xfrm>
            <a:off x="2353386" y="3280044"/>
            <a:ext cx="1050451" cy="355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 algn="ctr">
              <a:defRPr b="1" sz="20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34" name="圆角矩形 51"/>
          <p:cNvSpPr/>
          <p:nvPr/>
        </p:nvSpPr>
        <p:spPr xmlns:m="http://schemas.openxmlformats.org/officeDocument/2006/math" xmlns:a14="http://schemas.microsoft.com/office/drawing/2010/main">
          <a:xfrm>
            <a:off x="1806987" y="4759497"/>
            <a:ext cx="1808524" cy="576716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FFFF"/>
              </a:gs>
              <a:gs pos="62000">
                <a:srgbClr val="F2F2F2"/>
              </a:gs>
              <a:gs pos="100000">
                <a:srgbClr val="D9D9D9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5" name="圆角矩形 52"/>
          <p:cNvSpPr/>
          <p:nvPr/>
        </p:nvSpPr>
        <p:spPr xmlns:m="http://schemas.openxmlformats.org/officeDocument/2006/math" xmlns:a14="http://schemas.microsoft.com/office/drawing/2010/main">
          <a:xfrm>
            <a:off x="1829551" y="4777622"/>
            <a:ext cx="1763394" cy="540467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FFFF"/>
              </a:gs>
              <a:gs pos="42000">
                <a:srgbClr val="F0F0F0"/>
              </a:gs>
              <a:gs pos="100000">
                <a:srgbClr val="D9D9D9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6" name="椭圆 50"/>
          <p:cNvSpPr/>
          <p:nvPr/>
        </p:nvSpPr>
        <p:spPr xmlns:m="http://schemas.openxmlformats.org/officeDocument/2006/math" xmlns:a14="http://schemas.microsoft.com/office/drawing/2010/main">
          <a:xfrm>
            <a:off x="1946950" y="4901027"/>
            <a:ext cx="293653" cy="293653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88900" dist="63500" dir="8100000">
              <a:srgbClr val="000000">
                <a:alpha val="5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7" name="TextBox 93"/>
          <p:cNvSpPr txBox="1"/>
          <p:nvPr/>
        </p:nvSpPr>
        <p:spPr>
          <a:xfrm>
            <a:off x="2353385" y="4909441"/>
            <a:ext cx="1050451" cy="355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 algn="ctr">
              <a:defRPr b="1" sz="20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58"/>
          <p:cNvSpPr txBox="1"/>
          <p:nvPr/>
        </p:nvSpPr>
        <p:spPr>
          <a:xfrm>
            <a:off x="6878398" y="2979202"/>
            <a:ext cx="4175377" cy="1389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aaaaaaaaaaaaaaaaaaaaaaaaaaaaaaaaaaaaaaaaaaaaaaaaaaaaaaaaaaaaaaaaaaaa</a:t>
            </a:r>
          </a:p>
          <a:p>
            <a: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" name="TextBox 59"/>
          <p:cNvSpPr txBox="1"/>
          <p:nvPr/>
        </p:nvSpPr>
        <p:spPr>
          <a:xfrm>
            <a:off x="6878398" y="2495075"/>
            <a:ext cx="2058808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4" name="TextBox 60"/>
          <p:cNvSpPr txBox="1"/>
          <p:nvPr/>
        </p:nvSpPr>
        <p:spPr>
          <a:xfrm>
            <a:off x="6878397" y="4293823"/>
            <a:ext cx="3239518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4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5" name="TextBox 61"/>
          <p:cNvSpPr txBox="1"/>
          <p:nvPr/>
        </p:nvSpPr>
        <p:spPr>
          <a:xfrm>
            <a:off x="6901253" y="4056719"/>
            <a:ext cx="1439786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b="1"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</a:t>
            </a:r>
          </a:p>
        </p:txBody>
      </p:sp>
      <p:sp>
        <p:nvSpPr>
          <p:cNvPr id="6" name="椭圆 35"/>
          <p:cNvSpPr/>
          <p:nvPr/>
        </p:nvSpPr>
        <p:spPr xmlns:m="http://schemas.openxmlformats.org/officeDocument/2006/math" xmlns:a14="http://schemas.microsoft.com/office/drawing/2010/main">
          <a:xfrm>
            <a:off x="7608452" y="5273213"/>
            <a:ext cx="107973" cy="10797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7" name="椭圆 36"/>
          <p:cNvSpPr/>
          <p:nvPr/>
        </p:nvSpPr>
        <p:spPr xmlns:m="http://schemas.openxmlformats.org/officeDocument/2006/math" xmlns:a14="http://schemas.microsoft.com/office/drawing/2010/main">
          <a:xfrm>
            <a:off x="8737427" y="5258515"/>
            <a:ext cx="107973" cy="10797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8" name="TextBox 64"/>
          <p:cNvSpPr txBox="1"/>
          <p:nvPr/>
        </p:nvSpPr>
        <p:spPr>
          <a:xfrm>
            <a:off x="6912148" y="5221125"/>
            <a:ext cx="634764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b="1"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9" name="TextBox 65"/>
          <p:cNvSpPr txBox="1"/>
          <p:nvPr/>
        </p:nvSpPr>
        <p:spPr>
          <a:xfrm>
            <a:off x="8041123" y="5204807"/>
            <a:ext cx="634764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b="1"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10" name="椭圆 39"/>
          <p:cNvSpPr/>
          <p:nvPr/>
        </p:nvSpPr>
        <p:spPr xmlns:m="http://schemas.openxmlformats.org/officeDocument/2006/math" xmlns:a14="http://schemas.microsoft.com/office/drawing/2010/main">
          <a:xfrm>
            <a:off x="8951658" y="5258515"/>
            <a:ext cx="107973" cy="10797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1" name="椭圆 40"/>
          <p:cNvSpPr/>
          <p:nvPr/>
        </p:nvSpPr>
        <p:spPr xmlns:m="http://schemas.openxmlformats.org/officeDocument/2006/math" xmlns:a14="http://schemas.microsoft.com/office/drawing/2010/main">
          <a:xfrm>
            <a:off x="9157406" y="5258515"/>
            <a:ext cx="107973" cy="10797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2" name="椭圆 41"/>
          <p:cNvSpPr/>
          <p:nvPr/>
        </p:nvSpPr>
        <p:spPr xmlns:m="http://schemas.openxmlformats.org/officeDocument/2006/math" xmlns:a14="http://schemas.microsoft.com/office/drawing/2010/main">
          <a:xfrm>
            <a:off x="9362038" y="5258515"/>
            <a:ext cx="107973" cy="10797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3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14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5" name="直线连接符 48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6" name="Straight Connector 16"/>
          <p:cNvSpPr/>
          <p:nvPr/>
        </p:nvSpPr>
        <p:spPr>
          <a:xfrm>
            <a:off x="2024849" y="5325884"/>
            <a:ext cx="4421614" cy="0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76200" cap="flat">
            <a:solidFill>
              <a:srgbClr val="999999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Straight Connector 34"/>
          <p:cNvSpPr/>
          <p:nvPr/>
        </p:nvSpPr>
        <p:spPr>
          <a:xfrm flipV="1">
            <a:off x="2592616" y="2846940"/>
            <a:ext cx="1" cy="246570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6350" cap="flat">
            <a:solidFill>
              <a:srgbClr val="99999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Rounded Rectangle 35"/>
          <p:cNvSpPr/>
          <p:nvPr/>
        </p:nvSpPr>
        <p:spPr xmlns:m="http://schemas.openxmlformats.org/officeDocument/2006/math" xmlns:a14="http://schemas.microsoft.com/office/drawing/2010/main">
          <a:xfrm>
            <a:off x="2422661" y="4192159"/>
            <a:ext cx="339912" cy="101129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 sz="2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9" name="Straight Connector 32"/>
          <p:cNvSpPr/>
          <p:nvPr/>
        </p:nvSpPr>
        <p:spPr>
          <a:xfrm flipV="1">
            <a:off x="3238139" y="2846940"/>
            <a:ext cx="1" cy="246570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6350" cap="flat">
            <a:solidFill>
              <a:srgbClr val="99999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Rounded Rectangle 33"/>
          <p:cNvSpPr/>
          <p:nvPr/>
        </p:nvSpPr>
        <p:spPr xmlns:m="http://schemas.openxmlformats.org/officeDocument/2006/math" xmlns:a14="http://schemas.microsoft.com/office/drawing/2010/main">
          <a:xfrm>
            <a:off x="3068184" y="2956130"/>
            <a:ext cx="339912" cy="22473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 sz="2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1" name="Straight Connector 30"/>
          <p:cNvSpPr/>
          <p:nvPr/>
        </p:nvSpPr>
        <p:spPr>
          <a:xfrm flipV="1">
            <a:off x="3883662" y="2846940"/>
            <a:ext cx="1" cy="246570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6350" cap="flat">
            <a:solidFill>
              <a:srgbClr val="99999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2" name="Rounded Rectangle 31"/>
          <p:cNvSpPr/>
          <p:nvPr/>
        </p:nvSpPr>
        <p:spPr xmlns:m="http://schemas.openxmlformats.org/officeDocument/2006/math" xmlns:a14="http://schemas.microsoft.com/office/drawing/2010/main">
          <a:xfrm>
            <a:off x="3713707" y="3517961"/>
            <a:ext cx="339912" cy="168549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 sz="2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3" name="Straight Connector 27"/>
          <p:cNvSpPr/>
          <p:nvPr/>
        </p:nvSpPr>
        <p:spPr>
          <a:xfrm flipV="1">
            <a:off x="4529185" y="2846940"/>
            <a:ext cx="1" cy="246570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6350" cap="flat">
            <a:solidFill>
              <a:srgbClr val="99999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4" name="Rounded Rectangle 29"/>
          <p:cNvSpPr/>
          <p:nvPr/>
        </p:nvSpPr>
        <p:spPr xmlns:m="http://schemas.openxmlformats.org/officeDocument/2006/math" xmlns:a14="http://schemas.microsoft.com/office/drawing/2010/main">
          <a:xfrm>
            <a:off x="4359230" y="3742694"/>
            <a:ext cx="339912" cy="14607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 sz="2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5" name="Straight Connector 25"/>
          <p:cNvSpPr/>
          <p:nvPr/>
        </p:nvSpPr>
        <p:spPr>
          <a:xfrm flipV="1">
            <a:off x="5174708" y="2846940"/>
            <a:ext cx="1" cy="246570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6350" cap="flat">
            <a:solidFill>
              <a:srgbClr val="99999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6" name="Rounded Rectangle 26"/>
          <p:cNvSpPr/>
          <p:nvPr/>
        </p:nvSpPr>
        <p:spPr xmlns:m="http://schemas.openxmlformats.org/officeDocument/2006/math" xmlns:a14="http://schemas.microsoft.com/office/drawing/2010/main">
          <a:xfrm>
            <a:off x="5004753" y="3405595"/>
            <a:ext cx="339912" cy="17978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 sz="2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7" name="Straight Connector 23"/>
          <p:cNvSpPr/>
          <p:nvPr/>
        </p:nvSpPr>
        <p:spPr>
          <a:xfrm flipV="1">
            <a:off x="5820231" y="2846940"/>
            <a:ext cx="1" cy="246570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6350" cap="flat">
            <a:solidFill>
              <a:srgbClr val="99999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8" name="Rounded Rectangle 24"/>
          <p:cNvSpPr/>
          <p:nvPr/>
        </p:nvSpPr>
        <p:spPr xmlns:m="http://schemas.openxmlformats.org/officeDocument/2006/math" xmlns:a14="http://schemas.microsoft.com/office/drawing/2010/main">
          <a:xfrm>
            <a:off x="5650276" y="3180863"/>
            <a:ext cx="339912" cy="202259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 sz="2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9" name="Rectangle 1436"/>
          <p:cNvSpPr txBox="1"/>
          <p:nvPr/>
        </p:nvSpPr>
        <p:spPr>
          <a:xfrm>
            <a:off x="2491116" y="4362189"/>
            <a:ext cx="182216" cy="1778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numCol="1" anchor="t">
            <a:noAutofit/>
          </a:bodyPr>
          <a:lstStyle>
            <a:lvl1pPr algn="ctr">
              <a:defRPr b="1" sz="1200"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 sz="1166"/>
              <a:t>aa</a:t>
            </a:r>
          </a:p>
        </p:txBody>
      </p:sp>
      <p:sp>
        <p:nvSpPr>
          <p:cNvPr id="30" name="Rectangle 1436"/>
          <p:cNvSpPr txBox="1"/>
          <p:nvPr/>
        </p:nvSpPr>
        <p:spPr>
          <a:xfrm>
            <a:off x="3152469" y="4362189"/>
            <a:ext cx="182217" cy="1778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numCol="1" anchor="t">
            <a:noAutofit/>
          </a:bodyPr>
          <a:lstStyle>
            <a:lvl1pPr algn="ctr">
              <a:defRPr b="1" sz="1200"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 sz="1166"/>
              <a:t>aa</a:t>
            </a:r>
          </a:p>
        </p:txBody>
      </p:sp>
      <p:sp>
        <p:nvSpPr>
          <p:cNvPr id="31" name="Rectangle 1436"/>
          <p:cNvSpPr txBox="1"/>
          <p:nvPr/>
        </p:nvSpPr>
        <p:spPr>
          <a:xfrm>
            <a:off x="3784811" y="4362189"/>
            <a:ext cx="182216" cy="1778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numCol="1" anchor="t">
            <a:noAutofit/>
          </a:bodyPr>
          <a:lstStyle>
            <a:lvl1pPr algn="ctr">
              <a:defRPr b="1" sz="1200"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 sz="1166"/>
              <a:t>aa</a:t>
            </a:r>
          </a:p>
        </p:txBody>
      </p:sp>
      <p:sp>
        <p:nvSpPr>
          <p:cNvPr id="32" name="Rectangle 1436"/>
          <p:cNvSpPr txBox="1"/>
          <p:nvPr/>
        </p:nvSpPr>
        <p:spPr>
          <a:xfrm>
            <a:off x="4446168" y="4362189"/>
            <a:ext cx="182216" cy="1778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numCol="1" anchor="t">
            <a:noAutofit/>
          </a:bodyPr>
          <a:lstStyle>
            <a:lvl1pPr algn="ctr">
              <a:defRPr b="1" sz="1200"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 sz="1166"/>
              <a:t>aa</a:t>
            </a:r>
          </a:p>
        </p:txBody>
      </p:sp>
      <p:sp>
        <p:nvSpPr>
          <p:cNvPr id="33" name="Rectangle 1436"/>
          <p:cNvSpPr txBox="1"/>
          <p:nvPr/>
        </p:nvSpPr>
        <p:spPr>
          <a:xfrm>
            <a:off x="5078502" y="4362189"/>
            <a:ext cx="182216" cy="1778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numCol="1" anchor="t">
            <a:noAutofit/>
          </a:bodyPr>
          <a:lstStyle>
            <a:lvl1pPr algn="ctr">
              <a:defRPr b="1" sz="1200"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 sz="1166"/>
              <a:t>aa</a:t>
            </a:r>
          </a:p>
        </p:txBody>
      </p:sp>
      <p:sp>
        <p:nvSpPr>
          <p:cNvPr id="34" name="Rectangle 1436"/>
          <p:cNvSpPr txBox="1"/>
          <p:nvPr/>
        </p:nvSpPr>
        <p:spPr>
          <a:xfrm>
            <a:off x="5725356" y="4362189"/>
            <a:ext cx="182216" cy="1778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numCol="1" anchor="t">
            <a:noAutofit/>
          </a:bodyPr>
          <a:lstStyle>
            <a:lvl1pPr algn="ctr">
              <a:defRPr b="1" sz="1200"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 sz="1166"/>
              <a:t>aa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8"/>
          <p:cNvSpPr txBox="1"/>
          <p:nvPr/>
        </p:nvSpPr>
        <p:spPr>
          <a:xfrm>
            <a:off x="804469" y="4132681"/>
            <a:ext cx="1998183" cy="955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3" tIns="45713" rIns="45713" bIns="45713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3" name="矩形 18"/>
          <p:cNvSpPr txBox="1"/>
          <p:nvPr/>
        </p:nvSpPr>
        <p:spPr>
          <a:xfrm>
            <a:off x="3748361" y="4132681"/>
            <a:ext cx="1998183" cy="955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3" tIns="45713" rIns="45713" bIns="45713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4" name="矩形 28"/>
          <p:cNvSpPr txBox="1"/>
          <p:nvPr/>
        </p:nvSpPr>
        <p:spPr>
          <a:xfrm>
            <a:off x="6650773" y="4132681"/>
            <a:ext cx="1998183" cy="955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3" tIns="45713" rIns="45713" bIns="45713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5" name="矩形 38"/>
          <p:cNvSpPr txBox="1"/>
          <p:nvPr/>
        </p:nvSpPr>
        <p:spPr>
          <a:xfrm>
            <a:off x="9569986" y="4132681"/>
            <a:ext cx="1998183" cy="955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3" tIns="45713" rIns="45713" bIns="45713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6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7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8" name="直线连接符 47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9" name="同心圆 6"/>
          <p:cNvSpPr/>
          <p:nvPr/>
        </p:nvSpPr>
        <p:spPr xmlns:m="http://schemas.openxmlformats.org/officeDocument/2006/math" xmlns:a14="http://schemas.microsoft.com/office/drawing/2010/main">
          <a:xfrm>
            <a:off x="799029" y="1809299"/>
            <a:ext cx="2009058" cy="2009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29614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0" name="椭圆 7"/>
          <p:cNvSpPr/>
          <p:nvPr/>
        </p:nvSpPr>
        <p:spPr xmlns:m="http://schemas.openxmlformats.org/officeDocument/2006/math" xmlns:a14="http://schemas.microsoft.com/office/drawing/2010/main">
          <a:xfrm>
            <a:off x="842878" y="1853147"/>
            <a:ext cx="1921359" cy="1921358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29614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1" name="TextBox 55"/>
          <p:cNvSpPr txBox="1"/>
          <p:nvPr/>
        </p:nvSpPr>
        <p:spPr>
          <a:xfrm>
            <a:off x="1192902" y="2534604"/>
            <a:ext cx="1131824" cy="561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defTabSz="1218564">
              <a:defRPr sz="26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</a:t>
            </a:r>
          </a:p>
        </p:txBody>
      </p:sp>
      <p:sp>
        <p:nvSpPr>
          <p:cNvPr id="12" name="Oval 9"/>
          <p:cNvSpPr/>
          <p:nvPr/>
        </p:nvSpPr>
        <p:spPr xmlns:m="http://schemas.openxmlformats.org/officeDocument/2006/math" xmlns:a14="http://schemas.microsoft.com/office/drawing/2010/main">
          <a:xfrm>
            <a:off x="2937323" y="4242032"/>
            <a:ext cx="631689" cy="636785"/>
          </a:xfrm>
          <a:prstGeom prst="ellipse">
            <a:avLst/>
          </a:prstGeom>
          <a:solidFill>
            <a:srgbClr val="3D9274"/>
          </a:solidFill>
          <a:ln w="9525" cap="flat">
            <a:solidFill>
              <a:srgbClr val="FFFFFF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3" name="Freeform 10"/>
          <p:cNvSpPr/>
          <p:nvPr/>
        </p:nvSpPr>
        <p:spPr xmlns:m="http://schemas.openxmlformats.org/officeDocument/2006/math" xmlns:a14="http://schemas.microsoft.com/office/drawing/2010/main">
          <a:xfrm>
            <a:off x="3273800" y="4392054"/>
            <a:ext cx="196227" cy="3227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42" h="20323" fill="norm" stroke="1" extrusionOk="0">
                <a:moveTo>
                  <a:pt x="18514" y="12575"/>
                </a:moveTo>
                <a:lnTo>
                  <a:pt x="11657" y="16141"/>
                </a:lnTo>
                <a:cubicBezTo>
                  <a:pt x="9429" y="17277"/>
                  <a:pt x="7200" y="18414"/>
                  <a:pt x="4971" y="19603"/>
                </a:cubicBezTo>
                <a:cubicBezTo>
                  <a:pt x="1800" y="21153"/>
                  <a:pt x="429" y="20068"/>
                  <a:pt x="0" y="17639"/>
                </a:cubicBezTo>
                <a:lnTo>
                  <a:pt x="2914" y="16141"/>
                </a:lnTo>
                <a:lnTo>
                  <a:pt x="9857" y="12575"/>
                </a:lnTo>
                <a:cubicBezTo>
                  <a:pt x="12257" y="10973"/>
                  <a:pt x="12857" y="9320"/>
                  <a:pt x="9600" y="7511"/>
                </a:cubicBezTo>
                <a:cubicBezTo>
                  <a:pt x="7371" y="6374"/>
                  <a:pt x="5143" y="5237"/>
                  <a:pt x="2914" y="4100"/>
                </a:cubicBezTo>
                <a:lnTo>
                  <a:pt x="0" y="2550"/>
                </a:lnTo>
                <a:cubicBezTo>
                  <a:pt x="343" y="-240"/>
                  <a:pt x="2143" y="-447"/>
                  <a:pt x="4714" y="535"/>
                </a:cubicBezTo>
                <a:lnTo>
                  <a:pt x="11657" y="4100"/>
                </a:lnTo>
                <a:cubicBezTo>
                  <a:pt x="13886" y="5237"/>
                  <a:pt x="16114" y="6374"/>
                  <a:pt x="18257" y="7511"/>
                </a:cubicBezTo>
                <a:cubicBezTo>
                  <a:pt x="21600" y="9320"/>
                  <a:pt x="20914" y="10973"/>
                  <a:pt x="18514" y="12575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4" name="Freeform 11"/>
          <p:cNvSpPr/>
          <p:nvPr/>
        </p:nvSpPr>
        <p:spPr xmlns:m="http://schemas.openxmlformats.org/officeDocument/2006/math" xmlns:a14="http://schemas.microsoft.com/office/drawing/2010/main">
          <a:xfrm>
            <a:off x="3078579" y="4392054"/>
            <a:ext cx="196729" cy="3227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95" h="20323" fill="norm" stroke="1" extrusionOk="0">
                <a:moveTo>
                  <a:pt x="18600" y="12575"/>
                </a:moveTo>
                <a:lnTo>
                  <a:pt x="11657" y="16141"/>
                </a:lnTo>
                <a:cubicBezTo>
                  <a:pt x="9429" y="17277"/>
                  <a:pt x="7200" y="18414"/>
                  <a:pt x="5057" y="19603"/>
                </a:cubicBezTo>
                <a:cubicBezTo>
                  <a:pt x="1800" y="21153"/>
                  <a:pt x="514" y="20068"/>
                  <a:pt x="0" y="17639"/>
                </a:cubicBezTo>
                <a:lnTo>
                  <a:pt x="3000" y="16141"/>
                </a:lnTo>
                <a:lnTo>
                  <a:pt x="9857" y="12575"/>
                </a:lnTo>
                <a:cubicBezTo>
                  <a:pt x="12257" y="10973"/>
                  <a:pt x="12857" y="9320"/>
                  <a:pt x="9600" y="7511"/>
                </a:cubicBezTo>
                <a:cubicBezTo>
                  <a:pt x="7371" y="6374"/>
                  <a:pt x="5143" y="5237"/>
                  <a:pt x="3000" y="4100"/>
                </a:cubicBezTo>
                <a:lnTo>
                  <a:pt x="0" y="2550"/>
                </a:lnTo>
                <a:cubicBezTo>
                  <a:pt x="343" y="-240"/>
                  <a:pt x="2229" y="-447"/>
                  <a:pt x="4800" y="535"/>
                </a:cubicBezTo>
                <a:lnTo>
                  <a:pt x="11657" y="4100"/>
                </a:lnTo>
                <a:cubicBezTo>
                  <a:pt x="13886" y="5237"/>
                  <a:pt x="16114" y="6374"/>
                  <a:pt x="18343" y="7511"/>
                </a:cubicBezTo>
                <a:cubicBezTo>
                  <a:pt x="21600" y="9320"/>
                  <a:pt x="21000" y="10973"/>
                  <a:pt x="18600" y="12575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5" name="同心圆 16"/>
          <p:cNvSpPr/>
          <p:nvPr/>
        </p:nvSpPr>
        <p:spPr xmlns:m="http://schemas.openxmlformats.org/officeDocument/2006/math" xmlns:a14="http://schemas.microsoft.com/office/drawing/2010/main">
          <a:xfrm>
            <a:off x="3783203" y="1809299"/>
            <a:ext cx="2009057" cy="2009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29614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6" name="椭圆 17"/>
          <p:cNvSpPr/>
          <p:nvPr/>
        </p:nvSpPr>
        <p:spPr xmlns:m="http://schemas.openxmlformats.org/officeDocument/2006/math" xmlns:a14="http://schemas.microsoft.com/office/drawing/2010/main">
          <a:xfrm>
            <a:off x="3827051" y="1853147"/>
            <a:ext cx="1921358" cy="1921358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29614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7" name="TextBox 65"/>
          <p:cNvSpPr txBox="1"/>
          <p:nvPr/>
        </p:nvSpPr>
        <p:spPr>
          <a:xfrm>
            <a:off x="4156771" y="2534604"/>
            <a:ext cx="1131823" cy="561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defTabSz="1218564">
              <a:defRPr sz="26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</a:t>
            </a:r>
          </a:p>
        </p:txBody>
      </p:sp>
      <p:sp>
        <p:nvSpPr>
          <p:cNvPr id="18" name="Oval 9"/>
          <p:cNvSpPr/>
          <p:nvPr/>
        </p:nvSpPr>
        <p:spPr xmlns:m="http://schemas.openxmlformats.org/officeDocument/2006/math" xmlns:a14="http://schemas.microsoft.com/office/drawing/2010/main">
          <a:xfrm>
            <a:off x="5917589" y="4242032"/>
            <a:ext cx="631689" cy="636785"/>
          </a:xfrm>
          <a:prstGeom prst="ellipse">
            <a:avLst/>
          </a:prstGeom>
          <a:solidFill>
            <a:srgbClr val="3D9274"/>
          </a:solidFill>
          <a:ln w="9525" cap="flat">
            <a:solidFill>
              <a:srgbClr val="FFFFFF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9" name="Freeform 10"/>
          <p:cNvSpPr/>
          <p:nvPr/>
        </p:nvSpPr>
        <p:spPr xmlns:m="http://schemas.openxmlformats.org/officeDocument/2006/math" xmlns:a14="http://schemas.microsoft.com/office/drawing/2010/main">
          <a:xfrm>
            <a:off x="6254066" y="4392054"/>
            <a:ext cx="196227" cy="3227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42" h="20323" fill="norm" stroke="1" extrusionOk="0">
                <a:moveTo>
                  <a:pt x="18514" y="12575"/>
                </a:moveTo>
                <a:lnTo>
                  <a:pt x="11657" y="16141"/>
                </a:lnTo>
                <a:cubicBezTo>
                  <a:pt x="9429" y="17277"/>
                  <a:pt x="7200" y="18414"/>
                  <a:pt x="4971" y="19603"/>
                </a:cubicBezTo>
                <a:cubicBezTo>
                  <a:pt x="1800" y="21153"/>
                  <a:pt x="429" y="20068"/>
                  <a:pt x="0" y="17639"/>
                </a:cubicBezTo>
                <a:lnTo>
                  <a:pt x="2914" y="16141"/>
                </a:lnTo>
                <a:lnTo>
                  <a:pt x="9857" y="12575"/>
                </a:lnTo>
                <a:cubicBezTo>
                  <a:pt x="12257" y="10973"/>
                  <a:pt x="12857" y="9320"/>
                  <a:pt x="9600" y="7511"/>
                </a:cubicBezTo>
                <a:cubicBezTo>
                  <a:pt x="7371" y="6374"/>
                  <a:pt x="5143" y="5237"/>
                  <a:pt x="2914" y="4100"/>
                </a:cubicBezTo>
                <a:lnTo>
                  <a:pt x="0" y="2550"/>
                </a:lnTo>
                <a:cubicBezTo>
                  <a:pt x="343" y="-240"/>
                  <a:pt x="2143" y="-447"/>
                  <a:pt x="4714" y="535"/>
                </a:cubicBezTo>
                <a:lnTo>
                  <a:pt x="11657" y="4100"/>
                </a:lnTo>
                <a:cubicBezTo>
                  <a:pt x="13886" y="5237"/>
                  <a:pt x="16114" y="6374"/>
                  <a:pt x="18257" y="7511"/>
                </a:cubicBezTo>
                <a:cubicBezTo>
                  <a:pt x="21600" y="9320"/>
                  <a:pt x="20914" y="10973"/>
                  <a:pt x="18514" y="12575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0" name="Freeform 11"/>
          <p:cNvSpPr/>
          <p:nvPr/>
        </p:nvSpPr>
        <p:spPr xmlns:m="http://schemas.openxmlformats.org/officeDocument/2006/math" xmlns:a14="http://schemas.microsoft.com/office/drawing/2010/main">
          <a:xfrm>
            <a:off x="6058845" y="4392054"/>
            <a:ext cx="196729" cy="3227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95" h="20323" fill="norm" stroke="1" extrusionOk="0">
                <a:moveTo>
                  <a:pt x="18600" y="12575"/>
                </a:moveTo>
                <a:lnTo>
                  <a:pt x="11657" y="16141"/>
                </a:lnTo>
                <a:cubicBezTo>
                  <a:pt x="9429" y="17277"/>
                  <a:pt x="7200" y="18414"/>
                  <a:pt x="5057" y="19603"/>
                </a:cubicBezTo>
                <a:cubicBezTo>
                  <a:pt x="1800" y="21153"/>
                  <a:pt x="514" y="20068"/>
                  <a:pt x="0" y="17639"/>
                </a:cubicBezTo>
                <a:lnTo>
                  <a:pt x="3000" y="16141"/>
                </a:lnTo>
                <a:lnTo>
                  <a:pt x="9857" y="12575"/>
                </a:lnTo>
                <a:cubicBezTo>
                  <a:pt x="12257" y="10973"/>
                  <a:pt x="12857" y="9320"/>
                  <a:pt x="9600" y="7511"/>
                </a:cubicBezTo>
                <a:cubicBezTo>
                  <a:pt x="7371" y="6374"/>
                  <a:pt x="5143" y="5237"/>
                  <a:pt x="3000" y="4100"/>
                </a:cubicBezTo>
                <a:lnTo>
                  <a:pt x="0" y="2550"/>
                </a:lnTo>
                <a:cubicBezTo>
                  <a:pt x="343" y="-240"/>
                  <a:pt x="2229" y="-447"/>
                  <a:pt x="4800" y="535"/>
                </a:cubicBezTo>
                <a:lnTo>
                  <a:pt x="11657" y="4100"/>
                </a:lnTo>
                <a:cubicBezTo>
                  <a:pt x="13886" y="5237"/>
                  <a:pt x="16114" y="6374"/>
                  <a:pt x="18343" y="7511"/>
                </a:cubicBezTo>
                <a:cubicBezTo>
                  <a:pt x="21600" y="9320"/>
                  <a:pt x="21000" y="10973"/>
                  <a:pt x="18600" y="12575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1" name="同心圆 26"/>
          <p:cNvSpPr/>
          <p:nvPr/>
        </p:nvSpPr>
        <p:spPr xmlns:m="http://schemas.openxmlformats.org/officeDocument/2006/math" xmlns:a14="http://schemas.microsoft.com/office/drawing/2010/main">
          <a:xfrm>
            <a:off x="6706658" y="1809299"/>
            <a:ext cx="2009057" cy="2009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29614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2" name="椭圆 27"/>
          <p:cNvSpPr/>
          <p:nvPr/>
        </p:nvSpPr>
        <p:spPr xmlns:m="http://schemas.openxmlformats.org/officeDocument/2006/math" xmlns:a14="http://schemas.microsoft.com/office/drawing/2010/main">
          <a:xfrm>
            <a:off x="6750506" y="1853147"/>
            <a:ext cx="1921358" cy="1921358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29614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3" name="TextBox 75"/>
          <p:cNvSpPr txBox="1"/>
          <p:nvPr/>
        </p:nvSpPr>
        <p:spPr>
          <a:xfrm>
            <a:off x="7079156" y="2534604"/>
            <a:ext cx="1131823" cy="561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defTabSz="1218564">
              <a:defRPr sz="26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</a:t>
            </a:r>
          </a:p>
        </p:txBody>
      </p:sp>
      <p:sp>
        <p:nvSpPr>
          <p:cNvPr id="24" name="Oval 9"/>
          <p:cNvSpPr/>
          <p:nvPr/>
        </p:nvSpPr>
        <p:spPr xmlns:m="http://schemas.openxmlformats.org/officeDocument/2006/math" xmlns:a14="http://schemas.microsoft.com/office/drawing/2010/main">
          <a:xfrm>
            <a:off x="8802457" y="4242032"/>
            <a:ext cx="631689" cy="636785"/>
          </a:xfrm>
          <a:prstGeom prst="ellipse">
            <a:avLst/>
          </a:prstGeom>
          <a:solidFill>
            <a:srgbClr val="3D9274"/>
          </a:solidFill>
          <a:ln w="9525" cap="flat">
            <a:solidFill>
              <a:srgbClr val="FFFFFF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5" name="Freeform 10"/>
          <p:cNvSpPr/>
          <p:nvPr/>
        </p:nvSpPr>
        <p:spPr xmlns:m="http://schemas.openxmlformats.org/officeDocument/2006/math" xmlns:a14="http://schemas.microsoft.com/office/drawing/2010/main">
          <a:xfrm>
            <a:off x="9138934" y="4392054"/>
            <a:ext cx="196227" cy="3227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42" h="20323" fill="norm" stroke="1" extrusionOk="0">
                <a:moveTo>
                  <a:pt x="18514" y="12575"/>
                </a:moveTo>
                <a:lnTo>
                  <a:pt x="11657" y="16141"/>
                </a:lnTo>
                <a:cubicBezTo>
                  <a:pt x="9429" y="17277"/>
                  <a:pt x="7200" y="18414"/>
                  <a:pt x="4971" y="19603"/>
                </a:cubicBezTo>
                <a:cubicBezTo>
                  <a:pt x="1800" y="21153"/>
                  <a:pt x="429" y="20068"/>
                  <a:pt x="0" y="17639"/>
                </a:cubicBezTo>
                <a:lnTo>
                  <a:pt x="2914" y="16141"/>
                </a:lnTo>
                <a:lnTo>
                  <a:pt x="9857" y="12575"/>
                </a:lnTo>
                <a:cubicBezTo>
                  <a:pt x="12257" y="10973"/>
                  <a:pt x="12857" y="9320"/>
                  <a:pt x="9600" y="7511"/>
                </a:cubicBezTo>
                <a:cubicBezTo>
                  <a:pt x="7371" y="6374"/>
                  <a:pt x="5143" y="5237"/>
                  <a:pt x="2914" y="4100"/>
                </a:cubicBezTo>
                <a:lnTo>
                  <a:pt x="0" y="2550"/>
                </a:lnTo>
                <a:cubicBezTo>
                  <a:pt x="343" y="-240"/>
                  <a:pt x="2143" y="-447"/>
                  <a:pt x="4714" y="535"/>
                </a:cubicBezTo>
                <a:lnTo>
                  <a:pt x="11657" y="4100"/>
                </a:lnTo>
                <a:cubicBezTo>
                  <a:pt x="13886" y="5237"/>
                  <a:pt x="16114" y="6374"/>
                  <a:pt x="18257" y="7511"/>
                </a:cubicBezTo>
                <a:cubicBezTo>
                  <a:pt x="21600" y="9320"/>
                  <a:pt x="20914" y="10973"/>
                  <a:pt x="18514" y="12575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6" name="Freeform 11"/>
          <p:cNvSpPr/>
          <p:nvPr/>
        </p:nvSpPr>
        <p:spPr xmlns:m="http://schemas.openxmlformats.org/officeDocument/2006/math" xmlns:a14="http://schemas.microsoft.com/office/drawing/2010/main">
          <a:xfrm>
            <a:off x="8943713" y="4392054"/>
            <a:ext cx="196729" cy="3227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95" h="20323" fill="norm" stroke="1" extrusionOk="0">
                <a:moveTo>
                  <a:pt x="18600" y="12575"/>
                </a:moveTo>
                <a:lnTo>
                  <a:pt x="11657" y="16141"/>
                </a:lnTo>
                <a:cubicBezTo>
                  <a:pt x="9429" y="17277"/>
                  <a:pt x="7200" y="18414"/>
                  <a:pt x="5057" y="19603"/>
                </a:cubicBezTo>
                <a:cubicBezTo>
                  <a:pt x="1800" y="21153"/>
                  <a:pt x="514" y="20068"/>
                  <a:pt x="0" y="17639"/>
                </a:cubicBezTo>
                <a:lnTo>
                  <a:pt x="3000" y="16141"/>
                </a:lnTo>
                <a:lnTo>
                  <a:pt x="9857" y="12575"/>
                </a:lnTo>
                <a:cubicBezTo>
                  <a:pt x="12257" y="10973"/>
                  <a:pt x="12857" y="9320"/>
                  <a:pt x="9600" y="7511"/>
                </a:cubicBezTo>
                <a:cubicBezTo>
                  <a:pt x="7371" y="6374"/>
                  <a:pt x="5143" y="5237"/>
                  <a:pt x="3000" y="4100"/>
                </a:cubicBezTo>
                <a:lnTo>
                  <a:pt x="0" y="2550"/>
                </a:lnTo>
                <a:cubicBezTo>
                  <a:pt x="343" y="-240"/>
                  <a:pt x="2229" y="-447"/>
                  <a:pt x="4800" y="535"/>
                </a:cubicBezTo>
                <a:lnTo>
                  <a:pt x="11657" y="4100"/>
                </a:lnTo>
                <a:cubicBezTo>
                  <a:pt x="13886" y="5237"/>
                  <a:pt x="16114" y="6374"/>
                  <a:pt x="18343" y="7511"/>
                </a:cubicBezTo>
                <a:cubicBezTo>
                  <a:pt x="21600" y="9320"/>
                  <a:pt x="21000" y="10973"/>
                  <a:pt x="18600" y="12575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7" name="同心圆 36"/>
          <p:cNvSpPr/>
          <p:nvPr/>
        </p:nvSpPr>
        <p:spPr xmlns:m="http://schemas.openxmlformats.org/officeDocument/2006/math" xmlns:a14="http://schemas.microsoft.com/office/drawing/2010/main">
          <a:xfrm>
            <a:off x="9471321" y="1809299"/>
            <a:ext cx="2009057" cy="2009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29614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8" name="椭圆 37"/>
          <p:cNvSpPr/>
          <p:nvPr/>
        </p:nvSpPr>
        <p:spPr xmlns:m="http://schemas.openxmlformats.org/officeDocument/2006/math" xmlns:a14="http://schemas.microsoft.com/office/drawing/2010/main">
          <a:xfrm>
            <a:off x="9515169" y="1853147"/>
            <a:ext cx="1921358" cy="1921358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29614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9" name="TextBox 85"/>
          <p:cNvSpPr txBox="1"/>
          <p:nvPr/>
        </p:nvSpPr>
        <p:spPr>
          <a:xfrm>
            <a:off x="9842751" y="2534604"/>
            <a:ext cx="1131823" cy="561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defTabSz="1218564">
              <a:defRPr sz="2600">
                <a:solidFill>
                  <a:schemeClr val="accent1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: 圆角 3"/>
          <p:cNvSpPr/>
          <p:nvPr/>
        </p:nvSpPr>
        <p:spPr>
          <a:xfrm>
            <a:off x="1068393" y="851994"/>
            <a:ext cx="10001627" cy="5225035"/>
          </a:xfrm>
          <a:prstGeom prst="roundRect">
            <a:avLst>
              <a:gd name="adj" fmla="val 5588"/>
            </a:avLst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/>
          </a:p>
        </p:txBody>
      </p:sp>
      <p:sp>
        <p:nvSpPr>
          <p:cNvPr id="3" name="圆角矩形 4"/>
          <p:cNvSpPr/>
          <p:nvPr/>
        </p:nvSpPr>
        <p:spPr xmlns:m="http://schemas.openxmlformats.org/officeDocument/2006/math" xmlns:a14="http://schemas.microsoft.com/office/drawing/2010/main">
          <a:xfrm rot="2700000">
            <a:off x="11014408" y="1185395"/>
            <a:ext cx="1326001" cy="1326001"/>
          </a:xfrm>
          <a:prstGeom prst="roundRect">
            <a:avLst>
              <a:gd name="adj" fmla="val 7233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圆角矩形 5"/>
          <p:cNvSpPr/>
          <p:nvPr/>
        </p:nvSpPr>
        <p:spPr xmlns:m="http://schemas.openxmlformats.org/officeDocument/2006/math" xmlns:a14="http://schemas.microsoft.com/office/drawing/2010/main">
          <a:xfrm rot="2700000">
            <a:off x="11542990" y="-1335952"/>
            <a:ext cx="2431927" cy="2431927"/>
          </a:xfrm>
          <a:prstGeom prst="roundRect">
            <a:avLst>
              <a:gd name="adj" fmla="val 7233"/>
            </a:avLst>
          </a:prstGeom>
          <a:solidFill>
            <a:srgbClr val="F2F2F2">
              <a:alpha val="73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圆角矩形 6"/>
          <p:cNvSpPr/>
          <p:nvPr/>
        </p:nvSpPr>
        <p:spPr xmlns:m="http://schemas.openxmlformats.org/officeDocument/2006/math" xmlns:a14="http://schemas.microsoft.com/office/drawing/2010/main">
          <a:xfrm rot="2700000">
            <a:off x="10166618" y="115193"/>
            <a:ext cx="2006595" cy="2006595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圆角矩形 8"/>
          <p:cNvSpPr/>
          <p:nvPr/>
        </p:nvSpPr>
        <p:spPr xmlns:m="http://schemas.openxmlformats.org/officeDocument/2006/math" xmlns:a14="http://schemas.microsoft.com/office/drawing/2010/main">
          <a:xfrm rot="2700000">
            <a:off x="11127653" y="3390679"/>
            <a:ext cx="2343687" cy="2343687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圆角矩形 27"/>
          <p:cNvSpPr/>
          <p:nvPr/>
        </p:nvSpPr>
        <p:spPr xmlns:m="http://schemas.openxmlformats.org/officeDocument/2006/math" xmlns:a14="http://schemas.microsoft.com/office/drawing/2010/main">
          <a:xfrm rot="13500000">
            <a:off x="-461099" y="4260894"/>
            <a:ext cx="1089444" cy="1089445"/>
          </a:xfrm>
          <a:prstGeom prst="roundRect">
            <a:avLst>
              <a:gd name="adj" fmla="val 7233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圆角矩形 28"/>
          <p:cNvSpPr/>
          <p:nvPr/>
        </p:nvSpPr>
        <p:spPr xmlns:m="http://schemas.openxmlformats.org/officeDocument/2006/math" xmlns:a14="http://schemas.microsoft.com/office/drawing/2010/main">
          <a:xfrm rot="13500000">
            <a:off x="-1804016" y="5423806"/>
            <a:ext cx="1998077" cy="1998077"/>
          </a:xfrm>
          <a:prstGeom prst="roundRect">
            <a:avLst>
              <a:gd name="adj" fmla="val 7233"/>
            </a:avLst>
          </a:prstGeom>
          <a:solidFill>
            <a:srgbClr val="F2F2F2">
              <a:alpha val="73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圆角矩形 29"/>
          <p:cNvSpPr/>
          <p:nvPr/>
        </p:nvSpPr>
        <p:spPr xmlns:m="http://schemas.openxmlformats.org/officeDocument/2006/math" xmlns:a14="http://schemas.microsoft.com/office/drawing/2010/main">
          <a:xfrm rot="13500000">
            <a:off x="-323730" y="4580997"/>
            <a:ext cx="1648622" cy="1648622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圆角矩形 31"/>
          <p:cNvSpPr/>
          <p:nvPr/>
        </p:nvSpPr>
        <p:spPr xmlns:m="http://schemas.openxmlformats.org/officeDocument/2006/math" xmlns:a14="http://schemas.microsoft.com/office/drawing/2010/main">
          <a:xfrm rot="13500000">
            <a:off x="-1390274" y="1612896"/>
            <a:ext cx="1925578" cy="1925578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文本框 49"/>
          <p:cNvSpPr txBox="1"/>
          <p:nvPr/>
        </p:nvSpPr>
        <p:spPr>
          <a:xfrm>
            <a:off x="3036071" y="3309654"/>
            <a:ext cx="6123826" cy="942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4800">
                <a:solidFill>
                  <a:srgbClr val="3D9274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</a:t>
            </a:r>
          </a:p>
        </p:txBody>
      </p:sp>
      <p:sp>
        <p:nvSpPr>
          <p:cNvPr id="12" name="文本框 50"/>
          <p:cNvSpPr txBox="1"/>
          <p:nvPr/>
        </p:nvSpPr>
        <p:spPr>
          <a:xfrm>
            <a:off x="3481132" y="4168023"/>
            <a:ext cx="5171540" cy="504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lnSpc>
                <a:spcPct val="150000"/>
              </a:lnSpc>
              <a:defRPr sz="11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aaaaaaaaaaaaaaaaaaaaaaaaaaaaaaaaaaaaaaaaaaaaaaaaaaaaaaaaaaaaaaaaaaaaaaaaaaaaaaaaaaaaaaaaaaaaaaaaaaaaaaaaaaaaaaaaaaaaaaaaaaaaaaaaaaaaaaaaa</a:t>
            </a:r>
          </a:p>
        </p:txBody>
      </p:sp>
      <p:sp>
        <p:nvSpPr>
          <p:cNvPr id="13" name="直接连接符 51"/>
          <p:cNvSpPr/>
          <p:nvPr/>
        </p:nvSpPr>
        <p:spPr>
          <a:xfrm>
            <a:off x="4834113" y="2142759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4" name="直接连接符 52"/>
          <p:cNvSpPr/>
          <p:nvPr/>
        </p:nvSpPr>
        <p:spPr>
          <a:xfrm>
            <a:off x="4825784" y="3047394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5" name="文本框 32"/>
          <p:cNvSpPr txBox="1"/>
          <p:nvPr/>
        </p:nvSpPr>
        <p:spPr>
          <a:xfrm>
            <a:off x="4486362" y="2199875"/>
            <a:ext cx="3564904" cy="916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5400">
                <a:solidFill>
                  <a:srgbClr val="262626"/>
                </a:solidFill>
                <a:latin typeface="思源黑体 CN Heavy"/>
                <a:ea typeface="思源黑体 CN Heavy"/>
                <a:cs typeface="思源黑体 CN Heavy"/>
                <a:sym typeface="思源黑体 CN Heavy"/>
              </a:defRPr>
            </a:lvl1pPr>
          </a:lstStyle>
          <a:p>
            <a:pPr>
              <a:defRPr/>
            </a:pPr>
            <a:r>
              <a:rPr/>
              <a:t>aaaaaaaaa</a:t>
            </a:r>
          </a:p>
        </p:txBody>
      </p:sp>
      <p:sp>
        <p:nvSpPr>
          <p:cNvPr id="16" name="圆角矩形 23"/>
          <p:cNvSpPr/>
          <p:nvPr/>
        </p:nvSpPr>
        <p:spPr xmlns:m="http://schemas.openxmlformats.org/officeDocument/2006/math" xmlns:a14="http://schemas.microsoft.com/office/drawing/2010/main">
          <a:xfrm rot="2700000">
            <a:off x="9054581" y="-2034027"/>
            <a:ext cx="3708260" cy="3581392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圆角矩形 24"/>
          <p:cNvSpPr/>
          <p:nvPr/>
        </p:nvSpPr>
        <p:spPr xmlns:m="http://schemas.openxmlformats.org/officeDocument/2006/math" xmlns:a14="http://schemas.microsoft.com/office/drawing/2010/main">
          <a:xfrm rot="2700000">
            <a:off x="9054581" y="-2089117"/>
            <a:ext cx="3708260" cy="3581392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圆角矩形 22"/>
          <p:cNvSpPr/>
          <p:nvPr/>
        </p:nvSpPr>
        <p:spPr xmlns:m="http://schemas.openxmlformats.org/officeDocument/2006/math" xmlns:a14="http://schemas.microsoft.com/office/drawing/2010/main">
          <a:xfrm rot="2700000">
            <a:off x="9781217" y="1794358"/>
            <a:ext cx="1481875" cy="1437557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20792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圆角矩形 20"/>
          <p:cNvSpPr/>
          <p:nvPr/>
        </p:nvSpPr>
        <p:spPr xmlns:m="http://schemas.openxmlformats.org/officeDocument/2006/math" xmlns:a14="http://schemas.microsoft.com/office/drawing/2010/main">
          <a:xfrm rot="2700000">
            <a:off x="11568564" y="2615014"/>
            <a:ext cx="2641767" cy="256275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11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圆角矩形 15"/>
          <p:cNvSpPr/>
          <p:nvPr/>
        </p:nvSpPr>
        <p:spPr xmlns:m="http://schemas.openxmlformats.org/officeDocument/2006/math" xmlns:a14="http://schemas.microsoft.com/office/drawing/2010/main">
          <a:xfrm rot="2700000">
            <a:off x="9931730" y="-661840"/>
            <a:ext cx="1025096" cy="99443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圆角矩形 47"/>
          <p:cNvSpPr/>
          <p:nvPr/>
        </p:nvSpPr>
        <p:spPr xmlns:m="http://schemas.openxmlformats.org/officeDocument/2006/math" xmlns:a14="http://schemas.microsoft.com/office/drawing/2010/main">
          <a:xfrm rot="13500000">
            <a:off x="-212100" y="5738174"/>
            <a:ext cx="2296099" cy="2254426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" name="圆角矩形 44"/>
          <p:cNvSpPr/>
          <p:nvPr/>
        </p:nvSpPr>
        <p:spPr xmlns:m="http://schemas.openxmlformats.org/officeDocument/2006/math" xmlns:a14="http://schemas.microsoft.com/office/drawing/2010/main">
          <a:xfrm rot="13500000">
            <a:off x="407362" y="3499738"/>
            <a:ext cx="1807978" cy="1769669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" name="圆角矩形 45"/>
          <p:cNvSpPr/>
          <p:nvPr/>
        </p:nvSpPr>
        <p:spPr xmlns:m="http://schemas.openxmlformats.org/officeDocument/2006/math" xmlns:a14="http://schemas.microsoft.com/office/drawing/2010/main">
          <a:xfrm rot="13500000">
            <a:off x="311239" y="3614481"/>
            <a:ext cx="1807972" cy="176966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" name="圆角矩形 43"/>
          <p:cNvSpPr/>
          <p:nvPr/>
        </p:nvSpPr>
        <p:spPr xmlns:m="http://schemas.openxmlformats.org/officeDocument/2006/math" xmlns:a14="http://schemas.microsoft.com/office/drawing/2010/main">
          <a:xfrm rot="13500000">
            <a:off x="-2386685" y="2041483"/>
            <a:ext cx="2313289" cy="2271306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14565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" name="圆角矩形 38"/>
          <p:cNvSpPr/>
          <p:nvPr/>
        </p:nvSpPr>
        <p:spPr xmlns:m="http://schemas.openxmlformats.org/officeDocument/2006/math" xmlns:a14="http://schemas.microsoft.com/office/drawing/2010/main">
          <a:xfrm rot="13500000">
            <a:off x="851169" y="6411209"/>
            <a:ext cx="897636" cy="881344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框 46"/>
          <p:cNvSpPr txBox="1"/>
          <p:nvPr/>
        </p:nvSpPr>
        <p:spPr>
          <a:xfrm>
            <a:off x="672986" y="2500739"/>
            <a:ext cx="782202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 algn="ctr">
              <a:defRPr sz="48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3" name="Isosceles Triangle 14"/>
          <p:cNvSpPr/>
          <p:nvPr/>
        </p:nvSpPr>
        <p:spPr>
          <a:xfrm rot="10800000">
            <a:off x="4033318" y="2094339"/>
            <a:ext cx="4229058" cy="1262330"/>
          </a:xfrm>
          <a:prstGeom prst="triangle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 algn="ctr" defTabSz="1308735">
              <a:defRPr sz="8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" name="椭圆 106"/>
          <p:cNvSpPr/>
          <p:nvPr/>
        </p:nvSpPr>
        <p:spPr xmlns:m="http://schemas.openxmlformats.org/officeDocument/2006/math" xmlns:a14="http://schemas.microsoft.com/office/drawing/2010/main">
          <a:xfrm>
            <a:off x="5395552" y="3663763"/>
            <a:ext cx="1411649" cy="1411650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" name="TextBox 228"/>
          <p:cNvSpPr txBox="1"/>
          <p:nvPr/>
        </p:nvSpPr>
        <p:spPr>
          <a:xfrm>
            <a:off x="1390909" y="2627984"/>
            <a:ext cx="1815619" cy="650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32" tIns="45732" rIns="45732" bIns="45732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</a:t>
            </a:r>
          </a:p>
        </p:txBody>
      </p:sp>
      <p:sp>
        <p:nvSpPr>
          <p:cNvPr id="6" name="文本框 46"/>
          <p:cNvSpPr txBox="1"/>
          <p:nvPr/>
        </p:nvSpPr>
        <p:spPr>
          <a:xfrm>
            <a:off x="672986" y="3415139"/>
            <a:ext cx="782202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 algn="ctr">
              <a:defRPr sz="48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7" name="TextBox 230"/>
          <p:cNvSpPr txBox="1"/>
          <p:nvPr/>
        </p:nvSpPr>
        <p:spPr>
          <a:xfrm>
            <a:off x="1390909" y="3552545"/>
            <a:ext cx="1815619" cy="650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32" tIns="45732" rIns="45732" bIns="45732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</a:t>
            </a:r>
          </a:p>
        </p:txBody>
      </p:sp>
      <p:sp>
        <p:nvSpPr>
          <p:cNvPr id="8" name="文本框 46"/>
          <p:cNvSpPr txBox="1"/>
          <p:nvPr/>
        </p:nvSpPr>
        <p:spPr>
          <a:xfrm>
            <a:off x="672986" y="4329539"/>
            <a:ext cx="782202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 algn="ctr">
              <a:defRPr sz="48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9" name="TextBox 232"/>
          <p:cNvSpPr txBox="1"/>
          <p:nvPr/>
        </p:nvSpPr>
        <p:spPr>
          <a:xfrm>
            <a:off x="1390909" y="4446625"/>
            <a:ext cx="1815619" cy="650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32" tIns="45732" rIns="45732" bIns="45732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</a:t>
            </a:r>
          </a:p>
        </p:txBody>
      </p:sp>
      <p:sp>
        <p:nvSpPr>
          <p:cNvPr id="10" name="文本框 46"/>
          <p:cNvSpPr txBox="1"/>
          <p:nvPr/>
        </p:nvSpPr>
        <p:spPr>
          <a:xfrm>
            <a:off x="672986" y="5243939"/>
            <a:ext cx="782202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 algn="ctr">
              <a:defRPr sz="48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1" name="TextBox 234"/>
          <p:cNvSpPr txBox="1"/>
          <p:nvPr/>
        </p:nvSpPr>
        <p:spPr>
          <a:xfrm>
            <a:off x="1390909" y="5371184"/>
            <a:ext cx="1815619" cy="650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32" tIns="45732" rIns="45732" bIns="45732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</a:t>
            </a:r>
          </a:p>
        </p:txBody>
      </p:sp>
      <p:sp>
        <p:nvSpPr>
          <p:cNvPr id="12" name="文本框 46"/>
          <p:cNvSpPr txBox="1"/>
          <p:nvPr/>
        </p:nvSpPr>
        <p:spPr>
          <a:xfrm>
            <a:off x="8902588" y="2500739"/>
            <a:ext cx="782201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 algn="ctr">
              <a:defRPr sz="48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3" name="TextBox 236"/>
          <p:cNvSpPr txBox="1"/>
          <p:nvPr/>
        </p:nvSpPr>
        <p:spPr>
          <a:xfrm>
            <a:off x="9620510" y="2627984"/>
            <a:ext cx="1815618" cy="650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32" tIns="45732" rIns="45732" bIns="45732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</a:t>
            </a:r>
          </a:p>
        </p:txBody>
      </p:sp>
      <p:sp>
        <p:nvSpPr>
          <p:cNvPr id="14" name="文本框 46"/>
          <p:cNvSpPr txBox="1"/>
          <p:nvPr/>
        </p:nvSpPr>
        <p:spPr>
          <a:xfrm>
            <a:off x="8902588" y="3415139"/>
            <a:ext cx="782201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 algn="ctr">
              <a:defRPr sz="48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5" name="TextBox 238"/>
          <p:cNvSpPr txBox="1"/>
          <p:nvPr/>
        </p:nvSpPr>
        <p:spPr>
          <a:xfrm>
            <a:off x="9620510" y="3552545"/>
            <a:ext cx="1815618" cy="650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32" tIns="45732" rIns="45732" bIns="45732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</a:t>
            </a:r>
          </a:p>
        </p:txBody>
      </p:sp>
      <p:sp>
        <p:nvSpPr>
          <p:cNvPr id="16" name="文本框 46"/>
          <p:cNvSpPr txBox="1"/>
          <p:nvPr/>
        </p:nvSpPr>
        <p:spPr>
          <a:xfrm>
            <a:off x="8902588" y="4329539"/>
            <a:ext cx="782201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 algn="ctr">
              <a:defRPr sz="48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7" name="TextBox 240"/>
          <p:cNvSpPr txBox="1"/>
          <p:nvPr/>
        </p:nvSpPr>
        <p:spPr>
          <a:xfrm>
            <a:off x="9620510" y="4446625"/>
            <a:ext cx="1815618" cy="650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32" tIns="45732" rIns="45732" bIns="45732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</a:t>
            </a:r>
          </a:p>
        </p:txBody>
      </p:sp>
      <p:sp>
        <p:nvSpPr>
          <p:cNvPr id="18" name="文本框 46"/>
          <p:cNvSpPr txBox="1"/>
          <p:nvPr/>
        </p:nvSpPr>
        <p:spPr>
          <a:xfrm>
            <a:off x="8902587" y="5243939"/>
            <a:ext cx="782202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 algn="ctr">
              <a:defRPr sz="48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9" name="TextBox 242"/>
          <p:cNvSpPr txBox="1"/>
          <p:nvPr/>
        </p:nvSpPr>
        <p:spPr>
          <a:xfrm>
            <a:off x="9620510" y="5371184"/>
            <a:ext cx="1815618" cy="650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32" tIns="45732" rIns="45732" bIns="45732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</a:t>
            </a:r>
          </a:p>
        </p:txBody>
      </p:sp>
      <p:sp>
        <p:nvSpPr>
          <p:cNvPr id="20" name="矩形 3"/>
          <p:cNvSpPr txBox="1"/>
          <p:nvPr/>
        </p:nvSpPr>
        <p:spPr>
          <a:xfrm>
            <a:off x="5572693" y="4009613"/>
            <a:ext cx="1187381" cy="7518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22" tIns="45722" rIns="45722" bIns="45722">
            <a:noAutofit/>
          </a:bodyPr>
          <a:lstStyle>
            <a:lvl1pPr>
              <a:defRPr sz="37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21" name="矩形 3"/>
          <p:cNvSpPr txBox="1"/>
          <p:nvPr/>
        </p:nvSpPr>
        <p:spPr>
          <a:xfrm>
            <a:off x="4181932" y="3200473"/>
            <a:ext cx="561347" cy="523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22" tIns="45722" rIns="45722" bIns="45722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</a:t>
            </a:r>
          </a:p>
          <a:p>
            <a:pPr algn="ctr"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</a:t>
            </a:r>
          </a:p>
        </p:txBody>
      </p:sp>
      <p:sp>
        <p:nvSpPr>
          <p:cNvPr id="22" name="矩形 3"/>
          <p:cNvSpPr txBox="1"/>
          <p:nvPr/>
        </p:nvSpPr>
        <p:spPr>
          <a:xfrm>
            <a:off x="4181932" y="4939138"/>
            <a:ext cx="561347" cy="523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22" tIns="45722" rIns="45722" bIns="45722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</a:t>
            </a:r>
          </a:p>
          <a:p>
            <a:pPr algn="ctr"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</a:t>
            </a:r>
          </a:p>
        </p:txBody>
      </p:sp>
      <p:sp>
        <p:nvSpPr>
          <p:cNvPr id="23" name="矩形 3"/>
          <p:cNvSpPr txBox="1"/>
          <p:nvPr/>
        </p:nvSpPr>
        <p:spPr>
          <a:xfrm>
            <a:off x="7522031" y="3200473"/>
            <a:ext cx="561347" cy="523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22" tIns="45722" rIns="45722" bIns="45722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</a:t>
            </a:r>
          </a:p>
          <a:p>
            <a:pPr algn="ctr"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</a:t>
            </a:r>
          </a:p>
        </p:txBody>
      </p:sp>
      <p:sp>
        <p:nvSpPr>
          <p:cNvPr id="24" name="矩形 3"/>
          <p:cNvSpPr txBox="1"/>
          <p:nvPr/>
        </p:nvSpPr>
        <p:spPr>
          <a:xfrm>
            <a:off x="7522031" y="4939138"/>
            <a:ext cx="561347" cy="523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22" tIns="45722" rIns="45722" bIns="45722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</a:t>
            </a:r>
          </a:p>
          <a:p>
            <a:pPr algn="ctr"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</a:t>
            </a:r>
          </a:p>
        </p:txBody>
      </p:sp>
      <p:sp>
        <p:nvSpPr>
          <p:cNvPr id="25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26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27" name="直线连接符 164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28" name="Line 134"/>
          <p:cNvSpPr/>
          <p:nvPr/>
        </p:nvSpPr>
        <p:spPr>
          <a:xfrm flipV="1">
            <a:off x="3482371" y="3388565"/>
            <a:ext cx="669251" cy="439495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9" name="Straight Connector 48"/>
          <p:cNvSpPr/>
          <p:nvPr/>
        </p:nvSpPr>
        <p:spPr>
          <a:xfrm flipH="1" flipV="1">
            <a:off x="3478029" y="2911250"/>
            <a:ext cx="688632" cy="46325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0" name="Line 134"/>
          <p:cNvSpPr/>
          <p:nvPr/>
        </p:nvSpPr>
        <p:spPr>
          <a:xfrm flipV="1">
            <a:off x="3482369" y="5135419"/>
            <a:ext cx="616827" cy="48863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1" name="Straight Connector 40"/>
          <p:cNvSpPr/>
          <p:nvPr/>
        </p:nvSpPr>
        <p:spPr>
          <a:xfrm flipH="1" flipV="1">
            <a:off x="3498156" y="5083004"/>
            <a:ext cx="601041" cy="346489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2" name="Line 134"/>
          <p:cNvSpPr/>
          <p:nvPr/>
        </p:nvSpPr>
        <p:spPr>
          <a:xfrm flipH="1" flipV="1">
            <a:off x="8042497" y="3388564"/>
            <a:ext cx="669251" cy="439495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3" name="Straight Connector 180"/>
          <p:cNvSpPr/>
          <p:nvPr/>
        </p:nvSpPr>
        <p:spPr>
          <a:xfrm flipV="1">
            <a:off x="8027458" y="2933626"/>
            <a:ext cx="688632" cy="46325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4" name="Line 134"/>
          <p:cNvSpPr/>
          <p:nvPr/>
        </p:nvSpPr>
        <p:spPr>
          <a:xfrm flipH="1" flipV="1">
            <a:off x="8068163" y="5103783"/>
            <a:ext cx="643583" cy="520266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5" name="Straight Connector 182"/>
          <p:cNvSpPr/>
          <p:nvPr/>
        </p:nvSpPr>
        <p:spPr>
          <a:xfrm flipV="1">
            <a:off x="8068164" y="5083004"/>
            <a:ext cx="647926" cy="342295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6" name="Straight Connector 42"/>
          <p:cNvSpPr/>
          <p:nvPr/>
        </p:nvSpPr>
        <p:spPr>
          <a:xfrm>
            <a:off x="4833178" y="3561105"/>
            <a:ext cx="840931" cy="483138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7" name="Straight Connector 43"/>
          <p:cNvSpPr/>
          <p:nvPr/>
        </p:nvSpPr>
        <p:spPr>
          <a:xfrm flipV="1">
            <a:off x="4857732" y="4709426"/>
            <a:ext cx="835107" cy="394359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8" name="Straight Connector 56"/>
          <p:cNvSpPr/>
          <p:nvPr/>
        </p:nvSpPr>
        <p:spPr>
          <a:xfrm flipH="1">
            <a:off x="6594980" y="3561105"/>
            <a:ext cx="840929" cy="47750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9" name="Straight Connector 57"/>
          <p:cNvSpPr/>
          <p:nvPr/>
        </p:nvSpPr>
        <p:spPr>
          <a:xfrm flipH="1" flipV="1">
            <a:off x="6576250" y="4703795"/>
            <a:ext cx="835106" cy="394358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40" name="同心圆 104"/>
          <p:cNvSpPr/>
          <p:nvPr/>
        </p:nvSpPr>
        <p:spPr xmlns:m="http://schemas.openxmlformats.org/officeDocument/2006/math" xmlns:a14="http://schemas.microsoft.com/office/drawing/2010/main">
          <a:xfrm>
            <a:off x="5110496" y="3352824"/>
            <a:ext cx="2022069" cy="20220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1" name="椭圆 105"/>
          <p:cNvSpPr/>
          <p:nvPr/>
        </p:nvSpPr>
        <p:spPr xmlns:m="http://schemas.openxmlformats.org/officeDocument/2006/math" xmlns:a14="http://schemas.microsoft.com/office/drawing/2010/main">
          <a:xfrm>
            <a:off x="5154628" y="3396956"/>
            <a:ext cx="1933802" cy="1933802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2" name="椭圆 108"/>
          <p:cNvSpPr/>
          <p:nvPr/>
        </p:nvSpPr>
        <p:spPr xmlns:m="http://schemas.openxmlformats.org/officeDocument/2006/math" xmlns:a14="http://schemas.microsoft.com/office/drawing/2010/main">
          <a:xfrm>
            <a:off x="4059604" y="3015979"/>
            <a:ext cx="818257" cy="81825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444500" dist="254000" dir="8100000">
              <a:srgbClr val="000000">
                <a:alpha val="5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3" name="椭圆 109"/>
          <p:cNvSpPr/>
          <p:nvPr/>
        </p:nvSpPr>
        <p:spPr xmlns:m="http://schemas.openxmlformats.org/officeDocument/2006/math" xmlns:a14="http://schemas.microsoft.com/office/drawing/2010/main">
          <a:xfrm>
            <a:off x="4113672" y="3071180"/>
            <a:ext cx="699471" cy="69946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4" name="椭圆 111"/>
          <p:cNvSpPr/>
          <p:nvPr/>
        </p:nvSpPr>
        <p:spPr xmlns:m="http://schemas.openxmlformats.org/officeDocument/2006/math" xmlns:a14="http://schemas.microsoft.com/office/drawing/2010/main">
          <a:xfrm>
            <a:off x="4059604" y="4730484"/>
            <a:ext cx="818257" cy="81825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444500" dist="254000" dir="8100000">
              <a:srgbClr val="000000">
                <a:alpha val="5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5" name="椭圆 112"/>
          <p:cNvSpPr/>
          <p:nvPr/>
        </p:nvSpPr>
        <p:spPr xmlns:m="http://schemas.openxmlformats.org/officeDocument/2006/math" xmlns:a14="http://schemas.microsoft.com/office/drawing/2010/main">
          <a:xfrm>
            <a:off x="4113672" y="4785685"/>
            <a:ext cx="699471" cy="69946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6" name="椭圆 114"/>
          <p:cNvSpPr/>
          <p:nvPr/>
        </p:nvSpPr>
        <p:spPr xmlns:m="http://schemas.openxmlformats.org/officeDocument/2006/math" xmlns:a14="http://schemas.microsoft.com/office/drawing/2010/main">
          <a:xfrm>
            <a:off x="7375345" y="3015979"/>
            <a:ext cx="818257" cy="81825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444500" dist="254000" dir="8100000">
              <a:srgbClr val="000000">
                <a:alpha val="5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7" name="椭圆 115"/>
          <p:cNvSpPr/>
          <p:nvPr/>
        </p:nvSpPr>
        <p:spPr xmlns:m="http://schemas.openxmlformats.org/officeDocument/2006/math" xmlns:a14="http://schemas.microsoft.com/office/drawing/2010/main">
          <a:xfrm>
            <a:off x="7429413" y="3071180"/>
            <a:ext cx="699471" cy="69946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8" name="椭圆 117"/>
          <p:cNvSpPr/>
          <p:nvPr/>
        </p:nvSpPr>
        <p:spPr xmlns:m="http://schemas.openxmlformats.org/officeDocument/2006/math" xmlns:a14="http://schemas.microsoft.com/office/drawing/2010/main">
          <a:xfrm>
            <a:off x="7375345" y="4730484"/>
            <a:ext cx="818257" cy="81825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444500" dist="254000" dir="8100000">
              <a:srgbClr val="000000">
                <a:alpha val="5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9" name="椭圆 118"/>
          <p:cNvSpPr/>
          <p:nvPr/>
        </p:nvSpPr>
        <p:spPr xmlns:m="http://schemas.openxmlformats.org/officeDocument/2006/math" xmlns:a14="http://schemas.microsoft.com/office/drawing/2010/main">
          <a:xfrm>
            <a:off x="7429413" y="4785685"/>
            <a:ext cx="699471" cy="69946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0" name="同心圆 120"/>
          <p:cNvSpPr/>
          <p:nvPr/>
        </p:nvSpPr>
        <p:spPr xmlns:m="http://schemas.openxmlformats.org/officeDocument/2006/math" xmlns:a14="http://schemas.microsoft.com/office/drawing/2010/main">
          <a:xfrm>
            <a:off x="3340322" y="2770582"/>
            <a:ext cx="326093" cy="326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1" name="椭圆 121"/>
          <p:cNvSpPr/>
          <p:nvPr/>
        </p:nvSpPr>
        <p:spPr xmlns:m="http://schemas.openxmlformats.org/officeDocument/2006/math" xmlns:a14="http://schemas.microsoft.com/office/drawing/2010/main">
          <a:xfrm>
            <a:off x="3347439" y="2777699"/>
            <a:ext cx="311858" cy="311854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2" name="同心圆 123"/>
          <p:cNvSpPr/>
          <p:nvPr/>
        </p:nvSpPr>
        <p:spPr xmlns:m="http://schemas.openxmlformats.org/officeDocument/2006/math" xmlns:a14="http://schemas.microsoft.com/office/drawing/2010/main">
          <a:xfrm>
            <a:off x="3340322" y="3651115"/>
            <a:ext cx="326093" cy="326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3" name="椭圆 124"/>
          <p:cNvSpPr/>
          <p:nvPr/>
        </p:nvSpPr>
        <p:spPr xmlns:m="http://schemas.openxmlformats.org/officeDocument/2006/math" xmlns:a14="http://schemas.microsoft.com/office/drawing/2010/main">
          <a:xfrm>
            <a:off x="3347439" y="3658232"/>
            <a:ext cx="311858" cy="311854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4" name="同心圆 126"/>
          <p:cNvSpPr/>
          <p:nvPr/>
        </p:nvSpPr>
        <p:spPr xmlns:m="http://schemas.openxmlformats.org/officeDocument/2006/math" xmlns:a14="http://schemas.microsoft.com/office/drawing/2010/main">
          <a:xfrm>
            <a:off x="3340322" y="4565515"/>
            <a:ext cx="326093" cy="326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5" name="椭圆 127"/>
          <p:cNvSpPr/>
          <p:nvPr/>
        </p:nvSpPr>
        <p:spPr xmlns:m="http://schemas.openxmlformats.org/officeDocument/2006/math" xmlns:a14="http://schemas.microsoft.com/office/drawing/2010/main">
          <a:xfrm>
            <a:off x="3347439" y="4572632"/>
            <a:ext cx="311858" cy="311854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6" name="同心圆 129"/>
          <p:cNvSpPr/>
          <p:nvPr/>
        </p:nvSpPr>
        <p:spPr xmlns:m="http://schemas.openxmlformats.org/officeDocument/2006/math" xmlns:a14="http://schemas.microsoft.com/office/drawing/2010/main">
          <a:xfrm>
            <a:off x="3340322" y="5429115"/>
            <a:ext cx="326093" cy="326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7" name="椭圆 130"/>
          <p:cNvSpPr/>
          <p:nvPr/>
        </p:nvSpPr>
        <p:spPr xmlns:m="http://schemas.openxmlformats.org/officeDocument/2006/math" xmlns:a14="http://schemas.microsoft.com/office/drawing/2010/main">
          <a:xfrm>
            <a:off x="3347439" y="5436232"/>
            <a:ext cx="311858" cy="311854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8" name="同心圆 132"/>
          <p:cNvSpPr/>
          <p:nvPr/>
        </p:nvSpPr>
        <p:spPr xmlns:m="http://schemas.openxmlformats.org/officeDocument/2006/math" xmlns:a14="http://schemas.microsoft.com/office/drawing/2010/main">
          <a:xfrm>
            <a:off x="8637058" y="2770582"/>
            <a:ext cx="326093" cy="326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9" name="椭圆 133"/>
          <p:cNvSpPr/>
          <p:nvPr/>
        </p:nvSpPr>
        <p:spPr xmlns:m="http://schemas.openxmlformats.org/officeDocument/2006/math" xmlns:a14="http://schemas.microsoft.com/office/drawing/2010/main">
          <a:xfrm>
            <a:off x="8644175" y="2777699"/>
            <a:ext cx="311858" cy="311854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60" name="同心圆 135"/>
          <p:cNvSpPr/>
          <p:nvPr/>
        </p:nvSpPr>
        <p:spPr xmlns:m="http://schemas.openxmlformats.org/officeDocument/2006/math" xmlns:a14="http://schemas.microsoft.com/office/drawing/2010/main">
          <a:xfrm>
            <a:off x="8637058" y="3651115"/>
            <a:ext cx="326093" cy="326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61" name="椭圆 136"/>
          <p:cNvSpPr/>
          <p:nvPr/>
        </p:nvSpPr>
        <p:spPr xmlns:m="http://schemas.openxmlformats.org/officeDocument/2006/math" xmlns:a14="http://schemas.microsoft.com/office/drawing/2010/main">
          <a:xfrm>
            <a:off x="8644175" y="3658232"/>
            <a:ext cx="311858" cy="311854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62" name="同心圆 138"/>
          <p:cNvSpPr/>
          <p:nvPr/>
        </p:nvSpPr>
        <p:spPr xmlns:m="http://schemas.openxmlformats.org/officeDocument/2006/math" xmlns:a14="http://schemas.microsoft.com/office/drawing/2010/main">
          <a:xfrm>
            <a:off x="8637058" y="4565515"/>
            <a:ext cx="326093" cy="326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63" name="椭圆 139"/>
          <p:cNvSpPr/>
          <p:nvPr/>
        </p:nvSpPr>
        <p:spPr xmlns:m="http://schemas.openxmlformats.org/officeDocument/2006/math" xmlns:a14="http://schemas.microsoft.com/office/drawing/2010/main">
          <a:xfrm>
            <a:off x="8644175" y="4572632"/>
            <a:ext cx="311858" cy="311854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64" name="同心圆 141"/>
          <p:cNvSpPr/>
          <p:nvPr/>
        </p:nvSpPr>
        <p:spPr xmlns:m="http://schemas.openxmlformats.org/officeDocument/2006/math" xmlns:a14="http://schemas.microsoft.com/office/drawing/2010/main">
          <a:xfrm>
            <a:off x="8637058" y="5429115"/>
            <a:ext cx="326093" cy="326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65" name="椭圆 142"/>
          <p:cNvSpPr/>
          <p:nvPr/>
        </p:nvSpPr>
        <p:spPr xmlns:m="http://schemas.openxmlformats.org/officeDocument/2006/math" xmlns:a14="http://schemas.microsoft.com/office/drawing/2010/main">
          <a:xfrm>
            <a:off x="8644175" y="5436232"/>
            <a:ext cx="311858" cy="311854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7"/>
          <p:cNvSpPr/>
          <p:nvPr/>
        </p:nvSpPr>
        <p:spPr xmlns:m="http://schemas.openxmlformats.org/officeDocument/2006/math" xmlns:a14="http://schemas.microsoft.com/office/drawing/2010/main">
          <a:xfrm>
            <a:off x="4182367" y="1760816"/>
            <a:ext cx="1340759" cy="42331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63"/>
                </a:moveTo>
                <a:cubicBezTo>
                  <a:pt x="10997" y="3037"/>
                  <a:pt x="3876" y="6683"/>
                  <a:pt x="3876" y="10857"/>
                </a:cubicBezTo>
                <a:cubicBezTo>
                  <a:pt x="3876" y="14948"/>
                  <a:pt x="10714" y="18536"/>
                  <a:pt x="20971" y="20533"/>
                </a:cubicBezTo>
                <a:lnTo>
                  <a:pt x="19033" y="21600"/>
                </a:lnTo>
                <a:cubicBezTo>
                  <a:pt x="7616" y="19388"/>
                  <a:pt x="0" y="15406"/>
                  <a:pt x="0" y="10857"/>
                </a:cubicBezTo>
                <a:cubicBezTo>
                  <a:pt x="0" y="6229"/>
                  <a:pt x="7899" y="2185"/>
                  <a:pt x="19662" y="0"/>
                </a:cubicBezTo>
                <a:lnTo>
                  <a:pt x="21600" y="1063"/>
                </a:lnTo>
                <a:close/>
              </a:path>
            </a:pathLst>
          </a:custGeom>
          <a:solidFill>
            <a:srgbClr val="808080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24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" name="TextBox 18"/>
          <p:cNvSpPr txBox="1"/>
          <p:nvPr/>
        </p:nvSpPr>
        <p:spPr>
          <a:xfrm>
            <a:off x="1941226" y="1923221"/>
            <a:ext cx="138249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4" name="TextBox 19"/>
          <p:cNvSpPr txBox="1"/>
          <p:nvPr/>
        </p:nvSpPr>
        <p:spPr>
          <a:xfrm>
            <a:off x="1941220" y="2340249"/>
            <a:ext cx="160442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 algn="ctr"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</a:t>
            </a:r>
          </a:p>
        </p:txBody>
      </p:sp>
      <p:sp>
        <p:nvSpPr>
          <p:cNvPr id="5" name="TextBox 20"/>
          <p:cNvSpPr txBox="1"/>
          <p:nvPr/>
        </p:nvSpPr>
        <p:spPr>
          <a:xfrm>
            <a:off x="1443907" y="3697344"/>
            <a:ext cx="177509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6" name="TextBox 21"/>
          <p:cNvSpPr txBox="1"/>
          <p:nvPr/>
        </p:nvSpPr>
        <p:spPr>
          <a:xfrm>
            <a:off x="1577098" y="4127270"/>
            <a:ext cx="155534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 algn="ctr"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</a:t>
            </a:r>
          </a:p>
        </p:txBody>
      </p:sp>
      <p:sp>
        <p:nvSpPr>
          <p:cNvPr id="7" name="TextBox 22"/>
          <p:cNvSpPr txBox="1"/>
          <p:nvPr/>
        </p:nvSpPr>
        <p:spPr>
          <a:xfrm>
            <a:off x="2351583" y="5571628"/>
            <a:ext cx="155534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8" name="TextBox 23"/>
          <p:cNvSpPr txBox="1"/>
          <p:nvPr/>
        </p:nvSpPr>
        <p:spPr>
          <a:xfrm>
            <a:off x="2369699" y="5993925"/>
            <a:ext cx="155534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 algn="ctr"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</a:t>
            </a:r>
          </a:p>
        </p:txBody>
      </p:sp>
      <p:sp>
        <p:nvSpPr>
          <p:cNvPr id="9" name="Line 39"/>
          <p:cNvSpPr/>
          <p:nvPr/>
        </p:nvSpPr>
        <p:spPr>
          <a:xfrm>
            <a:off x="6122054" y="2580439"/>
            <a:ext cx="1220368" cy="600099"/>
          </a:xfrm>
          <a:prstGeom prst="line">
            <a:avLst/>
          </a:prstGeom>
          <a:ln xmlns:m="http://schemas.openxmlformats.org/officeDocument/2006/math" xmlns:a14="http://schemas.microsoft.com/office/drawing/2010/main" w="57150" cap="rnd">
            <a:solidFill>
              <a:srgbClr val="808080"/>
            </a:solidFill>
            <a:prstDash val="sysDot"/>
            <a:tailEnd type="triangle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0" name="Line 40"/>
          <p:cNvSpPr/>
          <p:nvPr/>
        </p:nvSpPr>
        <p:spPr>
          <a:xfrm>
            <a:off x="5490924" y="3904681"/>
            <a:ext cx="1655733" cy="1682"/>
          </a:xfrm>
          <a:prstGeom prst="line">
            <a:avLst/>
          </a:prstGeom>
          <a:ln xmlns:m="http://schemas.openxmlformats.org/officeDocument/2006/math" xmlns:a14="http://schemas.microsoft.com/office/drawing/2010/main" w="57150" cap="rnd">
            <a:solidFill>
              <a:srgbClr val="808080"/>
            </a:solidFill>
            <a:prstDash val="sysDot"/>
            <a:tailEnd type="triangle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1" name="Line 41"/>
          <p:cNvSpPr/>
          <p:nvPr/>
        </p:nvSpPr>
        <p:spPr>
          <a:xfrm flipV="1">
            <a:off x="6064360" y="4632007"/>
            <a:ext cx="1272477" cy="511009"/>
          </a:xfrm>
          <a:prstGeom prst="line">
            <a:avLst/>
          </a:prstGeom>
          <a:ln xmlns:m="http://schemas.openxmlformats.org/officeDocument/2006/math" xmlns:a14="http://schemas.microsoft.com/office/drawing/2010/main" w="57150" cap="rnd">
            <a:solidFill>
              <a:srgbClr val="808080"/>
            </a:solidFill>
            <a:prstDash val="sysDot"/>
            <a:tailEnd type="triangle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2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13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4" name="直线连接符 42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5" name="同心圆 8"/>
          <p:cNvSpPr/>
          <p:nvPr/>
        </p:nvSpPr>
        <p:spPr xmlns:m="http://schemas.openxmlformats.org/officeDocument/2006/math" xmlns:a14="http://schemas.microsoft.com/office/drawing/2010/main">
          <a:xfrm>
            <a:off x="4182155" y="1443171"/>
            <a:ext cx="1532989" cy="15329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6" name="椭圆 9"/>
          <p:cNvSpPr/>
          <p:nvPr/>
        </p:nvSpPr>
        <p:spPr xmlns:m="http://schemas.openxmlformats.org/officeDocument/2006/math" xmlns:a14="http://schemas.microsoft.com/office/drawing/2010/main">
          <a:xfrm>
            <a:off x="4215612" y="1476628"/>
            <a:ext cx="1466070" cy="1466070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7" name="KSO_Shape"/>
          <p:cNvSpPr/>
          <p:nvPr/>
        </p:nvSpPr>
        <p:spPr xmlns:m="http://schemas.openxmlformats.org/officeDocument/2006/math" xmlns:a14="http://schemas.microsoft.com/office/drawing/2010/main">
          <a:xfrm>
            <a:off x="4630519" y="1806651"/>
            <a:ext cx="652997" cy="759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0296"/>
                </a:moveTo>
                <a:lnTo>
                  <a:pt x="479" y="20296"/>
                </a:lnTo>
                <a:lnTo>
                  <a:pt x="479" y="9312"/>
                </a:lnTo>
                <a:lnTo>
                  <a:pt x="987" y="9156"/>
                </a:lnTo>
                <a:lnTo>
                  <a:pt x="6585" y="7468"/>
                </a:lnTo>
                <a:lnTo>
                  <a:pt x="6585" y="4429"/>
                </a:lnTo>
                <a:lnTo>
                  <a:pt x="7019" y="4254"/>
                </a:lnTo>
                <a:lnTo>
                  <a:pt x="16406" y="438"/>
                </a:lnTo>
                <a:lnTo>
                  <a:pt x="17489" y="0"/>
                </a:lnTo>
                <a:lnTo>
                  <a:pt x="17489" y="179"/>
                </a:lnTo>
                <a:lnTo>
                  <a:pt x="20446" y="1700"/>
                </a:lnTo>
                <a:lnTo>
                  <a:pt x="20446" y="20216"/>
                </a:lnTo>
                <a:lnTo>
                  <a:pt x="21600" y="20216"/>
                </a:lnTo>
                <a:lnTo>
                  <a:pt x="21600" y="21520"/>
                </a:lnTo>
                <a:lnTo>
                  <a:pt x="15972" y="21520"/>
                </a:lnTo>
                <a:lnTo>
                  <a:pt x="15972" y="2055"/>
                </a:lnTo>
                <a:lnTo>
                  <a:pt x="8099" y="5254"/>
                </a:lnTo>
                <a:lnTo>
                  <a:pt x="8099" y="7011"/>
                </a:lnTo>
                <a:lnTo>
                  <a:pt x="10381" y="6324"/>
                </a:lnTo>
                <a:lnTo>
                  <a:pt x="11260" y="6056"/>
                </a:lnTo>
                <a:lnTo>
                  <a:pt x="11260" y="6037"/>
                </a:lnTo>
                <a:lnTo>
                  <a:pt x="11286" y="6046"/>
                </a:lnTo>
                <a:lnTo>
                  <a:pt x="11382" y="6021"/>
                </a:lnTo>
                <a:lnTo>
                  <a:pt x="11382" y="6101"/>
                </a:lnTo>
                <a:lnTo>
                  <a:pt x="14328" y="7609"/>
                </a:lnTo>
                <a:lnTo>
                  <a:pt x="14328" y="20175"/>
                </a:lnTo>
                <a:lnTo>
                  <a:pt x="15497" y="20175"/>
                </a:lnTo>
                <a:lnTo>
                  <a:pt x="15497" y="21482"/>
                </a:lnTo>
                <a:lnTo>
                  <a:pt x="9872" y="21482"/>
                </a:lnTo>
                <a:lnTo>
                  <a:pt x="9872" y="7855"/>
                </a:lnTo>
                <a:lnTo>
                  <a:pt x="1996" y="10233"/>
                </a:lnTo>
                <a:lnTo>
                  <a:pt x="1996" y="21600"/>
                </a:lnTo>
                <a:lnTo>
                  <a:pt x="0" y="21600"/>
                </a:lnTo>
                <a:lnTo>
                  <a:pt x="0" y="20296"/>
                </a:lnTo>
                <a:close/>
                <a:moveTo>
                  <a:pt x="2879" y="21434"/>
                </a:moveTo>
                <a:lnTo>
                  <a:pt x="8711" y="21434"/>
                </a:lnTo>
                <a:lnTo>
                  <a:pt x="8711" y="19139"/>
                </a:lnTo>
                <a:lnTo>
                  <a:pt x="5569" y="19315"/>
                </a:lnTo>
                <a:lnTo>
                  <a:pt x="2879" y="19468"/>
                </a:lnTo>
                <a:lnTo>
                  <a:pt x="2879" y="21434"/>
                </a:lnTo>
                <a:close/>
                <a:moveTo>
                  <a:pt x="2879" y="12936"/>
                </a:moveTo>
                <a:lnTo>
                  <a:pt x="5569" y="12278"/>
                </a:lnTo>
                <a:lnTo>
                  <a:pt x="8711" y="11517"/>
                </a:lnTo>
                <a:lnTo>
                  <a:pt x="8711" y="9213"/>
                </a:lnTo>
                <a:lnTo>
                  <a:pt x="5569" y="10156"/>
                </a:lnTo>
                <a:lnTo>
                  <a:pt x="2879" y="10965"/>
                </a:lnTo>
                <a:lnTo>
                  <a:pt x="2879" y="12936"/>
                </a:lnTo>
                <a:close/>
                <a:moveTo>
                  <a:pt x="2879" y="15742"/>
                </a:moveTo>
                <a:lnTo>
                  <a:pt x="5569" y="15301"/>
                </a:lnTo>
                <a:lnTo>
                  <a:pt x="8711" y="14790"/>
                </a:lnTo>
                <a:lnTo>
                  <a:pt x="8711" y="12492"/>
                </a:lnTo>
                <a:lnTo>
                  <a:pt x="5569" y="13179"/>
                </a:lnTo>
                <a:lnTo>
                  <a:pt x="2879" y="13774"/>
                </a:lnTo>
                <a:lnTo>
                  <a:pt x="2879" y="15742"/>
                </a:lnTo>
                <a:close/>
                <a:moveTo>
                  <a:pt x="2879" y="18570"/>
                </a:moveTo>
                <a:lnTo>
                  <a:pt x="5569" y="18347"/>
                </a:lnTo>
                <a:lnTo>
                  <a:pt x="8711" y="18091"/>
                </a:lnTo>
                <a:lnTo>
                  <a:pt x="8711" y="15793"/>
                </a:lnTo>
                <a:lnTo>
                  <a:pt x="5569" y="16228"/>
                </a:lnTo>
                <a:lnTo>
                  <a:pt x="2879" y="16599"/>
                </a:lnTo>
                <a:lnTo>
                  <a:pt x="2879" y="1857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8" name="同心圆 13"/>
          <p:cNvSpPr/>
          <p:nvPr/>
        </p:nvSpPr>
        <p:spPr xmlns:m="http://schemas.openxmlformats.org/officeDocument/2006/math" xmlns:a14="http://schemas.microsoft.com/office/drawing/2010/main">
          <a:xfrm>
            <a:off x="3506896" y="3200974"/>
            <a:ext cx="1532989" cy="15329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9" name="椭圆 14"/>
          <p:cNvSpPr/>
          <p:nvPr/>
        </p:nvSpPr>
        <p:spPr xmlns:m="http://schemas.openxmlformats.org/officeDocument/2006/math" xmlns:a14="http://schemas.microsoft.com/office/drawing/2010/main">
          <a:xfrm>
            <a:off x="3540353" y="3234431"/>
            <a:ext cx="1466070" cy="1466070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0" name="KSO_Shape"/>
          <p:cNvSpPr/>
          <p:nvPr/>
        </p:nvSpPr>
        <p:spPr xmlns:m="http://schemas.openxmlformats.org/officeDocument/2006/math" xmlns:a14="http://schemas.microsoft.com/office/drawing/2010/main">
          <a:xfrm>
            <a:off x="3844768" y="3668547"/>
            <a:ext cx="865981" cy="6480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892" y="16144"/>
                </a:moveTo>
                <a:lnTo>
                  <a:pt x="1712" y="16144"/>
                </a:lnTo>
                <a:lnTo>
                  <a:pt x="362" y="19663"/>
                </a:lnTo>
                <a:lnTo>
                  <a:pt x="21242" y="19663"/>
                </a:lnTo>
                <a:lnTo>
                  <a:pt x="19892" y="16144"/>
                </a:lnTo>
                <a:close/>
                <a:moveTo>
                  <a:pt x="8523" y="18816"/>
                </a:moveTo>
                <a:lnTo>
                  <a:pt x="9086" y="17397"/>
                </a:lnTo>
                <a:lnTo>
                  <a:pt x="12568" y="17397"/>
                </a:lnTo>
                <a:lnTo>
                  <a:pt x="13077" y="18816"/>
                </a:lnTo>
                <a:lnTo>
                  <a:pt x="8523" y="18816"/>
                </a:lnTo>
                <a:close/>
                <a:moveTo>
                  <a:pt x="19580" y="15337"/>
                </a:moveTo>
                <a:lnTo>
                  <a:pt x="19571" y="15270"/>
                </a:lnTo>
                <a:lnTo>
                  <a:pt x="19580" y="15204"/>
                </a:lnTo>
                <a:lnTo>
                  <a:pt x="19580" y="668"/>
                </a:lnTo>
                <a:lnTo>
                  <a:pt x="19575" y="601"/>
                </a:lnTo>
                <a:lnTo>
                  <a:pt x="19567" y="529"/>
                </a:lnTo>
                <a:lnTo>
                  <a:pt x="19555" y="468"/>
                </a:lnTo>
                <a:lnTo>
                  <a:pt x="19538" y="406"/>
                </a:lnTo>
                <a:lnTo>
                  <a:pt x="19496" y="295"/>
                </a:lnTo>
                <a:lnTo>
                  <a:pt x="19467" y="239"/>
                </a:lnTo>
                <a:lnTo>
                  <a:pt x="19434" y="189"/>
                </a:lnTo>
                <a:lnTo>
                  <a:pt x="19400" y="150"/>
                </a:lnTo>
                <a:lnTo>
                  <a:pt x="19359" y="111"/>
                </a:lnTo>
                <a:lnTo>
                  <a:pt x="19317" y="78"/>
                </a:lnTo>
                <a:lnTo>
                  <a:pt x="19275" y="50"/>
                </a:lnTo>
                <a:lnTo>
                  <a:pt x="19230" y="28"/>
                </a:lnTo>
                <a:lnTo>
                  <a:pt x="19184" y="11"/>
                </a:lnTo>
                <a:lnTo>
                  <a:pt x="19130" y="6"/>
                </a:lnTo>
                <a:lnTo>
                  <a:pt x="19080" y="0"/>
                </a:lnTo>
                <a:lnTo>
                  <a:pt x="2520" y="0"/>
                </a:lnTo>
                <a:lnTo>
                  <a:pt x="2420" y="11"/>
                </a:lnTo>
                <a:lnTo>
                  <a:pt x="2370" y="28"/>
                </a:lnTo>
                <a:lnTo>
                  <a:pt x="2325" y="50"/>
                </a:lnTo>
                <a:lnTo>
                  <a:pt x="2283" y="78"/>
                </a:lnTo>
                <a:lnTo>
                  <a:pt x="2241" y="111"/>
                </a:lnTo>
                <a:lnTo>
                  <a:pt x="2204" y="150"/>
                </a:lnTo>
                <a:lnTo>
                  <a:pt x="2170" y="189"/>
                </a:lnTo>
                <a:lnTo>
                  <a:pt x="2133" y="239"/>
                </a:lnTo>
                <a:lnTo>
                  <a:pt x="2104" y="295"/>
                </a:lnTo>
                <a:lnTo>
                  <a:pt x="2079" y="351"/>
                </a:lnTo>
                <a:lnTo>
                  <a:pt x="2058" y="406"/>
                </a:lnTo>
                <a:lnTo>
                  <a:pt x="2041" y="468"/>
                </a:lnTo>
                <a:lnTo>
                  <a:pt x="2033" y="529"/>
                </a:lnTo>
                <a:lnTo>
                  <a:pt x="2025" y="601"/>
                </a:lnTo>
                <a:lnTo>
                  <a:pt x="2020" y="668"/>
                </a:lnTo>
                <a:lnTo>
                  <a:pt x="2020" y="15204"/>
                </a:lnTo>
                <a:lnTo>
                  <a:pt x="2025" y="15270"/>
                </a:lnTo>
                <a:lnTo>
                  <a:pt x="2020" y="15337"/>
                </a:lnTo>
                <a:lnTo>
                  <a:pt x="2016" y="15343"/>
                </a:lnTo>
                <a:lnTo>
                  <a:pt x="19584" y="15343"/>
                </a:lnTo>
                <a:lnTo>
                  <a:pt x="19580" y="15337"/>
                </a:lnTo>
                <a:close/>
                <a:moveTo>
                  <a:pt x="18334" y="14207"/>
                </a:moveTo>
                <a:lnTo>
                  <a:pt x="3266" y="14207"/>
                </a:lnTo>
                <a:lnTo>
                  <a:pt x="3266" y="1665"/>
                </a:lnTo>
                <a:lnTo>
                  <a:pt x="18334" y="1665"/>
                </a:lnTo>
                <a:lnTo>
                  <a:pt x="18334" y="14207"/>
                </a:lnTo>
                <a:close/>
                <a:moveTo>
                  <a:pt x="21546" y="20464"/>
                </a:moveTo>
                <a:lnTo>
                  <a:pt x="50" y="20464"/>
                </a:lnTo>
                <a:lnTo>
                  <a:pt x="0" y="20598"/>
                </a:lnTo>
                <a:lnTo>
                  <a:pt x="4" y="20670"/>
                </a:lnTo>
                <a:lnTo>
                  <a:pt x="8" y="20748"/>
                </a:lnTo>
                <a:lnTo>
                  <a:pt x="21" y="20826"/>
                </a:lnTo>
                <a:lnTo>
                  <a:pt x="37" y="20910"/>
                </a:lnTo>
                <a:lnTo>
                  <a:pt x="58" y="20993"/>
                </a:lnTo>
                <a:lnTo>
                  <a:pt x="83" y="21077"/>
                </a:lnTo>
                <a:lnTo>
                  <a:pt x="117" y="21160"/>
                </a:lnTo>
                <a:lnTo>
                  <a:pt x="150" y="21238"/>
                </a:lnTo>
                <a:lnTo>
                  <a:pt x="183" y="21311"/>
                </a:lnTo>
                <a:lnTo>
                  <a:pt x="221" y="21383"/>
                </a:lnTo>
                <a:lnTo>
                  <a:pt x="262" y="21444"/>
                </a:lnTo>
                <a:lnTo>
                  <a:pt x="304" y="21494"/>
                </a:lnTo>
                <a:lnTo>
                  <a:pt x="354" y="21539"/>
                </a:lnTo>
                <a:lnTo>
                  <a:pt x="400" y="21572"/>
                </a:lnTo>
                <a:lnTo>
                  <a:pt x="450" y="21589"/>
                </a:lnTo>
                <a:lnTo>
                  <a:pt x="500" y="21600"/>
                </a:lnTo>
                <a:lnTo>
                  <a:pt x="21100" y="21600"/>
                </a:lnTo>
                <a:lnTo>
                  <a:pt x="21150" y="21589"/>
                </a:lnTo>
                <a:lnTo>
                  <a:pt x="21200" y="21572"/>
                </a:lnTo>
                <a:lnTo>
                  <a:pt x="21250" y="21539"/>
                </a:lnTo>
                <a:lnTo>
                  <a:pt x="21296" y="21494"/>
                </a:lnTo>
                <a:lnTo>
                  <a:pt x="21338" y="21444"/>
                </a:lnTo>
                <a:lnTo>
                  <a:pt x="21379" y="21383"/>
                </a:lnTo>
                <a:lnTo>
                  <a:pt x="21454" y="21238"/>
                </a:lnTo>
                <a:lnTo>
                  <a:pt x="21488" y="21160"/>
                </a:lnTo>
                <a:lnTo>
                  <a:pt x="21517" y="21077"/>
                </a:lnTo>
                <a:lnTo>
                  <a:pt x="21542" y="20993"/>
                </a:lnTo>
                <a:lnTo>
                  <a:pt x="21563" y="20910"/>
                </a:lnTo>
                <a:lnTo>
                  <a:pt x="21579" y="20826"/>
                </a:lnTo>
                <a:lnTo>
                  <a:pt x="21596" y="20670"/>
                </a:lnTo>
                <a:lnTo>
                  <a:pt x="21600" y="20598"/>
                </a:lnTo>
                <a:lnTo>
                  <a:pt x="21546" y="20464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1" name="同心圆 18"/>
          <p:cNvSpPr/>
          <p:nvPr/>
        </p:nvSpPr>
        <p:spPr xmlns:m="http://schemas.openxmlformats.org/officeDocument/2006/math" xmlns:a14="http://schemas.microsoft.com/office/drawing/2010/main">
          <a:xfrm>
            <a:off x="4370992" y="4833158"/>
            <a:ext cx="1532989" cy="15329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2" name="椭圆 19"/>
          <p:cNvSpPr/>
          <p:nvPr/>
        </p:nvSpPr>
        <p:spPr xmlns:m="http://schemas.openxmlformats.org/officeDocument/2006/math" xmlns:a14="http://schemas.microsoft.com/office/drawing/2010/main">
          <a:xfrm>
            <a:off x="4404449" y="4866615"/>
            <a:ext cx="1466070" cy="1466070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3" name="KSO_Shape"/>
          <p:cNvSpPr/>
          <p:nvPr/>
        </p:nvSpPr>
        <p:spPr xmlns:m="http://schemas.openxmlformats.org/officeDocument/2006/math" xmlns:a14="http://schemas.microsoft.com/office/drawing/2010/main">
          <a:xfrm>
            <a:off x="4795896" y="5334982"/>
            <a:ext cx="695022" cy="586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464" y="18519"/>
                </a:moveTo>
                <a:lnTo>
                  <a:pt x="4422" y="18522"/>
                </a:lnTo>
                <a:lnTo>
                  <a:pt x="4377" y="18526"/>
                </a:lnTo>
                <a:lnTo>
                  <a:pt x="4336" y="18529"/>
                </a:lnTo>
                <a:lnTo>
                  <a:pt x="4294" y="18540"/>
                </a:lnTo>
                <a:lnTo>
                  <a:pt x="4252" y="18551"/>
                </a:lnTo>
                <a:lnTo>
                  <a:pt x="4217" y="18565"/>
                </a:lnTo>
                <a:lnTo>
                  <a:pt x="4136" y="18597"/>
                </a:lnTo>
                <a:lnTo>
                  <a:pt x="4065" y="18643"/>
                </a:lnTo>
                <a:lnTo>
                  <a:pt x="3993" y="18692"/>
                </a:lnTo>
                <a:lnTo>
                  <a:pt x="3928" y="18749"/>
                </a:lnTo>
                <a:lnTo>
                  <a:pt x="3871" y="18816"/>
                </a:lnTo>
                <a:lnTo>
                  <a:pt x="3815" y="18883"/>
                </a:lnTo>
                <a:lnTo>
                  <a:pt x="3767" y="18961"/>
                </a:lnTo>
                <a:lnTo>
                  <a:pt x="3725" y="19045"/>
                </a:lnTo>
                <a:lnTo>
                  <a:pt x="3687" y="19130"/>
                </a:lnTo>
                <a:lnTo>
                  <a:pt x="3660" y="19226"/>
                </a:lnTo>
                <a:lnTo>
                  <a:pt x="3648" y="19271"/>
                </a:lnTo>
                <a:lnTo>
                  <a:pt x="3639" y="19317"/>
                </a:lnTo>
                <a:lnTo>
                  <a:pt x="3630" y="19367"/>
                </a:lnTo>
                <a:lnTo>
                  <a:pt x="3624" y="19420"/>
                </a:lnTo>
                <a:lnTo>
                  <a:pt x="3621" y="19469"/>
                </a:lnTo>
                <a:lnTo>
                  <a:pt x="3621" y="19572"/>
                </a:lnTo>
                <a:lnTo>
                  <a:pt x="3624" y="19621"/>
                </a:lnTo>
                <a:lnTo>
                  <a:pt x="3630" y="19674"/>
                </a:lnTo>
                <a:lnTo>
                  <a:pt x="3639" y="19724"/>
                </a:lnTo>
                <a:lnTo>
                  <a:pt x="3648" y="19770"/>
                </a:lnTo>
                <a:lnTo>
                  <a:pt x="3660" y="19819"/>
                </a:lnTo>
                <a:lnTo>
                  <a:pt x="3687" y="19911"/>
                </a:lnTo>
                <a:lnTo>
                  <a:pt x="3725" y="19999"/>
                </a:lnTo>
                <a:lnTo>
                  <a:pt x="3767" y="20081"/>
                </a:lnTo>
                <a:lnTo>
                  <a:pt x="3815" y="20162"/>
                </a:lnTo>
                <a:lnTo>
                  <a:pt x="3871" y="20229"/>
                </a:lnTo>
                <a:lnTo>
                  <a:pt x="3928" y="20296"/>
                </a:lnTo>
                <a:lnTo>
                  <a:pt x="3993" y="20353"/>
                </a:lnTo>
                <a:lnTo>
                  <a:pt x="4065" y="20402"/>
                </a:lnTo>
                <a:lnTo>
                  <a:pt x="4136" y="20445"/>
                </a:lnTo>
                <a:lnTo>
                  <a:pt x="4217" y="20476"/>
                </a:lnTo>
                <a:lnTo>
                  <a:pt x="4252" y="20494"/>
                </a:lnTo>
                <a:lnTo>
                  <a:pt x="4294" y="20501"/>
                </a:lnTo>
                <a:lnTo>
                  <a:pt x="4336" y="20508"/>
                </a:lnTo>
                <a:lnTo>
                  <a:pt x="4377" y="20519"/>
                </a:lnTo>
                <a:lnTo>
                  <a:pt x="4422" y="20522"/>
                </a:lnTo>
                <a:lnTo>
                  <a:pt x="7403" y="20522"/>
                </a:lnTo>
                <a:lnTo>
                  <a:pt x="7448" y="20519"/>
                </a:lnTo>
                <a:lnTo>
                  <a:pt x="7489" y="20508"/>
                </a:lnTo>
                <a:lnTo>
                  <a:pt x="7531" y="20501"/>
                </a:lnTo>
                <a:lnTo>
                  <a:pt x="7573" y="20494"/>
                </a:lnTo>
                <a:lnTo>
                  <a:pt x="7611" y="20476"/>
                </a:lnTo>
                <a:lnTo>
                  <a:pt x="7692" y="20445"/>
                </a:lnTo>
                <a:lnTo>
                  <a:pt x="7763" y="20402"/>
                </a:lnTo>
                <a:lnTo>
                  <a:pt x="7832" y="20353"/>
                </a:lnTo>
                <a:lnTo>
                  <a:pt x="7897" y="20296"/>
                </a:lnTo>
                <a:lnTo>
                  <a:pt x="7957" y="20229"/>
                </a:lnTo>
                <a:lnTo>
                  <a:pt x="8013" y="20162"/>
                </a:lnTo>
                <a:lnTo>
                  <a:pt x="8061" y="20081"/>
                </a:lnTo>
                <a:lnTo>
                  <a:pt x="8103" y="19999"/>
                </a:lnTo>
                <a:lnTo>
                  <a:pt x="8141" y="19911"/>
                </a:lnTo>
                <a:lnTo>
                  <a:pt x="8168" y="19819"/>
                </a:lnTo>
                <a:lnTo>
                  <a:pt x="8180" y="19770"/>
                </a:lnTo>
                <a:lnTo>
                  <a:pt x="8189" y="19724"/>
                </a:lnTo>
                <a:lnTo>
                  <a:pt x="8195" y="19674"/>
                </a:lnTo>
                <a:lnTo>
                  <a:pt x="8198" y="19621"/>
                </a:lnTo>
                <a:lnTo>
                  <a:pt x="8204" y="19572"/>
                </a:lnTo>
                <a:lnTo>
                  <a:pt x="8207" y="19519"/>
                </a:lnTo>
                <a:lnTo>
                  <a:pt x="8204" y="19469"/>
                </a:lnTo>
                <a:lnTo>
                  <a:pt x="8198" y="19420"/>
                </a:lnTo>
                <a:lnTo>
                  <a:pt x="8195" y="19367"/>
                </a:lnTo>
                <a:lnTo>
                  <a:pt x="8189" y="19317"/>
                </a:lnTo>
                <a:lnTo>
                  <a:pt x="8180" y="19271"/>
                </a:lnTo>
                <a:lnTo>
                  <a:pt x="8168" y="19226"/>
                </a:lnTo>
                <a:lnTo>
                  <a:pt x="8141" y="19130"/>
                </a:lnTo>
                <a:lnTo>
                  <a:pt x="8103" y="19045"/>
                </a:lnTo>
                <a:lnTo>
                  <a:pt x="8061" y="18961"/>
                </a:lnTo>
                <a:lnTo>
                  <a:pt x="8013" y="18883"/>
                </a:lnTo>
                <a:lnTo>
                  <a:pt x="7957" y="18816"/>
                </a:lnTo>
                <a:lnTo>
                  <a:pt x="7897" y="18749"/>
                </a:lnTo>
                <a:lnTo>
                  <a:pt x="7832" y="18692"/>
                </a:lnTo>
                <a:lnTo>
                  <a:pt x="7763" y="18643"/>
                </a:lnTo>
                <a:lnTo>
                  <a:pt x="7692" y="18597"/>
                </a:lnTo>
                <a:lnTo>
                  <a:pt x="7611" y="18565"/>
                </a:lnTo>
                <a:lnTo>
                  <a:pt x="7573" y="18551"/>
                </a:lnTo>
                <a:lnTo>
                  <a:pt x="7531" y="18540"/>
                </a:lnTo>
                <a:lnTo>
                  <a:pt x="7489" y="18529"/>
                </a:lnTo>
                <a:lnTo>
                  <a:pt x="7448" y="18526"/>
                </a:lnTo>
                <a:lnTo>
                  <a:pt x="7403" y="18522"/>
                </a:lnTo>
                <a:lnTo>
                  <a:pt x="7361" y="18519"/>
                </a:lnTo>
                <a:lnTo>
                  <a:pt x="4464" y="18519"/>
                </a:lnTo>
                <a:close/>
                <a:moveTo>
                  <a:pt x="15676" y="16634"/>
                </a:moveTo>
                <a:lnTo>
                  <a:pt x="15604" y="16637"/>
                </a:lnTo>
                <a:lnTo>
                  <a:pt x="15539" y="16651"/>
                </a:lnTo>
                <a:lnTo>
                  <a:pt x="15473" y="16669"/>
                </a:lnTo>
                <a:lnTo>
                  <a:pt x="15411" y="16697"/>
                </a:lnTo>
                <a:lnTo>
                  <a:pt x="15354" y="16732"/>
                </a:lnTo>
                <a:lnTo>
                  <a:pt x="15294" y="16771"/>
                </a:lnTo>
                <a:lnTo>
                  <a:pt x="15244" y="16817"/>
                </a:lnTo>
                <a:lnTo>
                  <a:pt x="15193" y="16870"/>
                </a:lnTo>
                <a:lnTo>
                  <a:pt x="15151" y="16930"/>
                </a:lnTo>
                <a:lnTo>
                  <a:pt x="15109" y="16990"/>
                </a:lnTo>
                <a:lnTo>
                  <a:pt x="15077" y="17057"/>
                </a:lnTo>
                <a:lnTo>
                  <a:pt x="15047" y="17125"/>
                </a:lnTo>
                <a:lnTo>
                  <a:pt x="15029" y="17199"/>
                </a:lnTo>
                <a:lnTo>
                  <a:pt x="15011" y="17276"/>
                </a:lnTo>
                <a:lnTo>
                  <a:pt x="14999" y="17354"/>
                </a:lnTo>
                <a:lnTo>
                  <a:pt x="14996" y="17439"/>
                </a:lnTo>
                <a:lnTo>
                  <a:pt x="14999" y="17520"/>
                </a:lnTo>
                <a:lnTo>
                  <a:pt x="15011" y="17601"/>
                </a:lnTo>
                <a:lnTo>
                  <a:pt x="15029" y="17679"/>
                </a:lnTo>
                <a:lnTo>
                  <a:pt x="15047" y="17753"/>
                </a:lnTo>
                <a:lnTo>
                  <a:pt x="15077" y="17824"/>
                </a:lnTo>
                <a:lnTo>
                  <a:pt x="15109" y="17888"/>
                </a:lnTo>
                <a:lnTo>
                  <a:pt x="15151" y="17951"/>
                </a:lnTo>
                <a:lnTo>
                  <a:pt x="15193" y="18008"/>
                </a:lnTo>
                <a:lnTo>
                  <a:pt x="15244" y="18061"/>
                </a:lnTo>
                <a:lnTo>
                  <a:pt x="15294" y="18107"/>
                </a:lnTo>
                <a:lnTo>
                  <a:pt x="15354" y="18145"/>
                </a:lnTo>
                <a:lnTo>
                  <a:pt x="15411" y="18181"/>
                </a:lnTo>
                <a:lnTo>
                  <a:pt x="15473" y="18209"/>
                </a:lnTo>
                <a:lnTo>
                  <a:pt x="15539" y="18227"/>
                </a:lnTo>
                <a:lnTo>
                  <a:pt x="15604" y="18237"/>
                </a:lnTo>
                <a:lnTo>
                  <a:pt x="15676" y="18241"/>
                </a:lnTo>
                <a:lnTo>
                  <a:pt x="18004" y="18241"/>
                </a:lnTo>
                <a:lnTo>
                  <a:pt x="18073" y="18237"/>
                </a:lnTo>
                <a:lnTo>
                  <a:pt x="18145" y="18227"/>
                </a:lnTo>
                <a:lnTo>
                  <a:pt x="18210" y="18209"/>
                </a:lnTo>
                <a:lnTo>
                  <a:pt x="18273" y="18181"/>
                </a:lnTo>
                <a:lnTo>
                  <a:pt x="18329" y="18145"/>
                </a:lnTo>
                <a:lnTo>
                  <a:pt x="18386" y="18107"/>
                </a:lnTo>
                <a:lnTo>
                  <a:pt x="18437" y="18061"/>
                </a:lnTo>
                <a:lnTo>
                  <a:pt x="18487" y="18008"/>
                </a:lnTo>
                <a:lnTo>
                  <a:pt x="18532" y="17951"/>
                </a:lnTo>
                <a:lnTo>
                  <a:pt x="18571" y="17888"/>
                </a:lnTo>
                <a:lnTo>
                  <a:pt x="18604" y="17824"/>
                </a:lnTo>
                <a:lnTo>
                  <a:pt x="18630" y="17753"/>
                </a:lnTo>
                <a:lnTo>
                  <a:pt x="18657" y="17679"/>
                </a:lnTo>
                <a:lnTo>
                  <a:pt x="18672" y="17601"/>
                </a:lnTo>
                <a:lnTo>
                  <a:pt x="18684" y="17520"/>
                </a:lnTo>
                <a:lnTo>
                  <a:pt x="18687" y="17439"/>
                </a:lnTo>
                <a:lnTo>
                  <a:pt x="18684" y="17354"/>
                </a:lnTo>
                <a:lnTo>
                  <a:pt x="18672" y="17276"/>
                </a:lnTo>
                <a:lnTo>
                  <a:pt x="18657" y="17199"/>
                </a:lnTo>
                <a:lnTo>
                  <a:pt x="18630" y="17125"/>
                </a:lnTo>
                <a:lnTo>
                  <a:pt x="18604" y="17057"/>
                </a:lnTo>
                <a:lnTo>
                  <a:pt x="18571" y="16990"/>
                </a:lnTo>
                <a:lnTo>
                  <a:pt x="18532" y="16930"/>
                </a:lnTo>
                <a:lnTo>
                  <a:pt x="18487" y="16870"/>
                </a:lnTo>
                <a:lnTo>
                  <a:pt x="18437" y="16817"/>
                </a:lnTo>
                <a:lnTo>
                  <a:pt x="18386" y="16771"/>
                </a:lnTo>
                <a:lnTo>
                  <a:pt x="18329" y="16732"/>
                </a:lnTo>
                <a:lnTo>
                  <a:pt x="18273" y="16697"/>
                </a:lnTo>
                <a:lnTo>
                  <a:pt x="18210" y="16669"/>
                </a:lnTo>
                <a:lnTo>
                  <a:pt x="18145" y="16651"/>
                </a:lnTo>
                <a:lnTo>
                  <a:pt x="18073" y="16637"/>
                </a:lnTo>
                <a:lnTo>
                  <a:pt x="18004" y="16634"/>
                </a:lnTo>
                <a:lnTo>
                  <a:pt x="15676" y="16634"/>
                </a:lnTo>
                <a:close/>
                <a:moveTo>
                  <a:pt x="16775" y="6800"/>
                </a:moveTo>
                <a:lnTo>
                  <a:pt x="16906" y="6800"/>
                </a:lnTo>
                <a:lnTo>
                  <a:pt x="16972" y="6810"/>
                </a:lnTo>
                <a:lnTo>
                  <a:pt x="17034" y="6821"/>
                </a:lnTo>
                <a:lnTo>
                  <a:pt x="17097" y="6839"/>
                </a:lnTo>
                <a:lnTo>
                  <a:pt x="17160" y="6860"/>
                </a:lnTo>
                <a:lnTo>
                  <a:pt x="17222" y="6884"/>
                </a:lnTo>
                <a:lnTo>
                  <a:pt x="17282" y="6913"/>
                </a:lnTo>
                <a:lnTo>
                  <a:pt x="17339" y="6945"/>
                </a:lnTo>
                <a:lnTo>
                  <a:pt x="17396" y="6980"/>
                </a:lnTo>
                <a:lnTo>
                  <a:pt x="17449" y="7022"/>
                </a:lnTo>
                <a:lnTo>
                  <a:pt x="17506" y="7065"/>
                </a:lnTo>
                <a:lnTo>
                  <a:pt x="17557" y="7114"/>
                </a:lnTo>
                <a:lnTo>
                  <a:pt x="17607" y="7164"/>
                </a:lnTo>
                <a:lnTo>
                  <a:pt x="17655" y="7220"/>
                </a:lnTo>
                <a:lnTo>
                  <a:pt x="17703" y="7277"/>
                </a:lnTo>
                <a:lnTo>
                  <a:pt x="17748" y="7333"/>
                </a:lnTo>
                <a:lnTo>
                  <a:pt x="17789" y="7400"/>
                </a:lnTo>
                <a:lnTo>
                  <a:pt x="17831" y="7464"/>
                </a:lnTo>
                <a:lnTo>
                  <a:pt x="17870" y="7535"/>
                </a:lnTo>
                <a:lnTo>
                  <a:pt x="17906" y="7605"/>
                </a:lnTo>
                <a:lnTo>
                  <a:pt x="17939" y="7683"/>
                </a:lnTo>
                <a:lnTo>
                  <a:pt x="17971" y="7757"/>
                </a:lnTo>
                <a:lnTo>
                  <a:pt x="17998" y="7835"/>
                </a:lnTo>
                <a:lnTo>
                  <a:pt x="18022" y="7916"/>
                </a:lnTo>
                <a:lnTo>
                  <a:pt x="18046" y="7998"/>
                </a:lnTo>
                <a:lnTo>
                  <a:pt x="18067" y="8086"/>
                </a:lnTo>
                <a:lnTo>
                  <a:pt x="18085" y="8171"/>
                </a:lnTo>
                <a:lnTo>
                  <a:pt x="18100" y="8263"/>
                </a:lnTo>
                <a:lnTo>
                  <a:pt x="18109" y="8351"/>
                </a:lnTo>
                <a:lnTo>
                  <a:pt x="18115" y="8443"/>
                </a:lnTo>
                <a:lnTo>
                  <a:pt x="18124" y="8538"/>
                </a:lnTo>
                <a:lnTo>
                  <a:pt x="18124" y="8630"/>
                </a:lnTo>
                <a:lnTo>
                  <a:pt x="18127" y="8726"/>
                </a:lnTo>
                <a:lnTo>
                  <a:pt x="18133" y="8810"/>
                </a:lnTo>
                <a:lnTo>
                  <a:pt x="18142" y="8899"/>
                </a:lnTo>
                <a:lnTo>
                  <a:pt x="18153" y="8977"/>
                </a:lnTo>
                <a:lnTo>
                  <a:pt x="18168" y="9047"/>
                </a:lnTo>
                <a:lnTo>
                  <a:pt x="18189" y="9114"/>
                </a:lnTo>
                <a:lnTo>
                  <a:pt x="18210" y="9178"/>
                </a:lnTo>
                <a:lnTo>
                  <a:pt x="18234" y="9234"/>
                </a:lnTo>
                <a:lnTo>
                  <a:pt x="18258" y="9287"/>
                </a:lnTo>
                <a:lnTo>
                  <a:pt x="18285" y="9337"/>
                </a:lnTo>
                <a:lnTo>
                  <a:pt x="18315" y="9383"/>
                </a:lnTo>
                <a:lnTo>
                  <a:pt x="18344" y="9422"/>
                </a:lnTo>
                <a:lnTo>
                  <a:pt x="18374" y="9464"/>
                </a:lnTo>
                <a:lnTo>
                  <a:pt x="18407" y="9496"/>
                </a:lnTo>
                <a:lnTo>
                  <a:pt x="18443" y="9524"/>
                </a:lnTo>
                <a:lnTo>
                  <a:pt x="18473" y="9556"/>
                </a:lnTo>
                <a:lnTo>
                  <a:pt x="18538" y="9598"/>
                </a:lnTo>
                <a:lnTo>
                  <a:pt x="18601" y="9637"/>
                </a:lnTo>
                <a:lnTo>
                  <a:pt x="18661" y="9662"/>
                </a:lnTo>
                <a:lnTo>
                  <a:pt x="18711" y="9676"/>
                </a:lnTo>
                <a:lnTo>
                  <a:pt x="18756" y="9690"/>
                </a:lnTo>
                <a:lnTo>
                  <a:pt x="18792" y="9694"/>
                </a:lnTo>
                <a:lnTo>
                  <a:pt x="18822" y="9697"/>
                </a:lnTo>
                <a:lnTo>
                  <a:pt x="18822" y="10372"/>
                </a:lnTo>
                <a:lnTo>
                  <a:pt x="17276" y="10372"/>
                </a:lnTo>
                <a:lnTo>
                  <a:pt x="17276" y="11093"/>
                </a:lnTo>
                <a:lnTo>
                  <a:pt x="17396" y="11114"/>
                </a:lnTo>
                <a:lnTo>
                  <a:pt x="17509" y="11143"/>
                </a:lnTo>
                <a:lnTo>
                  <a:pt x="17622" y="11171"/>
                </a:lnTo>
                <a:lnTo>
                  <a:pt x="17736" y="11210"/>
                </a:lnTo>
                <a:lnTo>
                  <a:pt x="17843" y="11249"/>
                </a:lnTo>
                <a:lnTo>
                  <a:pt x="17951" y="11295"/>
                </a:lnTo>
                <a:lnTo>
                  <a:pt x="18052" y="11341"/>
                </a:lnTo>
                <a:lnTo>
                  <a:pt x="18156" y="11394"/>
                </a:lnTo>
                <a:lnTo>
                  <a:pt x="18258" y="11450"/>
                </a:lnTo>
                <a:lnTo>
                  <a:pt x="18356" y="11514"/>
                </a:lnTo>
                <a:lnTo>
                  <a:pt x="18452" y="11577"/>
                </a:lnTo>
                <a:lnTo>
                  <a:pt x="18544" y="11648"/>
                </a:lnTo>
                <a:lnTo>
                  <a:pt x="18637" y="11722"/>
                </a:lnTo>
                <a:lnTo>
                  <a:pt x="18723" y="11797"/>
                </a:lnTo>
                <a:lnTo>
                  <a:pt x="18804" y="11878"/>
                </a:lnTo>
                <a:lnTo>
                  <a:pt x="18888" y="11959"/>
                </a:lnTo>
                <a:lnTo>
                  <a:pt x="18968" y="12047"/>
                </a:lnTo>
                <a:lnTo>
                  <a:pt x="19040" y="12136"/>
                </a:lnTo>
                <a:lnTo>
                  <a:pt x="19114" y="12228"/>
                </a:lnTo>
                <a:lnTo>
                  <a:pt x="19183" y="12327"/>
                </a:lnTo>
                <a:lnTo>
                  <a:pt x="19249" y="12422"/>
                </a:lnTo>
                <a:lnTo>
                  <a:pt x="19311" y="12521"/>
                </a:lnTo>
                <a:lnTo>
                  <a:pt x="19371" y="12631"/>
                </a:lnTo>
                <a:lnTo>
                  <a:pt x="19422" y="12737"/>
                </a:lnTo>
                <a:lnTo>
                  <a:pt x="19475" y="12843"/>
                </a:lnTo>
                <a:lnTo>
                  <a:pt x="19520" y="12956"/>
                </a:lnTo>
                <a:lnTo>
                  <a:pt x="19565" y="13069"/>
                </a:lnTo>
                <a:lnTo>
                  <a:pt x="19604" y="13185"/>
                </a:lnTo>
                <a:lnTo>
                  <a:pt x="19636" y="13302"/>
                </a:lnTo>
                <a:lnTo>
                  <a:pt x="19663" y="13426"/>
                </a:lnTo>
                <a:lnTo>
                  <a:pt x="19693" y="13546"/>
                </a:lnTo>
                <a:lnTo>
                  <a:pt x="19714" y="13673"/>
                </a:lnTo>
                <a:lnTo>
                  <a:pt x="19738" y="14871"/>
                </a:lnTo>
                <a:lnTo>
                  <a:pt x="13943" y="14871"/>
                </a:lnTo>
                <a:lnTo>
                  <a:pt x="13967" y="13673"/>
                </a:lnTo>
                <a:lnTo>
                  <a:pt x="13988" y="13546"/>
                </a:lnTo>
                <a:lnTo>
                  <a:pt x="14012" y="13426"/>
                </a:lnTo>
                <a:lnTo>
                  <a:pt x="14045" y="13302"/>
                </a:lnTo>
                <a:lnTo>
                  <a:pt x="14077" y="13185"/>
                </a:lnTo>
                <a:lnTo>
                  <a:pt x="14116" y="13069"/>
                </a:lnTo>
                <a:lnTo>
                  <a:pt x="14158" y="12956"/>
                </a:lnTo>
                <a:lnTo>
                  <a:pt x="14203" y="12843"/>
                </a:lnTo>
                <a:lnTo>
                  <a:pt x="14256" y="12737"/>
                </a:lnTo>
                <a:lnTo>
                  <a:pt x="14310" y="12631"/>
                </a:lnTo>
                <a:lnTo>
                  <a:pt x="14367" y="12525"/>
                </a:lnTo>
                <a:lnTo>
                  <a:pt x="14430" y="12422"/>
                </a:lnTo>
                <a:lnTo>
                  <a:pt x="14495" y="12327"/>
                </a:lnTo>
                <a:lnTo>
                  <a:pt x="14564" y="12228"/>
                </a:lnTo>
                <a:lnTo>
                  <a:pt x="14635" y="12136"/>
                </a:lnTo>
                <a:lnTo>
                  <a:pt x="14713" y="12047"/>
                </a:lnTo>
                <a:lnTo>
                  <a:pt x="14791" y="11959"/>
                </a:lnTo>
                <a:lnTo>
                  <a:pt x="14871" y="11878"/>
                </a:lnTo>
                <a:lnTo>
                  <a:pt x="14955" y="11797"/>
                </a:lnTo>
                <a:lnTo>
                  <a:pt x="15044" y="11722"/>
                </a:lnTo>
                <a:lnTo>
                  <a:pt x="15137" y="11648"/>
                </a:lnTo>
                <a:lnTo>
                  <a:pt x="15229" y="11577"/>
                </a:lnTo>
                <a:lnTo>
                  <a:pt x="15322" y="11514"/>
                </a:lnTo>
                <a:lnTo>
                  <a:pt x="15420" y="11450"/>
                </a:lnTo>
                <a:lnTo>
                  <a:pt x="15522" y="11394"/>
                </a:lnTo>
                <a:lnTo>
                  <a:pt x="15623" y="11344"/>
                </a:lnTo>
                <a:lnTo>
                  <a:pt x="15728" y="11295"/>
                </a:lnTo>
                <a:lnTo>
                  <a:pt x="15835" y="11249"/>
                </a:lnTo>
                <a:lnTo>
                  <a:pt x="15945" y="11210"/>
                </a:lnTo>
                <a:lnTo>
                  <a:pt x="16059" y="11171"/>
                </a:lnTo>
                <a:lnTo>
                  <a:pt x="16172" y="11143"/>
                </a:lnTo>
                <a:lnTo>
                  <a:pt x="16286" y="11114"/>
                </a:lnTo>
                <a:lnTo>
                  <a:pt x="16402" y="11093"/>
                </a:lnTo>
                <a:lnTo>
                  <a:pt x="16402" y="10372"/>
                </a:lnTo>
                <a:lnTo>
                  <a:pt x="14856" y="10372"/>
                </a:lnTo>
                <a:lnTo>
                  <a:pt x="14856" y="9697"/>
                </a:lnTo>
                <a:lnTo>
                  <a:pt x="14886" y="9694"/>
                </a:lnTo>
                <a:lnTo>
                  <a:pt x="14922" y="9687"/>
                </a:lnTo>
                <a:lnTo>
                  <a:pt x="14967" y="9669"/>
                </a:lnTo>
                <a:lnTo>
                  <a:pt x="15017" y="9648"/>
                </a:lnTo>
                <a:lnTo>
                  <a:pt x="15077" y="9620"/>
                </a:lnTo>
                <a:lnTo>
                  <a:pt x="15140" y="9584"/>
                </a:lnTo>
                <a:lnTo>
                  <a:pt x="15205" y="9538"/>
                </a:lnTo>
                <a:lnTo>
                  <a:pt x="15241" y="9510"/>
                </a:lnTo>
                <a:lnTo>
                  <a:pt x="15271" y="9478"/>
                </a:lnTo>
                <a:lnTo>
                  <a:pt x="15301" y="9439"/>
                </a:lnTo>
                <a:lnTo>
                  <a:pt x="15334" y="9404"/>
                </a:lnTo>
                <a:lnTo>
                  <a:pt x="15364" y="9362"/>
                </a:lnTo>
                <a:lnTo>
                  <a:pt x="15393" y="9316"/>
                </a:lnTo>
                <a:lnTo>
                  <a:pt x="15420" y="9266"/>
                </a:lnTo>
                <a:lnTo>
                  <a:pt x="15447" y="9213"/>
                </a:lnTo>
                <a:lnTo>
                  <a:pt x="15468" y="9157"/>
                </a:lnTo>
                <a:lnTo>
                  <a:pt x="15489" y="9097"/>
                </a:lnTo>
                <a:lnTo>
                  <a:pt x="15510" y="9030"/>
                </a:lnTo>
                <a:lnTo>
                  <a:pt x="15525" y="8959"/>
                </a:lnTo>
                <a:lnTo>
                  <a:pt x="15537" y="8885"/>
                </a:lnTo>
                <a:lnTo>
                  <a:pt x="15549" y="8803"/>
                </a:lnTo>
                <a:lnTo>
                  <a:pt x="15551" y="8722"/>
                </a:lnTo>
                <a:lnTo>
                  <a:pt x="15554" y="8630"/>
                </a:lnTo>
                <a:lnTo>
                  <a:pt x="15557" y="8538"/>
                </a:lnTo>
                <a:lnTo>
                  <a:pt x="15563" y="8443"/>
                </a:lnTo>
                <a:lnTo>
                  <a:pt x="15569" y="8351"/>
                </a:lnTo>
                <a:lnTo>
                  <a:pt x="15581" y="8263"/>
                </a:lnTo>
                <a:lnTo>
                  <a:pt x="15596" y="8171"/>
                </a:lnTo>
                <a:lnTo>
                  <a:pt x="15614" y="8086"/>
                </a:lnTo>
                <a:lnTo>
                  <a:pt x="15635" y="7998"/>
                </a:lnTo>
                <a:lnTo>
                  <a:pt x="15656" y="7916"/>
                </a:lnTo>
                <a:lnTo>
                  <a:pt x="15683" y="7835"/>
                </a:lnTo>
                <a:lnTo>
                  <a:pt x="15710" y="7757"/>
                </a:lnTo>
                <a:lnTo>
                  <a:pt x="15742" y="7683"/>
                </a:lnTo>
                <a:lnTo>
                  <a:pt x="15772" y="7605"/>
                </a:lnTo>
                <a:lnTo>
                  <a:pt x="15811" y="7535"/>
                </a:lnTo>
                <a:lnTo>
                  <a:pt x="15850" y="7464"/>
                </a:lnTo>
                <a:lnTo>
                  <a:pt x="15889" y="7400"/>
                </a:lnTo>
                <a:lnTo>
                  <a:pt x="15933" y="7333"/>
                </a:lnTo>
                <a:lnTo>
                  <a:pt x="15978" y="7277"/>
                </a:lnTo>
                <a:lnTo>
                  <a:pt x="16023" y="7220"/>
                </a:lnTo>
                <a:lnTo>
                  <a:pt x="16071" y="7164"/>
                </a:lnTo>
                <a:lnTo>
                  <a:pt x="16124" y="7114"/>
                </a:lnTo>
                <a:lnTo>
                  <a:pt x="16175" y="7065"/>
                </a:lnTo>
                <a:lnTo>
                  <a:pt x="16226" y="7022"/>
                </a:lnTo>
                <a:lnTo>
                  <a:pt x="16283" y="6980"/>
                </a:lnTo>
                <a:lnTo>
                  <a:pt x="16342" y="6945"/>
                </a:lnTo>
                <a:lnTo>
                  <a:pt x="16396" y="6913"/>
                </a:lnTo>
                <a:lnTo>
                  <a:pt x="16459" y="6884"/>
                </a:lnTo>
                <a:lnTo>
                  <a:pt x="16518" y="6860"/>
                </a:lnTo>
                <a:lnTo>
                  <a:pt x="16581" y="6839"/>
                </a:lnTo>
                <a:lnTo>
                  <a:pt x="16644" y="6821"/>
                </a:lnTo>
                <a:lnTo>
                  <a:pt x="16709" y="6810"/>
                </a:lnTo>
                <a:lnTo>
                  <a:pt x="16775" y="6800"/>
                </a:lnTo>
                <a:close/>
                <a:moveTo>
                  <a:pt x="5914" y="6287"/>
                </a:moveTo>
                <a:lnTo>
                  <a:pt x="5997" y="6291"/>
                </a:lnTo>
                <a:lnTo>
                  <a:pt x="6075" y="6302"/>
                </a:lnTo>
                <a:lnTo>
                  <a:pt x="6155" y="6312"/>
                </a:lnTo>
                <a:lnTo>
                  <a:pt x="6236" y="6333"/>
                </a:lnTo>
                <a:lnTo>
                  <a:pt x="6311" y="6358"/>
                </a:lnTo>
                <a:lnTo>
                  <a:pt x="6388" y="6390"/>
                </a:lnTo>
                <a:lnTo>
                  <a:pt x="6466" y="6422"/>
                </a:lnTo>
                <a:lnTo>
                  <a:pt x="6534" y="6464"/>
                </a:lnTo>
                <a:lnTo>
                  <a:pt x="6606" y="6513"/>
                </a:lnTo>
                <a:lnTo>
                  <a:pt x="6674" y="6563"/>
                </a:lnTo>
                <a:lnTo>
                  <a:pt x="6740" y="6616"/>
                </a:lnTo>
                <a:lnTo>
                  <a:pt x="6805" y="6676"/>
                </a:lnTo>
                <a:lnTo>
                  <a:pt x="6868" y="6739"/>
                </a:lnTo>
                <a:lnTo>
                  <a:pt x="6928" y="6803"/>
                </a:lnTo>
                <a:lnTo>
                  <a:pt x="6987" y="6877"/>
                </a:lnTo>
                <a:lnTo>
                  <a:pt x="7041" y="6951"/>
                </a:lnTo>
                <a:lnTo>
                  <a:pt x="7095" y="7036"/>
                </a:lnTo>
                <a:lnTo>
                  <a:pt x="7145" y="7117"/>
                </a:lnTo>
                <a:lnTo>
                  <a:pt x="7190" y="7202"/>
                </a:lnTo>
                <a:lnTo>
                  <a:pt x="7235" y="7290"/>
                </a:lnTo>
                <a:lnTo>
                  <a:pt x="7277" y="7382"/>
                </a:lnTo>
                <a:lnTo>
                  <a:pt x="7315" y="7477"/>
                </a:lnTo>
                <a:lnTo>
                  <a:pt x="7351" y="7576"/>
                </a:lnTo>
                <a:lnTo>
                  <a:pt x="7384" y="7679"/>
                </a:lnTo>
                <a:lnTo>
                  <a:pt x="7414" y="7781"/>
                </a:lnTo>
                <a:lnTo>
                  <a:pt x="7438" y="7884"/>
                </a:lnTo>
                <a:lnTo>
                  <a:pt x="7458" y="7993"/>
                </a:lnTo>
                <a:lnTo>
                  <a:pt x="7476" y="8106"/>
                </a:lnTo>
                <a:lnTo>
                  <a:pt x="7488" y="8215"/>
                </a:lnTo>
                <a:lnTo>
                  <a:pt x="7500" y="8332"/>
                </a:lnTo>
                <a:lnTo>
                  <a:pt x="7506" y="8445"/>
                </a:lnTo>
                <a:lnTo>
                  <a:pt x="7509" y="8562"/>
                </a:lnTo>
                <a:lnTo>
                  <a:pt x="7506" y="8653"/>
                </a:lnTo>
                <a:lnTo>
                  <a:pt x="7503" y="8745"/>
                </a:lnTo>
                <a:lnTo>
                  <a:pt x="7497" y="8833"/>
                </a:lnTo>
                <a:lnTo>
                  <a:pt x="7488" y="8922"/>
                </a:lnTo>
                <a:lnTo>
                  <a:pt x="7479" y="9006"/>
                </a:lnTo>
                <a:lnTo>
                  <a:pt x="7464" y="9095"/>
                </a:lnTo>
                <a:lnTo>
                  <a:pt x="7447" y="9179"/>
                </a:lnTo>
                <a:lnTo>
                  <a:pt x="7432" y="9264"/>
                </a:lnTo>
                <a:lnTo>
                  <a:pt x="7411" y="9349"/>
                </a:lnTo>
                <a:lnTo>
                  <a:pt x="7390" y="9427"/>
                </a:lnTo>
                <a:lnTo>
                  <a:pt x="7363" y="9504"/>
                </a:lnTo>
                <a:lnTo>
                  <a:pt x="7336" y="9582"/>
                </a:lnTo>
                <a:lnTo>
                  <a:pt x="7309" y="9660"/>
                </a:lnTo>
                <a:lnTo>
                  <a:pt x="7277" y="9734"/>
                </a:lnTo>
                <a:lnTo>
                  <a:pt x="7247" y="9801"/>
                </a:lnTo>
                <a:lnTo>
                  <a:pt x="7211" y="9875"/>
                </a:lnTo>
                <a:lnTo>
                  <a:pt x="7178" y="9942"/>
                </a:lnTo>
                <a:lnTo>
                  <a:pt x="7139" y="10009"/>
                </a:lnTo>
                <a:lnTo>
                  <a:pt x="7101" y="10073"/>
                </a:lnTo>
                <a:lnTo>
                  <a:pt x="7059" y="10136"/>
                </a:lnTo>
                <a:lnTo>
                  <a:pt x="7017" y="10196"/>
                </a:lnTo>
                <a:lnTo>
                  <a:pt x="6972" y="10253"/>
                </a:lnTo>
                <a:lnTo>
                  <a:pt x="6928" y="10306"/>
                </a:lnTo>
                <a:lnTo>
                  <a:pt x="6880" y="10359"/>
                </a:lnTo>
                <a:lnTo>
                  <a:pt x="6832" y="10415"/>
                </a:lnTo>
                <a:lnTo>
                  <a:pt x="6782" y="10458"/>
                </a:lnTo>
                <a:lnTo>
                  <a:pt x="6731" y="10504"/>
                </a:lnTo>
                <a:lnTo>
                  <a:pt x="6680" y="10550"/>
                </a:lnTo>
                <a:lnTo>
                  <a:pt x="6627" y="10585"/>
                </a:lnTo>
                <a:lnTo>
                  <a:pt x="6573" y="10624"/>
                </a:lnTo>
                <a:lnTo>
                  <a:pt x="6516" y="10659"/>
                </a:lnTo>
                <a:lnTo>
                  <a:pt x="6457" y="10687"/>
                </a:lnTo>
                <a:lnTo>
                  <a:pt x="6457" y="11623"/>
                </a:lnTo>
                <a:lnTo>
                  <a:pt x="6603" y="11651"/>
                </a:lnTo>
                <a:lnTo>
                  <a:pt x="6746" y="11687"/>
                </a:lnTo>
                <a:lnTo>
                  <a:pt x="6886" y="11722"/>
                </a:lnTo>
                <a:lnTo>
                  <a:pt x="7026" y="11768"/>
                </a:lnTo>
                <a:lnTo>
                  <a:pt x="7160" y="11817"/>
                </a:lnTo>
                <a:lnTo>
                  <a:pt x="7292" y="11870"/>
                </a:lnTo>
                <a:lnTo>
                  <a:pt x="7423" y="11930"/>
                </a:lnTo>
                <a:lnTo>
                  <a:pt x="7551" y="11997"/>
                </a:lnTo>
                <a:lnTo>
                  <a:pt x="7676" y="12071"/>
                </a:lnTo>
                <a:lnTo>
                  <a:pt x="7798" y="12146"/>
                </a:lnTo>
                <a:lnTo>
                  <a:pt x="7918" y="12227"/>
                </a:lnTo>
                <a:lnTo>
                  <a:pt x="8034" y="12312"/>
                </a:lnTo>
                <a:lnTo>
                  <a:pt x="8144" y="12403"/>
                </a:lnTo>
                <a:lnTo>
                  <a:pt x="8255" y="12499"/>
                </a:lnTo>
                <a:lnTo>
                  <a:pt x="8359" y="12594"/>
                </a:lnTo>
                <a:lnTo>
                  <a:pt x="8463" y="12696"/>
                </a:lnTo>
                <a:lnTo>
                  <a:pt x="8559" y="12809"/>
                </a:lnTo>
                <a:lnTo>
                  <a:pt x="8651" y="12919"/>
                </a:lnTo>
                <a:lnTo>
                  <a:pt x="8744" y="13035"/>
                </a:lnTo>
                <a:lnTo>
                  <a:pt x="8827" y="13152"/>
                </a:lnTo>
                <a:lnTo>
                  <a:pt x="8908" y="13275"/>
                </a:lnTo>
                <a:lnTo>
                  <a:pt x="8985" y="13403"/>
                </a:lnTo>
                <a:lnTo>
                  <a:pt x="9057" y="13530"/>
                </a:lnTo>
                <a:lnTo>
                  <a:pt x="9122" y="13660"/>
                </a:lnTo>
                <a:lnTo>
                  <a:pt x="9188" y="13802"/>
                </a:lnTo>
                <a:lnTo>
                  <a:pt x="9245" y="13936"/>
                </a:lnTo>
                <a:lnTo>
                  <a:pt x="9301" y="14081"/>
                </a:lnTo>
                <a:lnTo>
                  <a:pt x="9346" y="14222"/>
                </a:lnTo>
                <a:lnTo>
                  <a:pt x="9391" y="14370"/>
                </a:lnTo>
                <a:lnTo>
                  <a:pt x="9429" y="14518"/>
                </a:lnTo>
                <a:lnTo>
                  <a:pt x="9459" y="14670"/>
                </a:lnTo>
                <a:lnTo>
                  <a:pt x="9483" y="14826"/>
                </a:lnTo>
                <a:lnTo>
                  <a:pt x="9519" y="16513"/>
                </a:lnTo>
                <a:lnTo>
                  <a:pt x="2309" y="16513"/>
                </a:lnTo>
                <a:lnTo>
                  <a:pt x="2345" y="14826"/>
                </a:lnTo>
                <a:lnTo>
                  <a:pt x="2369" y="14670"/>
                </a:lnTo>
                <a:lnTo>
                  <a:pt x="2398" y="14518"/>
                </a:lnTo>
                <a:lnTo>
                  <a:pt x="2437" y="14370"/>
                </a:lnTo>
                <a:lnTo>
                  <a:pt x="2479" y="14222"/>
                </a:lnTo>
                <a:lnTo>
                  <a:pt x="2527" y="14081"/>
                </a:lnTo>
                <a:lnTo>
                  <a:pt x="2583" y="13936"/>
                </a:lnTo>
                <a:lnTo>
                  <a:pt x="2637" y="13802"/>
                </a:lnTo>
                <a:lnTo>
                  <a:pt x="2703" y="13660"/>
                </a:lnTo>
                <a:lnTo>
                  <a:pt x="2768" y="13530"/>
                </a:lnTo>
                <a:lnTo>
                  <a:pt x="2843" y="13403"/>
                </a:lnTo>
                <a:lnTo>
                  <a:pt x="2917" y="13275"/>
                </a:lnTo>
                <a:lnTo>
                  <a:pt x="3001" y="13152"/>
                </a:lnTo>
                <a:lnTo>
                  <a:pt x="3084" y="13035"/>
                </a:lnTo>
                <a:lnTo>
                  <a:pt x="3174" y="12919"/>
                </a:lnTo>
                <a:lnTo>
                  <a:pt x="3269" y="12809"/>
                </a:lnTo>
                <a:lnTo>
                  <a:pt x="3368" y="12696"/>
                </a:lnTo>
                <a:lnTo>
                  <a:pt x="3469" y="12594"/>
                </a:lnTo>
                <a:lnTo>
                  <a:pt x="3573" y="12499"/>
                </a:lnTo>
                <a:lnTo>
                  <a:pt x="3684" y="12403"/>
                </a:lnTo>
                <a:lnTo>
                  <a:pt x="3794" y="12312"/>
                </a:lnTo>
                <a:lnTo>
                  <a:pt x="3913" y="12227"/>
                </a:lnTo>
                <a:lnTo>
                  <a:pt x="4029" y="12146"/>
                </a:lnTo>
                <a:lnTo>
                  <a:pt x="4152" y="12071"/>
                </a:lnTo>
                <a:lnTo>
                  <a:pt x="4277" y="11997"/>
                </a:lnTo>
                <a:lnTo>
                  <a:pt x="4405" y="11930"/>
                </a:lnTo>
                <a:lnTo>
                  <a:pt x="4536" y="11870"/>
                </a:lnTo>
                <a:lnTo>
                  <a:pt x="4668" y="11817"/>
                </a:lnTo>
                <a:lnTo>
                  <a:pt x="4802" y="11768"/>
                </a:lnTo>
                <a:lnTo>
                  <a:pt x="4942" y="11722"/>
                </a:lnTo>
                <a:lnTo>
                  <a:pt x="5082" y="11687"/>
                </a:lnTo>
                <a:lnTo>
                  <a:pt x="5225" y="11651"/>
                </a:lnTo>
                <a:lnTo>
                  <a:pt x="5365" y="11623"/>
                </a:lnTo>
                <a:lnTo>
                  <a:pt x="5365" y="10687"/>
                </a:lnTo>
                <a:lnTo>
                  <a:pt x="5312" y="10659"/>
                </a:lnTo>
                <a:lnTo>
                  <a:pt x="5255" y="10624"/>
                </a:lnTo>
                <a:lnTo>
                  <a:pt x="5201" y="10585"/>
                </a:lnTo>
                <a:lnTo>
                  <a:pt x="5148" y="10550"/>
                </a:lnTo>
                <a:lnTo>
                  <a:pt x="5097" y="10504"/>
                </a:lnTo>
                <a:lnTo>
                  <a:pt x="5043" y="10458"/>
                </a:lnTo>
                <a:lnTo>
                  <a:pt x="4996" y="10408"/>
                </a:lnTo>
                <a:lnTo>
                  <a:pt x="4948" y="10359"/>
                </a:lnTo>
                <a:lnTo>
                  <a:pt x="4900" y="10306"/>
                </a:lnTo>
                <a:lnTo>
                  <a:pt x="4855" y="10253"/>
                </a:lnTo>
                <a:lnTo>
                  <a:pt x="4808" y="10196"/>
                </a:lnTo>
                <a:lnTo>
                  <a:pt x="4766" y="10136"/>
                </a:lnTo>
                <a:lnTo>
                  <a:pt x="4727" y="10073"/>
                </a:lnTo>
                <a:lnTo>
                  <a:pt x="4688" y="10009"/>
                </a:lnTo>
                <a:lnTo>
                  <a:pt x="4650" y="9942"/>
                </a:lnTo>
                <a:lnTo>
                  <a:pt x="4614" y="9872"/>
                </a:lnTo>
                <a:lnTo>
                  <a:pt x="4581" y="9801"/>
                </a:lnTo>
                <a:lnTo>
                  <a:pt x="4545" y="9734"/>
                </a:lnTo>
                <a:lnTo>
                  <a:pt x="4518" y="9660"/>
                </a:lnTo>
                <a:lnTo>
                  <a:pt x="4492" y="9582"/>
                </a:lnTo>
                <a:lnTo>
                  <a:pt x="4462" y="9504"/>
                </a:lnTo>
                <a:lnTo>
                  <a:pt x="4438" y="9427"/>
                </a:lnTo>
                <a:lnTo>
                  <a:pt x="4414" y="9342"/>
                </a:lnTo>
                <a:lnTo>
                  <a:pt x="4396" y="9261"/>
                </a:lnTo>
                <a:lnTo>
                  <a:pt x="4375" y="9179"/>
                </a:lnTo>
                <a:lnTo>
                  <a:pt x="4363" y="9095"/>
                </a:lnTo>
                <a:lnTo>
                  <a:pt x="4349" y="9006"/>
                </a:lnTo>
                <a:lnTo>
                  <a:pt x="4337" y="8922"/>
                </a:lnTo>
                <a:lnTo>
                  <a:pt x="4328" y="8833"/>
                </a:lnTo>
                <a:lnTo>
                  <a:pt x="4325" y="8745"/>
                </a:lnTo>
                <a:lnTo>
                  <a:pt x="4319" y="8653"/>
                </a:lnTo>
                <a:lnTo>
                  <a:pt x="4319" y="8562"/>
                </a:lnTo>
                <a:lnTo>
                  <a:pt x="4322" y="8445"/>
                </a:lnTo>
                <a:lnTo>
                  <a:pt x="4325" y="8332"/>
                </a:lnTo>
                <a:lnTo>
                  <a:pt x="4334" y="8215"/>
                </a:lnTo>
                <a:lnTo>
                  <a:pt x="4349" y="8106"/>
                </a:lnTo>
                <a:lnTo>
                  <a:pt x="4369" y="7993"/>
                </a:lnTo>
                <a:lnTo>
                  <a:pt x="4390" y="7884"/>
                </a:lnTo>
                <a:lnTo>
                  <a:pt x="4414" y="7781"/>
                </a:lnTo>
                <a:lnTo>
                  <a:pt x="4441" y="7679"/>
                </a:lnTo>
                <a:lnTo>
                  <a:pt x="4477" y="7576"/>
                </a:lnTo>
                <a:lnTo>
                  <a:pt x="4513" y="7477"/>
                </a:lnTo>
                <a:lnTo>
                  <a:pt x="4548" y="7382"/>
                </a:lnTo>
                <a:lnTo>
                  <a:pt x="4590" y="7290"/>
                </a:lnTo>
                <a:lnTo>
                  <a:pt x="4635" y="7202"/>
                </a:lnTo>
                <a:lnTo>
                  <a:pt x="4679" y="7117"/>
                </a:lnTo>
                <a:lnTo>
                  <a:pt x="4733" y="7036"/>
                </a:lnTo>
                <a:lnTo>
                  <a:pt x="4784" y="6951"/>
                </a:lnTo>
                <a:lnTo>
                  <a:pt x="4840" y="6877"/>
                </a:lnTo>
                <a:lnTo>
                  <a:pt x="4900" y="6803"/>
                </a:lnTo>
                <a:lnTo>
                  <a:pt x="4957" y="6739"/>
                </a:lnTo>
                <a:lnTo>
                  <a:pt x="5019" y="6676"/>
                </a:lnTo>
                <a:lnTo>
                  <a:pt x="5085" y="6616"/>
                </a:lnTo>
                <a:lnTo>
                  <a:pt x="5151" y="6563"/>
                </a:lnTo>
                <a:lnTo>
                  <a:pt x="5222" y="6513"/>
                </a:lnTo>
                <a:lnTo>
                  <a:pt x="5294" y="6464"/>
                </a:lnTo>
                <a:lnTo>
                  <a:pt x="5365" y="6422"/>
                </a:lnTo>
                <a:lnTo>
                  <a:pt x="5440" y="6390"/>
                </a:lnTo>
                <a:lnTo>
                  <a:pt x="5514" y="6358"/>
                </a:lnTo>
                <a:lnTo>
                  <a:pt x="5592" y="6333"/>
                </a:lnTo>
                <a:lnTo>
                  <a:pt x="5672" y="6312"/>
                </a:lnTo>
                <a:lnTo>
                  <a:pt x="5750" y="6302"/>
                </a:lnTo>
                <a:lnTo>
                  <a:pt x="5833" y="6291"/>
                </a:lnTo>
                <a:lnTo>
                  <a:pt x="5914" y="6287"/>
                </a:lnTo>
                <a:close/>
                <a:moveTo>
                  <a:pt x="1706" y="1760"/>
                </a:moveTo>
                <a:lnTo>
                  <a:pt x="1679" y="1763"/>
                </a:lnTo>
                <a:lnTo>
                  <a:pt x="1656" y="1770"/>
                </a:lnTo>
                <a:lnTo>
                  <a:pt x="1632" y="1784"/>
                </a:lnTo>
                <a:lnTo>
                  <a:pt x="1611" y="1795"/>
                </a:lnTo>
                <a:lnTo>
                  <a:pt x="1590" y="1809"/>
                </a:lnTo>
                <a:lnTo>
                  <a:pt x="1569" y="1823"/>
                </a:lnTo>
                <a:lnTo>
                  <a:pt x="1554" y="1844"/>
                </a:lnTo>
                <a:lnTo>
                  <a:pt x="1540" y="1866"/>
                </a:lnTo>
                <a:lnTo>
                  <a:pt x="1525" y="1890"/>
                </a:lnTo>
                <a:lnTo>
                  <a:pt x="1513" y="1912"/>
                </a:lnTo>
                <a:lnTo>
                  <a:pt x="1501" y="1940"/>
                </a:lnTo>
                <a:lnTo>
                  <a:pt x="1495" y="1965"/>
                </a:lnTo>
                <a:lnTo>
                  <a:pt x="1486" y="1993"/>
                </a:lnTo>
                <a:lnTo>
                  <a:pt x="1483" y="2021"/>
                </a:lnTo>
                <a:lnTo>
                  <a:pt x="1480" y="2049"/>
                </a:lnTo>
                <a:lnTo>
                  <a:pt x="1480" y="16024"/>
                </a:lnTo>
                <a:lnTo>
                  <a:pt x="1486" y="16105"/>
                </a:lnTo>
                <a:lnTo>
                  <a:pt x="1498" y="16187"/>
                </a:lnTo>
                <a:lnTo>
                  <a:pt x="1516" y="16279"/>
                </a:lnTo>
                <a:lnTo>
                  <a:pt x="1540" y="16367"/>
                </a:lnTo>
                <a:lnTo>
                  <a:pt x="1569" y="16462"/>
                </a:lnTo>
                <a:lnTo>
                  <a:pt x="1608" y="16561"/>
                </a:lnTo>
                <a:lnTo>
                  <a:pt x="1650" y="16657"/>
                </a:lnTo>
                <a:lnTo>
                  <a:pt x="1700" y="16756"/>
                </a:lnTo>
                <a:lnTo>
                  <a:pt x="1757" y="16848"/>
                </a:lnTo>
                <a:lnTo>
                  <a:pt x="1816" y="16939"/>
                </a:lnTo>
                <a:lnTo>
                  <a:pt x="1885" y="17028"/>
                </a:lnTo>
                <a:lnTo>
                  <a:pt x="1956" y="17113"/>
                </a:lnTo>
                <a:lnTo>
                  <a:pt x="2034" y="17190"/>
                </a:lnTo>
                <a:lnTo>
                  <a:pt x="2117" y="17257"/>
                </a:lnTo>
                <a:lnTo>
                  <a:pt x="2162" y="17293"/>
                </a:lnTo>
                <a:lnTo>
                  <a:pt x="2207" y="17325"/>
                </a:lnTo>
                <a:lnTo>
                  <a:pt x="2251" y="17353"/>
                </a:lnTo>
                <a:lnTo>
                  <a:pt x="2296" y="17378"/>
                </a:lnTo>
                <a:lnTo>
                  <a:pt x="9562" y="17378"/>
                </a:lnTo>
                <a:lnTo>
                  <a:pt x="9562" y="17349"/>
                </a:lnTo>
                <a:lnTo>
                  <a:pt x="9648" y="17293"/>
                </a:lnTo>
                <a:lnTo>
                  <a:pt x="9731" y="17229"/>
                </a:lnTo>
                <a:lnTo>
                  <a:pt x="9812" y="17162"/>
                </a:lnTo>
                <a:lnTo>
                  <a:pt x="9883" y="17081"/>
                </a:lnTo>
                <a:lnTo>
                  <a:pt x="9952" y="16999"/>
                </a:lnTo>
                <a:lnTo>
                  <a:pt x="10017" y="16915"/>
                </a:lnTo>
                <a:lnTo>
                  <a:pt x="10077" y="16823"/>
                </a:lnTo>
                <a:lnTo>
                  <a:pt x="10133" y="16734"/>
                </a:lnTo>
                <a:lnTo>
                  <a:pt x="10181" y="16639"/>
                </a:lnTo>
                <a:lnTo>
                  <a:pt x="10223" y="16544"/>
                </a:lnTo>
                <a:lnTo>
                  <a:pt x="10262" y="16455"/>
                </a:lnTo>
                <a:lnTo>
                  <a:pt x="10291" y="16360"/>
                </a:lnTo>
                <a:lnTo>
                  <a:pt x="10315" y="16275"/>
                </a:lnTo>
                <a:lnTo>
                  <a:pt x="10333" y="16183"/>
                </a:lnTo>
                <a:lnTo>
                  <a:pt x="10342" y="16102"/>
                </a:lnTo>
                <a:lnTo>
                  <a:pt x="10348" y="16024"/>
                </a:lnTo>
                <a:lnTo>
                  <a:pt x="10348" y="2049"/>
                </a:lnTo>
                <a:lnTo>
                  <a:pt x="10342" y="2021"/>
                </a:lnTo>
                <a:lnTo>
                  <a:pt x="10339" y="1993"/>
                </a:lnTo>
                <a:lnTo>
                  <a:pt x="10333" y="1965"/>
                </a:lnTo>
                <a:lnTo>
                  <a:pt x="10327" y="1940"/>
                </a:lnTo>
                <a:lnTo>
                  <a:pt x="10315" y="1912"/>
                </a:lnTo>
                <a:lnTo>
                  <a:pt x="10303" y="1890"/>
                </a:lnTo>
                <a:lnTo>
                  <a:pt x="10288" y="1866"/>
                </a:lnTo>
                <a:lnTo>
                  <a:pt x="10273" y="1844"/>
                </a:lnTo>
                <a:lnTo>
                  <a:pt x="10256" y="1823"/>
                </a:lnTo>
                <a:lnTo>
                  <a:pt x="10235" y="1809"/>
                </a:lnTo>
                <a:lnTo>
                  <a:pt x="10217" y="1795"/>
                </a:lnTo>
                <a:lnTo>
                  <a:pt x="10196" y="1784"/>
                </a:lnTo>
                <a:lnTo>
                  <a:pt x="10169" y="1770"/>
                </a:lnTo>
                <a:lnTo>
                  <a:pt x="10145" y="1763"/>
                </a:lnTo>
                <a:lnTo>
                  <a:pt x="10122" y="1760"/>
                </a:lnTo>
                <a:lnTo>
                  <a:pt x="1706" y="1760"/>
                </a:lnTo>
                <a:close/>
                <a:moveTo>
                  <a:pt x="13273" y="1748"/>
                </a:moveTo>
                <a:lnTo>
                  <a:pt x="20279" y="1748"/>
                </a:lnTo>
                <a:lnTo>
                  <a:pt x="20354" y="1759"/>
                </a:lnTo>
                <a:lnTo>
                  <a:pt x="20422" y="1766"/>
                </a:lnTo>
                <a:lnTo>
                  <a:pt x="20488" y="1784"/>
                </a:lnTo>
                <a:lnTo>
                  <a:pt x="20556" y="1801"/>
                </a:lnTo>
                <a:lnTo>
                  <a:pt x="20622" y="1823"/>
                </a:lnTo>
                <a:lnTo>
                  <a:pt x="20688" y="1847"/>
                </a:lnTo>
                <a:lnTo>
                  <a:pt x="20750" y="1879"/>
                </a:lnTo>
                <a:lnTo>
                  <a:pt x="20813" y="1914"/>
                </a:lnTo>
                <a:lnTo>
                  <a:pt x="20873" y="1946"/>
                </a:lnTo>
                <a:lnTo>
                  <a:pt x="20929" y="1989"/>
                </a:lnTo>
                <a:lnTo>
                  <a:pt x="20986" y="2031"/>
                </a:lnTo>
                <a:lnTo>
                  <a:pt x="21042" y="2077"/>
                </a:lnTo>
                <a:lnTo>
                  <a:pt x="21093" y="2126"/>
                </a:lnTo>
                <a:lnTo>
                  <a:pt x="21144" y="2176"/>
                </a:lnTo>
                <a:lnTo>
                  <a:pt x="21195" y="2232"/>
                </a:lnTo>
                <a:lnTo>
                  <a:pt x="21239" y="2292"/>
                </a:lnTo>
                <a:lnTo>
                  <a:pt x="21284" y="2349"/>
                </a:lnTo>
                <a:lnTo>
                  <a:pt x="21326" y="2413"/>
                </a:lnTo>
                <a:lnTo>
                  <a:pt x="21364" y="2476"/>
                </a:lnTo>
                <a:lnTo>
                  <a:pt x="21397" y="2547"/>
                </a:lnTo>
                <a:lnTo>
                  <a:pt x="21433" y="2614"/>
                </a:lnTo>
                <a:lnTo>
                  <a:pt x="21463" y="2685"/>
                </a:lnTo>
                <a:lnTo>
                  <a:pt x="21493" y="2759"/>
                </a:lnTo>
                <a:lnTo>
                  <a:pt x="21517" y="2833"/>
                </a:lnTo>
                <a:lnTo>
                  <a:pt x="21537" y="2911"/>
                </a:lnTo>
                <a:lnTo>
                  <a:pt x="21558" y="2988"/>
                </a:lnTo>
                <a:lnTo>
                  <a:pt x="21570" y="3066"/>
                </a:lnTo>
                <a:lnTo>
                  <a:pt x="21585" y="3147"/>
                </a:lnTo>
                <a:lnTo>
                  <a:pt x="21591" y="3232"/>
                </a:lnTo>
                <a:lnTo>
                  <a:pt x="21600" y="3313"/>
                </a:lnTo>
                <a:lnTo>
                  <a:pt x="21600" y="16655"/>
                </a:lnTo>
                <a:lnTo>
                  <a:pt x="21591" y="16789"/>
                </a:lnTo>
                <a:lnTo>
                  <a:pt x="21579" y="16923"/>
                </a:lnTo>
                <a:lnTo>
                  <a:pt x="21564" y="17057"/>
                </a:lnTo>
                <a:lnTo>
                  <a:pt x="21543" y="17185"/>
                </a:lnTo>
                <a:lnTo>
                  <a:pt x="21517" y="17305"/>
                </a:lnTo>
                <a:lnTo>
                  <a:pt x="21487" y="17428"/>
                </a:lnTo>
                <a:lnTo>
                  <a:pt x="21451" y="17548"/>
                </a:lnTo>
                <a:lnTo>
                  <a:pt x="21412" y="17661"/>
                </a:lnTo>
                <a:lnTo>
                  <a:pt x="21367" y="17775"/>
                </a:lnTo>
                <a:lnTo>
                  <a:pt x="21314" y="17884"/>
                </a:lnTo>
                <a:lnTo>
                  <a:pt x="21260" y="17986"/>
                </a:lnTo>
                <a:lnTo>
                  <a:pt x="21200" y="18089"/>
                </a:lnTo>
                <a:lnTo>
                  <a:pt x="21135" y="18188"/>
                </a:lnTo>
                <a:lnTo>
                  <a:pt x="21063" y="18280"/>
                </a:lnTo>
                <a:lnTo>
                  <a:pt x="20986" y="18368"/>
                </a:lnTo>
                <a:lnTo>
                  <a:pt x="20905" y="18456"/>
                </a:lnTo>
                <a:lnTo>
                  <a:pt x="20819" y="18534"/>
                </a:lnTo>
                <a:lnTo>
                  <a:pt x="20726" y="18612"/>
                </a:lnTo>
                <a:lnTo>
                  <a:pt x="20628" y="18679"/>
                </a:lnTo>
                <a:lnTo>
                  <a:pt x="20527" y="18746"/>
                </a:lnTo>
                <a:lnTo>
                  <a:pt x="20419" y="18806"/>
                </a:lnTo>
                <a:lnTo>
                  <a:pt x="20303" y="18862"/>
                </a:lnTo>
                <a:lnTo>
                  <a:pt x="20184" y="18915"/>
                </a:lnTo>
                <a:lnTo>
                  <a:pt x="20059" y="18958"/>
                </a:lnTo>
                <a:lnTo>
                  <a:pt x="19927" y="18997"/>
                </a:lnTo>
                <a:lnTo>
                  <a:pt x="19787" y="19028"/>
                </a:lnTo>
                <a:lnTo>
                  <a:pt x="19647" y="19057"/>
                </a:lnTo>
                <a:lnTo>
                  <a:pt x="19498" y="19081"/>
                </a:lnTo>
                <a:lnTo>
                  <a:pt x="19340" y="19096"/>
                </a:lnTo>
                <a:lnTo>
                  <a:pt x="19182" y="19106"/>
                </a:lnTo>
                <a:lnTo>
                  <a:pt x="19015" y="19110"/>
                </a:lnTo>
                <a:lnTo>
                  <a:pt x="14668" y="19110"/>
                </a:lnTo>
                <a:lnTo>
                  <a:pt x="14561" y="19106"/>
                </a:lnTo>
                <a:lnTo>
                  <a:pt x="14456" y="19099"/>
                </a:lnTo>
                <a:lnTo>
                  <a:pt x="14349" y="19085"/>
                </a:lnTo>
                <a:lnTo>
                  <a:pt x="14245" y="19074"/>
                </a:lnTo>
                <a:lnTo>
                  <a:pt x="14140" y="19057"/>
                </a:lnTo>
                <a:lnTo>
                  <a:pt x="14036" y="19032"/>
                </a:lnTo>
                <a:lnTo>
                  <a:pt x="13941" y="19014"/>
                </a:lnTo>
                <a:lnTo>
                  <a:pt x="13842" y="18990"/>
                </a:lnTo>
                <a:lnTo>
                  <a:pt x="13663" y="18933"/>
                </a:lnTo>
                <a:lnTo>
                  <a:pt x="13505" y="18880"/>
                </a:lnTo>
                <a:lnTo>
                  <a:pt x="13371" y="18831"/>
                </a:lnTo>
                <a:lnTo>
                  <a:pt x="13273" y="18788"/>
                </a:lnTo>
                <a:lnTo>
                  <a:pt x="13273" y="14938"/>
                </a:lnTo>
                <a:lnTo>
                  <a:pt x="13294" y="14991"/>
                </a:lnTo>
                <a:lnTo>
                  <a:pt x="13318" y="15044"/>
                </a:lnTo>
                <a:lnTo>
                  <a:pt x="13344" y="15104"/>
                </a:lnTo>
                <a:lnTo>
                  <a:pt x="13377" y="15157"/>
                </a:lnTo>
                <a:lnTo>
                  <a:pt x="13410" y="15214"/>
                </a:lnTo>
                <a:lnTo>
                  <a:pt x="13449" y="15267"/>
                </a:lnTo>
                <a:lnTo>
                  <a:pt x="13490" y="15320"/>
                </a:lnTo>
                <a:lnTo>
                  <a:pt x="13532" y="15373"/>
                </a:lnTo>
                <a:lnTo>
                  <a:pt x="13577" y="15426"/>
                </a:lnTo>
                <a:lnTo>
                  <a:pt x="13622" y="15475"/>
                </a:lnTo>
                <a:lnTo>
                  <a:pt x="13669" y="15524"/>
                </a:lnTo>
                <a:lnTo>
                  <a:pt x="13723" y="15570"/>
                </a:lnTo>
                <a:lnTo>
                  <a:pt x="13771" y="15613"/>
                </a:lnTo>
                <a:lnTo>
                  <a:pt x="13821" y="15648"/>
                </a:lnTo>
                <a:lnTo>
                  <a:pt x="13875" y="15687"/>
                </a:lnTo>
                <a:lnTo>
                  <a:pt x="13926" y="15715"/>
                </a:lnTo>
                <a:lnTo>
                  <a:pt x="13926" y="15726"/>
                </a:lnTo>
                <a:lnTo>
                  <a:pt x="19781" y="15726"/>
                </a:lnTo>
                <a:lnTo>
                  <a:pt x="19781" y="15690"/>
                </a:lnTo>
                <a:lnTo>
                  <a:pt x="19850" y="15645"/>
                </a:lnTo>
                <a:lnTo>
                  <a:pt x="19915" y="15595"/>
                </a:lnTo>
                <a:lnTo>
                  <a:pt x="19978" y="15539"/>
                </a:lnTo>
                <a:lnTo>
                  <a:pt x="20038" y="15475"/>
                </a:lnTo>
                <a:lnTo>
                  <a:pt x="20091" y="15411"/>
                </a:lnTo>
                <a:lnTo>
                  <a:pt x="20145" y="15341"/>
                </a:lnTo>
                <a:lnTo>
                  <a:pt x="20193" y="15267"/>
                </a:lnTo>
                <a:lnTo>
                  <a:pt x="20235" y="15192"/>
                </a:lnTo>
                <a:lnTo>
                  <a:pt x="20276" y="15118"/>
                </a:lnTo>
                <a:lnTo>
                  <a:pt x="20306" y="15044"/>
                </a:lnTo>
                <a:lnTo>
                  <a:pt x="20339" y="14973"/>
                </a:lnTo>
                <a:lnTo>
                  <a:pt x="20363" y="14899"/>
                </a:lnTo>
                <a:lnTo>
                  <a:pt x="20384" y="14829"/>
                </a:lnTo>
                <a:lnTo>
                  <a:pt x="20398" y="14758"/>
                </a:lnTo>
                <a:lnTo>
                  <a:pt x="20404" y="14694"/>
                </a:lnTo>
                <a:lnTo>
                  <a:pt x="20407" y="14631"/>
                </a:lnTo>
                <a:lnTo>
                  <a:pt x="20407" y="3398"/>
                </a:lnTo>
                <a:lnTo>
                  <a:pt x="20404" y="3352"/>
                </a:lnTo>
                <a:lnTo>
                  <a:pt x="20390" y="3310"/>
                </a:lnTo>
                <a:lnTo>
                  <a:pt x="20375" y="3267"/>
                </a:lnTo>
                <a:lnTo>
                  <a:pt x="20348" y="3236"/>
                </a:lnTo>
                <a:lnTo>
                  <a:pt x="20321" y="3207"/>
                </a:lnTo>
                <a:lnTo>
                  <a:pt x="20288" y="3183"/>
                </a:lnTo>
                <a:lnTo>
                  <a:pt x="20249" y="3168"/>
                </a:lnTo>
                <a:lnTo>
                  <a:pt x="20208" y="3165"/>
                </a:lnTo>
                <a:lnTo>
                  <a:pt x="13273" y="3165"/>
                </a:lnTo>
                <a:lnTo>
                  <a:pt x="13273" y="1748"/>
                </a:lnTo>
                <a:close/>
                <a:moveTo>
                  <a:pt x="1730" y="0"/>
                </a:moveTo>
                <a:lnTo>
                  <a:pt x="10098" y="0"/>
                </a:lnTo>
                <a:lnTo>
                  <a:pt x="10187" y="4"/>
                </a:lnTo>
                <a:lnTo>
                  <a:pt x="10273" y="11"/>
                </a:lnTo>
                <a:lnTo>
                  <a:pt x="10360" y="21"/>
                </a:lnTo>
                <a:lnTo>
                  <a:pt x="10446" y="39"/>
                </a:lnTo>
                <a:lnTo>
                  <a:pt x="10530" y="64"/>
                </a:lnTo>
                <a:lnTo>
                  <a:pt x="10613" y="92"/>
                </a:lnTo>
                <a:lnTo>
                  <a:pt x="10693" y="127"/>
                </a:lnTo>
                <a:lnTo>
                  <a:pt x="10768" y="163"/>
                </a:lnTo>
                <a:lnTo>
                  <a:pt x="10848" y="205"/>
                </a:lnTo>
                <a:lnTo>
                  <a:pt x="10920" y="247"/>
                </a:lnTo>
                <a:lnTo>
                  <a:pt x="10994" y="297"/>
                </a:lnTo>
                <a:lnTo>
                  <a:pt x="11063" y="350"/>
                </a:lnTo>
                <a:lnTo>
                  <a:pt x="11131" y="410"/>
                </a:lnTo>
                <a:lnTo>
                  <a:pt x="11197" y="470"/>
                </a:lnTo>
                <a:lnTo>
                  <a:pt x="11259" y="530"/>
                </a:lnTo>
                <a:lnTo>
                  <a:pt x="11319" y="601"/>
                </a:lnTo>
                <a:lnTo>
                  <a:pt x="11378" y="671"/>
                </a:lnTo>
                <a:lnTo>
                  <a:pt x="11432" y="746"/>
                </a:lnTo>
                <a:lnTo>
                  <a:pt x="11485" y="823"/>
                </a:lnTo>
                <a:lnTo>
                  <a:pt x="11533" y="905"/>
                </a:lnTo>
                <a:lnTo>
                  <a:pt x="11578" y="986"/>
                </a:lnTo>
                <a:lnTo>
                  <a:pt x="11619" y="1074"/>
                </a:lnTo>
                <a:lnTo>
                  <a:pt x="11658" y="1163"/>
                </a:lnTo>
                <a:lnTo>
                  <a:pt x="11691" y="1254"/>
                </a:lnTo>
                <a:lnTo>
                  <a:pt x="11724" y="1350"/>
                </a:lnTo>
                <a:lnTo>
                  <a:pt x="11750" y="1442"/>
                </a:lnTo>
                <a:lnTo>
                  <a:pt x="11771" y="1541"/>
                </a:lnTo>
                <a:lnTo>
                  <a:pt x="11792" y="1640"/>
                </a:lnTo>
                <a:lnTo>
                  <a:pt x="11807" y="1738"/>
                </a:lnTo>
                <a:lnTo>
                  <a:pt x="11819" y="1841"/>
                </a:lnTo>
                <a:lnTo>
                  <a:pt x="11822" y="1947"/>
                </a:lnTo>
                <a:lnTo>
                  <a:pt x="11828" y="2049"/>
                </a:lnTo>
                <a:lnTo>
                  <a:pt x="11828" y="18374"/>
                </a:lnTo>
                <a:lnTo>
                  <a:pt x="11822" y="18547"/>
                </a:lnTo>
                <a:lnTo>
                  <a:pt x="11816" y="18717"/>
                </a:lnTo>
                <a:lnTo>
                  <a:pt x="11804" y="18879"/>
                </a:lnTo>
                <a:lnTo>
                  <a:pt x="11783" y="19045"/>
                </a:lnTo>
                <a:lnTo>
                  <a:pt x="11753" y="19201"/>
                </a:lnTo>
                <a:lnTo>
                  <a:pt x="11724" y="19356"/>
                </a:lnTo>
                <a:lnTo>
                  <a:pt x="11685" y="19508"/>
                </a:lnTo>
                <a:lnTo>
                  <a:pt x="11640" y="19657"/>
                </a:lnTo>
                <a:lnTo>
                  <a:pt x="11593" y="19798"/>
                </a:lnTo>
                <a:lnTo>
                  <a:pt x="11536" y="19939"/>
                </a:lnTo>
                <a:lnTo>
                  <a:pt x="11474" y="20074"/>
                </a:lnTo>
                <a:lnTo>
                  <a:pt x="11405" y="20204"/>
                </a:lnTo>
                <a:lnTo>
                  <a:pt x="11328" y="20331"/>
                </a:lnTo>
                <a:lnTo>
                  <a:pt x="11247" y="20452"/>
                </a:lnTo>
                <a:lnTo>
                  <a:pt x="11161" y="20568"/>
                </a:lnTo>
                <a:lnTo>
                  <a:pt x="11066" y="20678"/>
                </a:lnTo>
                <a:lnTo>
                  <a:pt x="10961" y="20784"/>
                </a:lnTo>
                <a:lnTo>
                  <a:pt x="10854" y="20883"/>
                </a:lnTo>
                <a:lnTo>
                  <a:pt x="10741" y="20978"/>
                </a:lnTo>
                <a:lnTo>
                  <a:pt x="10619" y="21066"/>
                </a:lnTo>
                <a:lnTo>
                  <a:pt x="10491" y="21148"/>
                </a:lnTo>
                <a:lnTo>
                  <a:pt x="10357" y="21222"/>
                </a:lnTo>
                <a:lnTo>
                  <a:pt x="10217" y="21293"/>
                </a:lnTo>
                <a:lnTo>
                  <a:pt x="10068" y="21356"/>
                </a:lnTo>
                <a:lnTo>
                  <a:pt x="9910" y="21413"/>
                </a:lnTo>
                <a:lnTo>
                  <a:pt x="9746" y="21462"/>
                </a:lnTo>
                <a:lnTo>
                  <a:pt x="9577" y="21501"/>
                </a:lnTo>
                <a:lnTo>
                  <a:pt x="9398" y="21540"/>
                </a:lnTo>
                <a:lnTo>
                  <a:pt x="9213" y="21565"/>
                </a:lnTo>
                <a:lnTo>
                  <a:pt x="9023" y="21586"/>
                </a:lnTo>
                <a:lnTo>
                  <a:pt x="8823" y="21596"/>
                </a:lnTo>
                <a:lnTo>
                  <a:pt x="8615" y="21600"/>
                </a:lnTo>
                <a:lnTo>
                  <a:pt x="3213" y="21600"/>
                </a:lnTo>
                <a:lnTo>
                  <a:pt x="3014" y="21596"/>
                </a:lnTo>
                <a:lnTo>
                  <a:pt x="2823" y="21586"/>
                </a:lnTo>
                <a:lnTo>
                  <a:pt x="2635" y="21565"/>
                </a:lnTo>
                <a:lnTo>
                  <a:pt x="2457" y="21540"/>
                </a:lnTo>
                <a:lnTo>
                  <a:pt x="2278" y="21505"/>
                </a:lnTo>
                <a:lnTo>
                  <a:pt x="2114" y="21466"/>
                </a:lnTo>
                <a:lnTo>
                  <a:pt x="1953" y="21416"/>
                </a:lnTo>
                <a:lnTo>
                  <a:pt x="1799" y="21363"/>
                </a:lnTo>
                <a:lnTo>
                  <a:pt x="1650" y="21300"/>
                </a:lnTo>
                <a:lnTo>
                  <a:pt x="1507" y="21236"/>
                </a:lnTo>
                <a:lnTo>
                  <a:pt x="1373" y="21162"/>
                </a:lnTo>
                <a:lnTo>
                  <a:pt x="1245" y="21081"/>
                </a:lnTo>
                <a:lnTo>
                  <a:pt x="1126" y="20992"/>
                </a:lnTo>
                <a:lnTo>
                  <a:pt x="1006" y="20900"/>
                </a:lnTo>
                <a:lnTo>
                  <a:pt x="899" y="20801"/>
                </a:lnTo>
                <a:lnTo>
                  <a:pt x="795" y="20699"/>
                </a:lnTo>
                <a:lnTo>
                  <a:pt x="700" y="20586"/>
                </a:lnTo>
                <a:lnTo>
                  <a:pt x="607" y="20473"/>
                </a:lnTo>
                <a:lnTo>
                  <a:pt x="521" y="20353"/>
                </a:lnTo>
                <a:lnTo>
                  <a:pt x="447" y="20225"/>
                </a:lnTo>
                <a:lnTo>
                  <a:pt x="375" y="20098"/>
                </a:lnTo>
                <a:lnTo>
                  <a:pt x="307" y="19964"/>
                </a:lnTo>
                <a:lnTo>
                  <a:pt x="250" y="19823"/>
                </a:lnTo>
                <a:lnTo>
                  <a:pt x="197" y="19674"/>
                </a:lnTo>
                <a:lnTo>
                  <a:pt x="152" y="19529"/>
                </a:lnTo>
                <a:lnTo>
                  <a:pt x="110" y="19377"/>
                </a:lnTo>
                <a:lnTo>
                  <a:pt x="77" y="19215"/>
                </a:lnTo>
                <a:lnTo>
                  <a:pt x="48" y="19056"/>
                </a:lnTo>
                <a:lnTo>
                  <a:pt x="27" y="18893"/>
                </a:lnTo>
                <a:lnTo>
                  <a:pt x="12" y="18724"/>
                </a:lnTo>
                <a:lnTo>
                  <a:pt x="3" y="18551"/>
                </a:lnTo>
                <a:lnTo>
                  <a:pt x="0" y="18374"/>
                </a:lnTo>
                <a:lnTo>
                  <a:pt x="0" y="1947"/>
                </a:lnTo>
                <a:lnTo>
                  <a:pt x="6" y="1841"/>
                </a:lnTo>
                <a:lnTo>
                  <a:pt x="18" y="1738"/>
                </a:lnTo>
                <a:lnTo>
                  <a:pt x="36" y="1640"/>
                </a:lnTo>
                <a:lnTo>
                  <a:pt x="57" y="1541"/>
                </a:lnTo>
                <a:lnTo>
                  <a:pt x="77" y="1442"/>
                </a:lnTo>
                <a:lnTo>
                  <a:pt x="104" y="1350"/>
                </a:lnTo>
                <a:lnTo>
                  <a:pt x="134" y="1254"/>
                </a:lnTo>
                <a:lnTo>
                  <a:pt x="170" y="1163"/>
                </a:lnTo>
                <a:lnTo>
                  <a:pt x="208" y="1074"/>
                </a:lnTo>
                <a:lnTo>
                  <a:pt x="250" y="986"/>
                </a:lnTo>
                <a:lnTo>
                  <a:pt x="295" y="905"/>
                </a:lnTo>
                <a:lnTo>
                  <a:pt x="342" y="823"/>
                </a:lnTo>
                <a:lnTo>
                  <a:pt x="393" y="746"/>
                </a:lnTo>
                <a:lnTo>
                  <a:pt x="450" y="671"/>
                </a:lnTo>
                <a:lnTo>
                  <a:pt x="506" y="601"/>
                </a:lnTo>
                <a:lnTo>
                  <a:pt x="569" y="530"/>
                </a:lnTo>
                <a:lnTo>
                  <a:pt x="628" y="470"/>
                </a:lnTo>
                <a:lnTo>
                  <a:pt x="697" y="410"/>
                </a:lnTo>
                <a:lnTo>
                  <a:pt x="765" y="350"/>
                </a:lnTo>
                <a:lnTo>
                  <a:pt x="834" y="297"/>
                </a:lnTo>
                <a:lnTo>
                  <a:pt x="905" y="247"/>
                </a:lnTo>
                <a:lnTo>
                  <a:pt x="980" y="205"/>
                </a:lnTo>
                <a:lnTo>
                  <a:pt x="1054" y="163"/>
                </a:lnTo>
                <a:lnTo>
                  <a:pt x="1135" y="127"/>
                </a:lnTo>
                <a:lnTo>
                  <a:pt x="1215" y="92"/>
                </a:lnTo>
                <a:lnTo>
                  <a:pt x="1298" y="64"/>
                </a:lnTo>
                <a:lnTo>
                  <a:pt x="1379" y="39"/>
                </a:lnTo>
                <a:lnTo>
                  <a:pt x="1465" y="21"/>
                </a:lnTo>
                <a:lnTo>
                  <a:pt x="1554" y="11"/>
                </a:lnTo>
                <a:lnTo>
                  <a:pt x="1641" y="4"/>
                </a:lnTo>
                <a:lnTo>
                  <a:pt x="1730" y="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4" name="椭圆 30"/>
          <p:cNvSpPr/>
          <p:nvPr/>
        </p:nvSpPr>
        <p:spPr xmlns:m="http://schemas.openxmlformats.org/officeDocument/2006/math" xmlns:a14="http://schemas.microsoft.com/office/drawing/2010/main">
          <a:xfrm>
            <a:off x="7885866" y="2702970"/>
            <a:ext cx="2403420" cy="240342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4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5" name="同心圆 33"/>
          <p:cNvSpPr/>
          <p:nvPr/>
        </p:nvSpPr>
        <p:spPr xmlns:m="http://schemas.openxmlformats.org/officeDocument/2006/math" xmlns:a14="http://schemas.microsoft.com/office/drawing/2010/main">
          <a:xfrm>
            <a:off x="7566652" y="2364188"/>
            <a:ext cx="3041849" cy="30418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181" y="10800"/>
                </a:moveTo>
                <a:cubicBezTo>
                  <a:pt x="2181" y="15560"/>
                  <a:pt x="6040" y="19419"/>
                  <a:pt x="10800" y="19419"/>
                </a:cubicBezTo>
                <a:cubicBezTo>
                  <a:pt x="15560" y="19419"/>
                  <a:pt x="19419" y="15560"/>
                  <a:pt x="19419" y="10800"/>
                </a:cubicBezTo>
                <a:cubicBezTo>
                  <a:pt x="19419" y="6040"/>
                  <a:pt x="15560" y="2181"/>
                  <a:pt x="10800" y="2181"/>
                </a:cubicBezTo>
                <a:cubicBezTo>
                  <a:pt x="6040" y="2181"/>
                  <a:pt x="2181" y="6040"/>
                  <a:pt x="2181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100000">
                <a:srgbClr val="D9D9D9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42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6" name="同心圆 34"/>
          <p:cNvSpPr/>
          <p:nvPr/>
        </p:nvSpPr>
        <p:spPr xmlns:m="http://schemas.openxmlformats.org/officeDocument/2006/math" xmlns:a14="http://schemas.microsoft.com/office/drawing/2010/main">
          <a:xfrm>
            <a:off x="7844454" y="2641990"/>
            <a:ext cx="2486244" cy="24862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605" y="10800"/>
                </a:moveTo>
                <a:cubicBezTo>
                  <a:pt x="2605" y="15326"/>
                  <a:pt x="6274" y="18995"/>
                  <a:pt x="10800" y="18995"/>
                </a:cubicBezTo>
                <a:cubicBezTo>
                  <a:pt x="15326" y="18995"/>
                  <a:pt x="18995" y="15326"/>
                  <a:pt x="18995" y="10800"/>
                </a:cubicBezTo>
                <a:cubicBezTo>
                  <a:pt x="18995" y="6274"/>
                  <a:pt x="15326" y="2605"/>
                  <a:pt x="10800" y="2605"/>
                </a:cubicBezTo>
                <a:cubicBezTo>
                  <a:pt x="6274" y="2605"/>
                  <a:pt x="2605" y="6274"/>
                  <a:pt x="2605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100000">
                <a:srgbClr val="D9D9D9"/>
              </a:gs>
            </a:gsLst>
            <a:lin ang="162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42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7" name="TextBox 30"/>
          <p:cNvSpPr txBox="1"/>
          <p:nvPr/>
        </p:nvSpPr>
        <p:spPr>
          <a:xfrm>
            <a:off x="8280302" y="3234780"/>
            <a:ext cx="1614547" cy="1412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ctr">
              <a:defRPr b="1" sz="37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</a:t>
            </a:r>
          </a:p>
          <a:p>
            <a:pPr algn="ctr">
              <a:defRPr b="1" sz="37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9"/>
          <p:cNvSpPr/>
          <p:nvPr/>
        </p:nvSpPr>
        <p:spPr xmlns:m="http://schemas.openxmlformats.org/officeDocument/2006/math" xmlns:a14="http://schemas.microsoft.com/office/drawing/2010/main">
          <a:xfrm>
            <a:off x="3002081" y="2344809"/>
            <a:ext cx="372765" cy="2967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7" h="21417" fill="norm" stroke="1" extrusionOk="0">
                <a:moveTo>
                  <a:pt x="7254" y="21137"/>
                </a:moveTo>
                <a:cubicBezTo>
                  <a:pt x="7254" y="21475"/>
                  <a:pt x="7390" y="21475"/>
                  <a:pt x="7661" y="21306"/>
                </a:cubicBezTo>
                <a:cubicBezTo>
                  <a:pt x="7933" y="20969"/>
                  <a:pt x="10922" y="17594"/>
                  <a:pt x="10922" y="17594"/>
                </a:cubicBezTo>
                <a:cubicBezTo>
                  <a:pt x="7254" y="15231"/>
                  <a:pt x="7254" y="15231"/>
                  <a:pt x="7254" y="15231"/>
                </a:cubicBezTo>
                <a:cubicBezTo>
                  <a:pt x="7254" y="21137"/>
                  <a:pt x="7254" y="21137"/>
                  <a:pt x="7254" y="21137"/>
                </a:cubicBezTo>
                <a:close/>
                <a:moveTo>
                  <a:pt x="20839" y="44"/>
                </a:moveTo>
                <a:cubicBezTo>
                  <a:pt x="20431" y="213"/>
                  <a:pt x="597" y="8819"/>
                  <a:pt x="326" y="8988"/>
                </a:cubicBezTo>
                <a:cubicBezTo>
                  <a:pt x="-82" y="9156"/>
                  <a:pt x="-82" y="9494"/>
                  <a:pt x="190" y="9663"/>
                </a:cubicBezTo>
                <a:cubicBezTo>
                  <a:pt x="733" y="10000"/>
                  <a:pt x="4673" y="11856"/>
                  <a:pt x="4673" y="11856"/>
                </a:cubicBezTo>
                <a:cubicBezTo>
                  <a:pt x="4673" y="11856"/>
                  <a:pt x="4673" y="11856"/>
                  <a:pt x="4673" y="11856"/>
                </a:cubicBezTo>
                <a:cubicBezTo>
                  <a:pt x="7254" y="13206"/>
                  <a:pt x="7254" y="13206"/>
                  <a:pt x="7254" y="13206"/>
                </a:cubicBezTo>
                <a:cubicBezTo>
                  <a:pt x="7254" y="13206"/>
                  <a:pt x="19888" y="1731"/>
                  <a:pt x="20024" y="1563"/>
                </a:cubicBezTo>
                <a:cubicBezTo>
                  <a:pt x="20295" y="1394"/>
                  <a:pt x="20431" y="1731"/>
                  <a:pt x="20295" y="1900"/>
                </a:cubicBezTo>
                <a:cubicBezTo>
                  <a:pt x="20160" y="2069"/>
                  <a:pt x="11193" y="14219"/>
                  <a:pt x="11193" y="14219"/>
                </a:cubicBezTo>
                <a:cubicBezTo>
                  <a:pt x="11193" y="14219"/>
                  <a:pt x="11193" y="14219"/>
                  <a:pt x="11193" y="14219"/>
                </a:cubicBezTo>
                <a:cubicBezTo>
                  <a:pt x="10650" y="14894"/>
                  <a:pt x="10650" y="14894"/>
                  <a:pt x="10650" y="14894"/>
                </a:cubicBezTo>
                <a:cubicBezTo>
                  <a:pt x="11329" y="15400"/>
                  <a:pt x="11329" y="15400"/>
                  <a:pt x="11329" y="15400"/>
                </a:cubicBezTo>
                <a:cubicBezTo>
                  <a:pt x="11329" y="15400"/>
                  <a:pt x="11329" y="15400"/>
                  <a:pt x="11329" y="15400"/>
                </a:cubicBezTo>
                <a:cubicBezTo>
                  <a:pt x="11329" y="15400"/>
                  <a:pt x="16763" y="18944"/>
                  <a:pt x="17171" y="19281"/>
                </a:cubicBezTo>
                <a:cubicBezTo>
                  <a:pt x="17443" y="19450"/>
                  <a:pt x="17850" y="19281"/>
                  <a:pt x="17986" y="18775"/>
                </a:cubicBezTo>
                <a:cubicBezTo>
                  <a:pt x="18122" y="18100"/>
                  <a:pt x="21382" y="1056"/>
                  <a:pt x="21382" y="719"/>
                </a:cubicBezTo>
                <a:cubicBezTo>
                  <a:pt x="21518" y="213"/>
                  <a:pt x="21246" y="-125"/>
                  <a:pt x="20839" y="4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 algn="ctr">
              <a:defRPr sz="29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" name="Freeform 8"/>
          <p:cNvSpPr/>
          <p:nvPr/>
        </p:nvSpPr>
        <p:spPr xmlns:m="http://schemas.openxmlformats.org/officeDocument/2006/math" xmlns:a14="http://schemas.microsoft.com/office/drawing/2010/main">
          <a:xfrm>
            <a:off x="6836508" y="2396761"/>
            <a:ext cx="325956" cy="3229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817" y="10800"/>
                </a:moveTo>
                <a:cubicBezTo>
                  <a:pt x="0" y="10800"/>
                  <a:pt x="0" y="10800"/>
                  <a:pt x="0" y="10800"/>
                </a:cubicBezTo>
                <a:cubicBezTo>
                  <a:pt x="0" y="18939"/>
                  <a:pt x="0" y="18939"/>
                  <a:pt x="0" y="18939"/>
                </a:cubicBezTo>
                <a:cubicBezTo>
                  <a:pt x="0" y="20348"/>
                  <a:pt x="1252" y="21600"/>
                  <a:pt x="2817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18939"/>
                  <a:pt x="10800" y="18939"/>
                  <a:pt x="10800" y="18939"/>
                </a:cubicBezTo>
                <a:cubicBezTo>
                  <a:pt x="2817" y="18939"/>
                  <a:pt x="2817" y="18939"/>
                  <a:pt x="2817" y="18939"/>
                </a:cubicBezTo>
                <a:cubicBezTo>
                  <a:pt x="2817" y="10800"/>
                  <a:pt x="2817" y="10800"/>
                  <a:pt x="2817" y="10800"/>
                </a:cubicBezTo>
                <a:close/>
                <a:moveTo>
                  <a:pt x="18939" y="13461"/>
                </a:moveTo>
                <a:cubicBezTo>
                  <a:pt x="8139" y="13461"/>
                  <a:pt x="8139" y="13461"/>
                  <a:pt x="8139" y="13461"/>
                </a:cubicBezTo>
                <a:cubicBezTo>
                  <a:pt x="8139" y="2817"/>
                  <a:pt x="8139" y="2817"/>
                  <a:pt x="8139" y="2817"/>
                </a:cubicBezTo>
                <a:cubicBezTo>
                  <a:pt x="18939" y="2817"/>
                  <a:pt x="18939" y="2817"/>
                  <a:pt x="18939" y="2817"/>
                </a:cubicBezTo>
                <a:cubicBezTo>
                  <a:pt x="18939" y="13461"/>
                  <a:pt x="18939" y="13461"/>
                  <a:pt x="18939" y="13461"/>
                </a:cubicBezTo>
                <a:close/>
                <a:moveTo>
                  <a:pt x="18939" y="0"/>
                </a:moveTo>
                <a:cubicBezTo>
                  <a:pt x="8139" y="0"/>
                  <a:pt x="8139" y="0"/>
                  <a:pt x="8139" y="0"/>
                </a:cubicBezTo>
                <a:cubicBezTo>
                  <a:pt x="6574" y="0"/>
                  <a:pt x="5478" y="1252"/>
                  <a:pt x="5478" y="2661"/>
                </a:cubicBezTo>
                <a:cubicBezTo>
                  <a:pt x="5478" y="13461"/>
                  <a:pt x="5478" y="13461"/>
                  <a:pt x="5478" y="13461"/>
                </a:cubicBezTo>
                <a:cubicBezTo>
                  <a:pt x="5478" y="15026"/>
                  <a:pt x="6574" y="16122"/>
                  <a:pt x="8139" y="16122"/>
                </a:cubicBezTo>
                <a:cubicBezTo>
                  <a:pt x="18939" y="16122"/>
                  <a:pt x="18939" y="16122"/>
                  <a:pt x="18939" y="16122"/>
                </a:cubicBezTo>
                <a:cubicBezTo>
                  <a:pt x="20348" y="16122"/>
                  <a:pt x="21600" y="15026"/>
                  <a:pt x="21600" y="13461"/>
                </a:cubicBezTo>
                <a:cubicBezTo>
                  <a:pt x="21600" y="2817"/>
                  <a:pt x="21600" y="2817"/>
                  <a:pt x="21600" y="2817"/>
                </a:cubicBezTo>
                <a:cubicBezTo>
                  <a:pt x="21600" y="1252"/>
                  <a:pt x="20348" y="0"/>
                  <a:pt x="18939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 algn="ctr">
              <a:defRPr sz="29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" name="Freeform 7"/>
          <p:cNvSpPr/>
          <p:nvPr/>
        </p:nvSpPr>
        <p:spPr xmlns:m="http://schemas.openxmlformats.org/officeDocument/2006/math" xmlns:a14="http://schemas.microsoft.com/office/drawing/2010/main">
          <a:xfrm>
            <a:off x="3004735" y="4255959"/>
            <a:ext cx="379009" cy="3926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28" h="21362" fill="norm" stroke="1" extrusionOk="0">
                <a:moveTo>
                  <a:pt x="5401" y="21362"/>
                </a:moveTo>
                <a:cubicBezTo>
                  <a:pt x="3979" y="21362"/>
                  <a:pt x="2556" y="20854"/>
                  <a:pt x="1521" y="19837"/>
                </a:cubicBezTo>
                <a:cubicBezTo>
                  <a:pt x="-290" y="17931"/>
                  <a:pt x="-807" y="14628"/>
                  <a:pt x="1780" y="12087"/>
                </a:cubicBezTo>
                <a:cubicBezTo>
                  <a:pt x="3332" y="10562"/>
                  <a:pt x="9670" y="4336"/>
                  <a:pt x="12774" y="1287"/>
                </a:cubicBezTo>
                <a:cubicBezTo>
                  <a:pt x="13938" y="143"/>
                  <a:pt x="15361" y="-238"/>
                  <a:pt x="16654" y="143"/>
                </a:cubicBezTo>
                <a:cubicBezTo>
                  <a:pt x="18077" y="397"/>
                  <a:pt x="19112" y="1541"/>
                  <a:pt x="19500" y="2811"/>
                </a:cubicBezTo>
                <a:cubicBezTo>
                  <a:pt x="19888" y="4209"/>
                  <a:pt x="19370" y="5607"/>
                  <a:pt x="18336" y="6623"/>
                </a:cubicBezTo>
                <a:cubicBezTo>
                  <a:pt x="7730" y="17042"/>
                  <a:pt x="7730" y="17042"/>
                  <a:pt x="7730" y="17042"/>
                </a:cubicBezTo>
                <a:cubicBezTo>
                  <a:pt x="7212" y="17550"/>
                  <a:pt x="6565" y="17931"/>
                  <a:pt x="5789" y="17931"/>
                </a:cubicBezTo>
                <a:cubicBezTo>
                  <a:pt x="5143" y="18058"/>
                  <a:pt x="4496" y="17804"/>
                  <a:pt x="4108" y="17423"/>
                </a:cubicBezTo>
                <a:cubicBezTo>
                  <a:pt x="3203" y="16661"/>
                  <a:pt x="3073" y="15136"/>
                  <a:pt x="4496" y="13738"/>
                </a:cubicBezTo>
                <a:cubicBezTo>
                  <a:pt x="11868" y="6496"/>
                  <a:pt x="11868" y="6496"/>
                  <a:pt x="11868" y="6496"/>
                </a:cubicBezTo>
                <a:cubicBezTo>
                  <a:pt x="12127" y="6242"/>
                  <a:pt x="12644" y="6242"/>
                  <a:pt x="12903" y="6496"/>
                </a:cubicBezTo>
                <a:cubicBezTo>
                  <a:pt x="13291" y="6750"/>
                  <a:pt x="13291" y="7258"/>
                  <a:pt x="12903" y="7640"/>
                </a:cubicBezTo>
                <a:cubicBezTo>
                  <a:pt x="5531" y="14882"/>
                  <a:pt x="5531" y="14882"/>
                  <a:pt x="5531" y="14882"/>
                </a:cubicBezTo>
                <a:cubicBezTo>
                  <a:pt x="4884" y="15517"/>
                  <a:pt x="4884" y="16026"/>
                  <a:pt x="5143" y="16280"/>
                </a:cubicBezTo>
                <a:cubicBezTo>
                  <a:pt x="5272" y="16407"/>
                  <a:pt x="5401" y="16534"/>
                  <a:pt x="5660" y="16534"/>
                </a:cubicBezTo>
                <a:cubicBezTo>
                  <a:pt x="5919" y="16407"/>
                  <a:pt x="6307" y="16280"/>
                  <a:pt x="6695" y="15898"/>
                </a:cubicBezTo>
                <a:cubicBezTo>
                  <a:pt x="17171" y="5607"/>
                  <a:pt x="17171" y="5607"/>
                  <a:pt x="17171" y="5607"/>
                </a:cubicBezTo>
                <a:cubicBezTo>
                  <a:pt x="17947" y="4844"/>
                  <a:pt x="18206" y="4082"/>
                  <a:pt x="17947" y="3193"/>
                </a:cubicBezTo>
                <a:cubicBezTo>
                  <a:pt x="17818" y="2430"/>
                  <a:pt x="17042" y="1795"/>
                  <a:pt x="16266" y="1541"/>
                </a:cubicBezTo>
                <a:cubicBezTo>
                  <a:pt x="15490" y="1414"/>
                  <a:pt x="14585" y="1668"/>
                  <a:pt x="13938" y="2303"/>
                </a:cubicBezTo>
                <a:cubicBezTo>
                  <a:pt x="10704" y="5480"/>
                  <a:pt x="4496" y="11578"/>
                  <a:pt x="2944" y="13103"/>
                </a:cubicBezTo>
                <a:cubicBezTo>
                  <a:pt x="874" y="15136"/>
                  <a:pt x="1392" y="17423"/>
                  <a:pt x="2685" y="18821"/>
                </a:cubicBezTo>
                <a:cubicBezTo>
                  <a:pt x="3979" y="20091"/>
                  <a:pt x="6307" y="20600"/>
                  <a:pt x="8376" y="18567"/>
                </a:cubicBezTo>
                <a:cubicBezTo>
                  <a:pt x="19370" y="7767"/>
                  <a:pt x="19370" y="7767"/>
                  <a:pt x="19370" y="7767"/>
                </a:cubicBezTo>
                <a:cubicBezTo>
                  <a:pt x="19758" y="7386"/>
                  <a:pt x="20146" y="7386"/>
                  <a:pt x="20534" y="7767"/>
                </a:cubicBezTo>
                <a:cubicBezTo>
                  <a:pt x="20793" y="8021"/>
                  <a:pt x="20793" y="8529"/>
                  <a:pt x="20534" y="8783"/>
                </a:cubicBezTo>
                <a:cubicBezTo>
                  <a:pt x="9540" y="19583"/>
                  <a:pt x="9540" y="19583"/>
                  <a:pt x="9540" y="19583"/>
                </a:cubicBezTo>
                <a:cubicBezTo>
                  <a:pt x="8247" y="20854"/>
                  <a:pt x="6695" y="21362"/>
                  <a:pt x="5401" y="2136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 algn="ctr">
              <a:defRPr sz="29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" name="Freeform 6"/>
          <p:cNvSpPr/>
          <p:nvPr/>
        </p:nvSpPr>
        <p:spPr xmlns:m="http://schemas.openxmlformats.org/officeDocument/2006/math" xmlns:a14="http://schemas.microsoft.com/office/drawing/2010/main">
          <a:xfrm>
            <a:off x="6840926" y="4280225"/>
            <a:ext cx="362950" cy="3684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23" y="3828"/>
                </a:moveTo>
                <a:cubicBezTo>
                  <a:pt x="4769" y="3828"/>
                  <a:pt x="4769" y="3828"/>
                  <a:pt x="4769" y="3828"/>
                </a:cubicBezTo>
                <a:cubicBezTo>
                  <a:pt x="4909" y="6699"/>
                  <a:pt x="5470" y="8613"/>
                  <a:pt x="6031" y="9980"/>
                </a:cubicBezTo>
                <a:cubicBezTo>
                  <a:pt x="3927" y="8613"/>
                  <a:pt x="2104" y="6972"/>
                  <a:pt x="1823" y="3828"/>
                </a:cubicBezTo>
                <a:close/>
                <a:moveTo>
                  <a:pt x="10800" y="1504"/>
                </a:moveTo>
                <a:cubicBezTo>
                  <a:pt x="14166" y="1504"/>
                  <a:pt x="15429" y="2734"/>
                  <a:pt x="15429" y="3281"/>
                </a:cubicBezTo>
                <a:cubicBezTo>
                  <a:pt x="15429" y="3691"/>
                  <a:pt x="14166" y="5058"/>
                  <a:pt x="10800" y="5058"/>
                </a:cubicBezTo>
                <a:cubicBezTo>
                  <a:pt x="7574" y="5058"/>
                  <a:pt x="6312" y="3691"/>
                  <a:pt x="6312" y="3281"/>
                </a:cubicBezTo>
                <a:cubicBezTo>
                  <a:pt x="6312" y="2734"/>
                  <a:pt x="7574" y="1504"/>
                  <a:pt x="10800" y="1504"/>
                </a:cubicBezTo>
                <a:close/>
                <a:moveTo>
                  <a:pt x="15569" y="9980"/>
                </a:moveTo>
                <a:cubicBezTo>
                  <a:pt x="16270" y="8613"/>
                  <a:pt x="16831" y="6699"/>
                  <a:pt x="16971" y="3828"/>
                </a:cubicBezTo>
                <a:cubicBezTo>
                  <a:pt x="19917" y="3828"/>
                  <a:pt x="19917" y="3828"/>
                  <a:pt x="19917" y="3828"/>
                </a:cubicBezTo>
                <a:cubicBezTo>
                  <a:pt x="19636" y="6972"/>
                  <a:pt x="17673" y="8613"/>
                  <a:pt x="15569" y="9980"/>
                </a:cubicBezTo>
                <a:close/>
                <a:moveTo>
                  <a:pt x="12203" y="15858"/>
                </a:moveTo>
                <a:cubicBezTo>
                  <a:pt x="12203" y="14218"/>
                  <a:pt x="13605" y="13261"/>
                  <a:pt x="15709" y="11894"/>
                </a:cubicBezTo>
                <a:cubicBezTo>
                  <a:pt x="18374" y="10116"/>
                  <a:pt x="21600" y="8066"/>
                  <a:pt x="21600" y="3008"/>
                </a:cubicBezTo>
                <a:cubicBezTo>
                  <a:pt x="21600" y="2597"/>
                  <a:pt x="21319" y="2187"/>
                  <a:pt x="20758" y="2187"/>
                </a:cubicBezTo>
                <a:cubicBezTo>
                  <a:pt x="16691" y="2187"/>
                  <a:pt x="16691" y="2187"/>
                  <a:pt x="16691" y="2187"/>
                </a:cubicBezTo>
                <a:cubicBezTo>
                  <a:pt x="16130" y="1094"/>
                  <a:pt x="14306" y="0"/>
                  <a:pt x="10800" y="0"/>
                </a:cubicBezTo>
                <a:cubicBezTo>
                  <a:pt x="7294" y="0"/>
                  <a:pt x="5610" y="1094"/>
                  <a:pt x="5049" y="2187"/>
                </a:cubicBezTo>
                <a:cubicBezTo>
                  <a:pt x="842" y="2187"/>
                  <a:pt x="842" y="2187"/>
                  <a:pt x="842" y="2187"/>
                </a:cubicBezTo>
                <a:cubicBezTo>
                  <a:pt x="421" y="2187"/>
                  <a:pt x="0" y="2597"/>
                  <a:pt x="0" y="3008"/>
                </a:cubicBezTo>
                <a:cubicBezTo>
                  <a:pt x="0" y="8066"/>
                  <a:pt x="3366" y="10116"/>
                  <a:pt x="5891" y="11894"/>
                </a:cubicBezTo>
                <a:cubicBezTo>
                  <a:pt x="8135" y="13261"/>
                  <a:pt x="9397" y="14218"/>
                  <a:pt x="9397" y="15858"/>
                </a:cubicBezTo>
                <a:cubicBezTo>
                  <a:pt x="9397" y="17499"/>
                  <a:pt x="9397" y="17499"/>
                  <a:pt x="9397" y="17499"/>
                </a:cubicBezTo>
                <a:cubicBezTo>
                  <a:pt x="7153" y="17635"/>
                  <a:pt x="5470" y="18456"/>
                  <a:pt x="5470" y="19549"/>
                </a:cubicBezTo>
                <a:cubicBezTo>
                  <a:pt x="5470" y="20643"/>
                  <a:pt x="7855" y="21600"/>
                  <a:pt x="10800" y="21600"/>
                </a:cubicBezTo>
                <a:cubicBezTo>
                  <a:pt x="13745" y="21600"/>
                  <a:pt x="16130" y="20643"/>
                  <a:pt x="16130" y="19549"/>
                </a:cubicBezTo>
                <a:cubicBezTo>
                  <a:pt x="16130" y="18456"/>
                  <a:pt x="14587" y="17635"/>
                  <a:pt x="12203" y="17499"/>
                </a:cubicBezTo>
                <a:cubicBezTo>
                  <a:pt x="12203" y="15858"/>
                  <a:pt x="12203" y="15858"/>
                  <a:pt x="12203" y="15858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 algn="ctr">
              <a:defRPr sz="29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6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7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8" name="直线连接符 51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9" name="圆角矩形 4"/>
          <p:cNvSpPr/>
          <p:nvPr/>
        </p:nvSpPr>
        <p:spPr xmlns:m="http://schemas.openxmlformats.org/officeDocument/2006/math" xmlns:a14="http://schemas.microsoft.com/office/drawing/2010/main">
          <a:xfrm>
            <a:off x="2607898" y="1796819"/>
            <a:ext cx="3334837" cy="1509993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FFFF"/>
              </a:gs>
              <a:gs pos="62000">
                <a:srgbClr val="F2F2F2"/>
              </a:gs>
              <a:gs pos="100000">
                <a:srgbClr val="D9D9D9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0" name="圆角矩形 5"/>
          <p:cNvSpPr/>
          <p:nvPr/>
        </p:nvSpPr>
        <p:spPr xmlns:m="http://schemas.openxmlformats.org/officeDocument/2006/math" xmlns:a14="http://schemas.microsoft.com/office/drawing/2010/main">
          <a:xfrm>
            <a:off x="2649508" y="1841188"/>
            <a:ext cx="3251620" cy="1421253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FFFF"/>
              </a:gs>
              <a:gs pos="42000">
                <a:srgbClr val="F0F0F0"/>
              </a:gs>
              <a:gs pos="100000">
                <a:srgbClr val="D9D9D9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1" name="同心圆 7"/>
          <p:cNvSpPr/>
          <p:nvPr/>
        </p:nvSpPr>
        <p:spPr xmlns:m="http://schemas.openxmlformats.org/officeDocument/2006/math" xmlns:a14="http://schemas.microsoft.com/office/drawing/2010/main">
          <a:xfrm>
            <a:off x="2809321" y="2088755"/>
            <a:ext cx="828063" cy="828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2" name="椭圆 8"/>
          <p:cNvSpPr/>
          <p:nvPr/>
        </p:nvSpPr>
        <p:spPr xmlns:m="http://schemas.openxmlformats.org/officeDocument/2006/math" xmlns:a14="http://schemas.microsoft.com/office/drawing/2010/main">
          <a:xfrm>
            <a:off x="2827393" y="2106827"/>
            <a:ext cx="791916" cy="791914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3" name="Rectangle 42"/>
          <p:cNvSpPr txBox="1"/>
          <p:nvPr/>
        </p:nvSpPr>
        <p:spPr>
          <a:xfrm>
            <a:off x="3760239" y="2088752"/>
            <a:ext cx="1944228" cy="279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>
              <a:lnSpc>
                <a:spcPct val="70000"/>
              </a:lnSpc>
              <a:defRPr sz="16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4" name="Rectangle 43"/>
          <p:cNvSpPr txBox="1"/>
          <p:nvPr/>
        </p:nvSpPr>
        <p:spPr>
          <a:xfrm>
            <a:off x="3760239" y="2330126"/>
            <a:ext cx="1944228" cy="86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15" name="圆角矩形 14"/>
          <p:cNvSpPr/>
          <p:nvPr/>
        </p:nvSpPr>
        <p:spPr xmlns:m="http://schemas.openxmlformats.org/officeDocument/2006/math" xmlns:a14="http://schemas.microsoft.com/office/drawing/2010/main">
          <a:xfrm>
            <a:off x="6384032" y="1796819"/>
            <a:ext cx="3334837" cy="1509993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FFFF"/>
              </a:gs>
              <a:gs pos="62000">
                <a:srgbClr val="F2F2F2"/>
              </a:gs>
              <a:gs pos="100000">
                <a:srgbClr val="D9D9D9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6" name="圆角矩形 15"/>
          <p:cNvSpPr/>
          <p:nvPr/>
        </p:nvSpPr>
        <p:spPr xmlns:m="http://schemas.openxmlformats.org/officeDocument/2006/math" xmlns:a14="http://schemas.microsoft.com/office/drawing/2010/main">
          <a:xfrm>
            <a:off x="6425642" y="1841188"/>
            <a:ext cx="3251620" cy="1421253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FFFF"/>
              </a:gs>
              <a:gs pos="42000">
                <a:srgbClr val="F0F0F0"/>
              </a:gs>
              <a:gs pos="100000">
                <a:srgbClr val="D9D9D9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7" name="同心圆 17"/>
          <p:cNvSpPr/>
          <p:nvPr/>
        </p:nvSpPr>
        <p:spPr xmlns:m="http://schemas.openxmlformats.org/officeDocument/2006/math" xmlns:a14="http://schemas.microsoft.com/office/drawing/2010/main">
          <a:xfrm>
            <a:off x="6585454" y="2088755"/>
            <a:ext cx="828063" cy="828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8" name="椭圆 18"/>
          <p:cNvSpPr/>
          <p:nvPr/>
        </p:nvSpPr>
        <p:spPr xmlns:m="http://schemas.openxmlformats.org/officeDocument/2006/math" xmlns:a14="http://schemas.microsoft.com/office/drawing/2010/main">
          <a:xfrm>
            <a:off x="6603526" y="2106827"/>
            <a:ext cx="791916" cy="791914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9" name="Rectangle 42"/>
          <p:cNvSpPr txBox="1"/>
          <p:nvPr/>
        </p:nvSpPr>
        <p:spPr>
          <a:xfrm>
            <a:off x="7536373" y="2088752"/>
            <a:ext cx="1944228" cy="279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>
              <a:lnSpc>
                <a:spcPct val="70000"/>
              </a:lnSpc>
              <a:defRPr sz="16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20" name="Rectangle 43"/>
          <p:cNvSpPr txBox="1"/>
          <p:nvPr/>
        </p:nvSpPr>
        <p:spPr>
          <a:xfrm>
            <a:off x="7536373" y="2330126"/>
            <a:ext cx="1944228" cy="86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21" name="圆角矩形 24"/>
          <p:cNvSpPr/>
          <p:nvPr/>
        </p:nvSpPr>
        <p:spPr xmlns:m="http://schemas.openxmlformats.org/officeDocument/2006/math" xmlns:a14="http://schemas.microsoft.com/office/drawing/2010/main">
          <a:xfrm>
            <a:off x="2607898" y="3744152"/>
            <a:ext cx="3334837" cy="1509993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FFFF"/>
              </a:gs>
              <a:gs pos="62000">
                <a:srgbClr val="F2F2F2"/>
              </a:gs>
              <a:gs pos="100000">
                <a:srgbClr val="D9D9D9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2" name="圆角矩形 25"/>
          <p:cNvSpPr/>
          <p:nvPr/>
        </p:nvSpPr>
        <p:spPr xmlns:m="http://schemas.openxmlformats.org/officeDocument/2006/math" xmlns:a14="http://schemas.microsoft.com/office/drawing/2010/main">
          <a:xfrm>
            <a:off x="2649508" y="3788521"/>
            <a:ext cx="3251620" cy="1421253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FFFF"/>
              </a:gs>
              <a:gs pos="42000">
                <a:srgbClr val="F0F0F0"/>
              </a:gs>
              <a:gs pos="100000">
                <a:srgbClr val="D9D9D9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3" name="同心圆 27"/>
          <p:cNvSpPr/>
          <p:nvPr/>
        </p:nvSpPr>
        <p:spPr xmlns:m="http://schemas.openxmlformats.org/officeDocument/2006/math" xmlns:a14="http://schemas.microsoft.com/office/drawing/2010/main">
          <a:xfrm>
            <a:off x="2809321" y="4036088"/>
            <a:ext cx="828063" cy="828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4" name="椭圆 28"/>
          <p:cNvSpPr/>
          <p:nvPr/>
        </p:nvSpPr>
        <p:spPr xmlns:m="http://schemas.openxmlformats.org/officeDocument/2006/math" xmlns:a14="http://schemas.microsoft.com/office/drawing/2010/main">
          <a:xfrm>
            <a:off x="2827393" y="4054160"/>
            <a:ext cx="791916" cy="791914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5" name="Rectangle 42"/>
          <p:cNvSpPr txBox="1"/>
          <p:nvPr/>
        </p:nvSpPr>
        <p:spPr>
          <a:xfrm>
            <a:off x="3760239" y="4036086"/>
            <a:ext cx="1944228" cy="279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>
              <a:lnSpc>
                <a:spcPct val="70000"/>
              </a:lnSpc>
              <a:defRPr sz="16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26" name="Rectangle 43"/>
          <p:cNvSpPr txBox="1"/>
          <p:nvPr/>
        </p:nvSpPr>
        <p:spPr>
          <a:xfrm>
            <a:off x="3760239" y="4277460"/>
            <a:ext cx="1944228" cy="86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27" name="圆角矩形 34"/>
          <p:cNvSpPr/>
          <p:nvPr/>
        </p:nvSpPr>
        <p:spPr xmlns:m="http://schemas.openxmlformats.org/officeDocument/2006/math" xmlns:a14="http://schemas.microsoft.com/office/drawing/2010/main">
          <a:xfrm>
            <a:off x="6385702" y="3744152"/>
            <a:ext cx="3334837" cy="1509993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FFFF"/>
              </a:gs>
              <a:gs pos="62000">
                <a:srgbClr val="F2F2F2"/>
              </a:gs>
              <a:gs pos="100000">
                <a:srgbClr val="D9D9D9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8" name="圆角矩形 35"/>
          <p:cNvSpPr/>
          <p:nvPr/>
        </p:nvSpPr>
        <p:spPr xmlns:m="http://schemas.openxmlformats.org/officeDocument/2006/math" xmlns:a14="http://schemas.microsoft.com/office/drawing/2010/main">
          <a:xfrm>
            <a:off x="6427312" y="3788521"/>
            <a:ext cx="3251620" cy="1421253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FFFF"/>
              </a:gs>
              <a:gs pos="42000">
                <a:srgbClr val="F0F0F0"/>
              </a:gs>
              <a:gs pos="100000">
                <a:srgbClr val="D9D9D9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9" name="同心圆 37"/>
          <p:cNvSpPr/>
          <p:nvPr/>
        </p:nvSpPr>
        <p:spPr xmlns:m="http://schemas.openxmlformats.org/officeDocument/2006/math" xmlns:a14="http://schemas.microsoft.com/office/drawing/2010/main">
          <a:xfrm>
            <a:off x="6587124" y="4036088"/>
            <a:ext cx="828063" cy="828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0" name="椭圆 38"/>
          <p:cNvSpPr/>
          <p:nvPr/>
        </p:nvSpPr>
        <p:spPr xmlns:m="http://schemas.openxmlformats.org/officeDocument/2006/math" xmlns:a14="http://schemas.microsoft.com/office/drawing/2010/main">
          <a:xfrm>
            <a:off x="6605196" y="4054160"/>
            <a:ext cx="791916" cy="791914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1" name="Rectangle 42"/>
          <p:cNvSpPr txBox="1"/>
          <p:nvPr/>
        </p:nvSpPr>
        <p:spPr>
          <a:xfrm>
            <a:off x="7538042" y="4036086"/>
            <a:ext cx="1944228" cy="279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>
              <a:lnSpc>
                <a:spcPct val="70000"/>
              </a:lnSpc>
              <a:defRPr sz="16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32" name="Rectangle 43"/>
          <p:cNvSpPr txBox="1"/>
          <p:nvPr/>
        </p:nvSpPr>
        <p:spPr>
          <a:xfrm>
            <a:off x="7538042" y="4277460"/>
            <a:ext cx="1944228" cy="86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3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4" name="直线连接符 82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5" name="圆角矩形 4"/>
          <p:cNvSpPr/>
          <p:nvPr/>
        </p:nvSpPr>
        <p:spPr xmlns:m="http://schemas.openxmlformats.org/officeDocument/2006/math" xmlns:a14="http://schemas.microsoft.com/office/drawing/2010/main">
          <a:xfrm>
            <a:off x="4171239" y="2354423"/>
            <a:ext cx="1397001" cy="1397001"/>
          </a:xfrm>
          <a:prstGeom prst="roundRect">
            <a:avLst>
              <a:gd name="adj" fmla="val 18662"/>
            </a:avLst>
          </a:prstGeom>
          <a:gradFill flip="none" rotWithShape="1">
            <a:gsLst>
              <a:gs pos="0">
                <a:srgbClr val="F7F7F7"/>
              </a:gs>
              <a:gs pos="100000">
                <a:srgbClr val="D9D9D9"/>
              </a:gs>
            </a:gsLst>
            <a:lin ang="2700000" scaled="0"/>
          </a:gradFill>
          <a:ln w="19050" cap="flat">
            <a:solidFill>
              <a:srgbClr val="E3E3E3"/>
            </a:solidFill>
            <a:prstDash val="solid"/>
            <a:miter lim="800000"/>
          </a:ln>
          <a:effectLst>
            <a:outerShdw sx="100000" sy="100000" kx="0" ky="0" algn="b" rotWithShape="0" blurRad="114300" dist="50800" dir="2700000">
              <a:srgbClr val="000000">
                <a:alpha val="25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6" name="椭圆 6"/>
          <p:cNvSpPr/>
          <p:nvPr/>
        </p:nvSpPr>
        <p:spPr xmlns:m="http://schemas.openxmlformats.org/officeDocument/2006/math" xmlns:a14="http://schemas.microsoft.com/office/drawing/2010/main">
          <a:xfrm>
            <a:off x="4281566" y="2464750"/>
            <a:ext cx="1176345" cy="1176345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100000">
                <a:srgbClr val="FFFFFF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7" name="椭圆 7"/>
          <p:cNvSpPr/>
          <p:nvPr/>
        </p:nvSpPr>
        <p:spPr xmlns:m="http://schemas.openxmlformats.org/officeDocument/2006/math" xmlns:a14="http://schemas.microsoft.com/office/drawing/2010/main">
          <a:xfrm>
            <a:off x="4393995" y="2577179"/>
            <a:ext cx="951487" cy="95148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8" name="椭圆 8"/>
          <p:cNvSpPr/>
          <p:nvPr/>
        </p:nvSpPr>
        <p:spPr xmlns:m="http://schemas.openxmlformats.org/officeDocument/2006/math" xmlns:a14="http://schemas.microsoft.com/office/drawing/2010/main">
          <a:xfrm>
            <a:off x="4432475" y="2615659"/>
            <a:ext cx="874525" cy="874525"/>
          </a:xfrm>
          <a:prstGeom prst="ellipse">
            <a:avLst/>
          </a:prstGeom>
          <a:gradFill flip="none" rotWithShape="1">
            <a:gsLst>
              <a:gs pos="0">
                <a:srgbClr val="F7F7F7"/>
              </a:gs>
              <a:gs pos="100000">
                <a:srgbClr val="D1D1D1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9" name="椭圆 9"/>
          <p:cNvSpPr/>
          <p:nvPr/>
        </p:nvSpPr>
        <p:spPr xmlns:m="http://schemas.openxmlformats.org/officeDocument/2006/math" xmlns:a14="http://schemas.microsoft.com/office/drawing/2010/main">
          <a:xfrm>
            <a:off x="4475558" y="2658742"/>
            <a:ext cx="788359" cy="788359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D1D1D1"/>
              </a:gs>
            </a:gsLst>
            <a:lin ang="2700000" scaled="0"/>
          </a:gradFill>
          <a:ln w="28575" cap="flat">
            <a:solidFill>
              <a:srgbClr val="DFDFD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0" name="圆角矩形 11"/>
          <p:cNvSpPr/>
          <p:nvPr/>
        </p:nvSpPr>
        <p:spPr xmlns:m="http://schemas.openxmlformats.org/officeDocument/2006/math" xmlns:a14="http://schemas.microsoft.com/office/drawing/2010/main">
          <a:xfrm>
            <a:off x="6419139" y="2354423"/>
            <a:ext cx="1397001" cy="1397001"/>
          </a:xfrm>
          <a:prstGeom prst="roundRect">
            <a:avLst>
              <a:gd name="adj" fmla="val 18662"/>
            </a:avLst>
          </a:prstGeom>
          <a:gradFill flip="none" rotWithShape="1">
            <a:gsLst>
              <a:gs pos="0">
                <a:srgbClr val="F7F7F7"/>
              </a:gs>
              <a:gs pos="100000">
                <a:srgbClr val="D9D9D9"/>
              </a:gs>
            </a:gsLst>
            <a:lin ang="2700000" scaled="0"/>
          </a:gradFill>
          <a:ln w="19050" cap="flat">
            <a:solidFill>
              <a:srgbClr val="E3E3E3"/>
            </a:solidFill>
            <a:prstDash val="solid"/>
            <a:miter lim="800000"/>
          </a:ln>
          <a:effectLst>
            <a:outerShdw sx="100000" sy="100000" kx="0" ky="0" algn="b" rotWithShape="0" blurRad="114300" dist="50800" dir="2700000">
              <a:srgbClr val="000000">
                <a:alpha val="25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1" name="椭圆 13"/>
          <p:cNvSpPr/>
          <p:nvPr/>
        </p:nvSpPr>
        <p:spPr xmlns:m="http://schemas.openxmlformats.org/officeDocument/2006/math" xmlns:a14="http://schemas.microsoft.com/office/drawing/2010/main">
          <a:xfrm>
            <a:off x="6529466" y="2464750"/>
            <a:ext cx="1176345" cy="1176345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100000">
                <a:srgbClr val="FFFFFF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2" name="椭圆 14"/>
          <p:cNvSpPr/>
          <p:nvPr/>
        </p:nvSpPr>
        <p:spPr xmlns:m="http://schemas.openxmlformats.org/officeDocument/2006/math" xmlns:a14="http://schemas.microsoft.com/office/drawing/2010/main">
          <a:xfrm>
            <a:off x="6641895" y="2577179"/>
            <a:ext cx="951487" cy="95148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3" name="椭圆 15"/>
          <p:cNvSpPr/>
          <p:nvPr/>
        </p:nvSpPr>
        <p:spPr xmlns:m="http://schemas.openxmlformats.org/officeDocument/2006/math" xmlns:a14="http://schemas.microsoft.com/office/drawing/2010/main">
          <a:xfrm>
            <a:off x="6680375" y="2615659"/>
            <a:ext cx="874525" cy="874525"/>
          </a:xfrm>
          <a:prstGeom prst="ellipse">
            <a:avLst/>
          </a:prstGeom>
          <a:gradFill flip="none" rotWithShape="1">
            <a:gsLst>
              <a:gs pos="0">
                <a:srgbClr val="F7F7F7"/>
              </a:gs>
              <a:gs pos="100000">
                <a:srgbClr val="D1D1D1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4" name="椭圆 16"/>
          <p:cNvSpPr/>
          <p:nvPr/>
        </p:nvSpPr>
        <p:spPr xmlns:m="http://schemas.openxmlformats.org/officeDocument/2006/math" xmlns:a14="http://schemas.microsoft.com/office/drawing/2010/main">
          <a:xfrm>
            <a:off x="6723458" y="2658742"/>
            <a:ext cx="788359" cy="788359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D1D1D1"/>
              </a:gs>
            </a:gsLst>
            <a:lin ang="2700000" scaled="0"/>
          </a:gradFill>
          <a:ln w="28575" cap="flat">
            <a:solidFill>
              <a:srgbClr val="DFDFD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5" name="圆角矩形 18"/>
          <p:cNvSpPr/>
          <p:nvPr/>
        </p:nvSpPr>
        <p:spPr xmlns:m="http://schemas.openxmlformats.org/officeDocument/2006/math" xmlns:a14="http://schemas.microsoft.com/office/drawing/2010/main">
          <a:xfrm>
            <a:off x="8667039" y="2354423"/>
            <a:ext cx="1397001" cy="1397001"/>
          </a:xfrm>
          <a:prstGeom prst="roundRect">
            <a:avLst>
              <a:gd name="adj" fmla="val 18662"/>
            </a:avLst>
          </a:prstGeom>
          <a:gradFill flip="none" rotWithShape="1">
            <a:gsLst>
              <a:gs pos="0">
                <a:srgbClr val="F7F7F7"/>
              </a:gs>
              <a:gs pos="100000">
                <a:srgbClr val="D9D9D9"/>
              </a:gs>
            </a:gsLst>
            <a:lin ang="2700000" scaled="0"/>
          </a:gradFill>
          <a:ln w="19050" cap="flat">
            <a:solidFill>
              <a:srgbClr val="E3E3E3"/>
            </a:solidFill>
            <a:prstDash val="solid"/>
            <a:miter lim="800000"/>
          </a:ln>
          <a:effectLst>
            <a:outerShdw sx="100000" sy="100000" kx="0" ky="0" algn="b" rotWithShape="0" blurRad="114300" dist="50800" dir="2700000">
              <a:srgbClr val="000000">
                <a:alpha val="25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6" name="椭圆 20"/>
          <p:cNvSpPr/>
          <p:nvPr/>
        </p:nvSpPr>
        <p:spPr xmlns:m="http://schemas.openxmlformats.org/officeDocument/2006/math" xmlns:a14="http://schemas.microsoft.com/office/drawing/2010/main">
          <a:xfrm>
            <a:off x="8777366" y="2464750"/>
            <a:ext cx="1176345" cy="1176345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100000">
                <a:srgbClr val="FFFFFF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7" name="椭圆 21"/>
          <p:cNvSpPr/>
          <p:nvPr/>
        </p:nvSpPr>
        <p:spPr xmlns:m="http://schemas.openxmlformats.org/officeDocument/2006/math" xmlns:a14="http://schemas.microsoft.com/office/drawing/2010/main">
          <a:xfrm>
            <a:off x="8889795" y="2577179"/>
            <a:ext cx="951487" cy="95148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8" name="椭圆 22"/>
          <p:cNvSpPr/>
          <p:nvPr/>
        </p:nvSpPr>
        <p:spPr xmlns:m="http://schemas.openxmlformats.org/officeDocument/2006/math" xmlns:a14="http://schemas.microsoft.com/office/drawing/2010/main">
          <a:xfrm>
            <a:off x="8928275" y="2615659"/>
            <a:ext cx="874525" cy="874525"/>
          </a:xfrm>
          <a:prstGeom prst="ellipse">
            <a:avLst/>
          </a:prstGeom>
          <a:gradFill flip="none" rotWithShape="1">
            <a:gsLst>
              <a:gs pos="0">
                <a:srgbClr val="F7F7F7"/>
              </a:gs>
              <a:gs pos="100000">
                <a:srgbClr val="D1D1D1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9" name="椭圆 23"/>
          <p:cNvSpPr/>
          <p:nvPr/>
        </p:nvSpPr>
        <p:spPr xmlns:m="http://schemas.openxmlformats.org/officeDocument/2006/math" xmlns:a14="http://schemas.microsoft.com/office/drawing/2010/main">
          <a:xfrm>
            <a:off x="8971358" y="2658742"/>
            <a:ext cx="788359" cy="788359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D1D1D1"/>
              </a:gs>
            </a:gsLst>
            <a:lin ang="2700000" scaled="0"/>
          </a:gradFill>
          <a:ln w="28575" cap="flat">
            <a:solidFill>
              <a:srgbClr val="DFDFD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0" name="圆角矩形 25"/>
          <p:cNvSpPr/>
          <p:nvPr/>
        </p:nvSpPr>
        <p:spPr xmlns:m="http://schemas.openxmlformats.org/officeDocument/2006/math" xmlns:a14="http://schemas.microsoft.com/office/drawing/2010/main">
          <a:xfrm>
            <a:off x="1923339" y="2354423"/>
            <a:ext cx="1397001" cy="1397001"/>
          </a:xfrm>
          <a:prstGeom prst="roundRect">
            <a:avLst>
              <a:gd name="adj" fmla="val 18662"/>
            </a:avLst>
          </a:prstGeom>
          <a:gradFill flip="none" rotWithShape="1">
            <a:gsLst>
              <a:gs pos="0">
                <a:srgbClr val="F7F7F7"/>
              </a:gs>
              <a:gs pos="100000">
                <a:srgbClr val="D9D9D9"/>
              </a:gs>
            </a:gsLst>
            <a:lin ang="2700000" scaled="0"/>
          </a:gradFill>
          <a:ln w="19050" cap="flat">
            <a:solidFill>
              <a:srgbClr val="E3E3E3"/>
            </a:solidFill>
            <a:prstDash val="solid"/>
            <a:miter lim="800000"/>
          </a:ln>
          <a:effectLst>
            <a:outerShdw sx="100000" sy="100000" kx="0" ky="0" algn="b" rotWithShape="0" blurRad="114300" dist="50800" dir="2700000">
              <a:srgbClr val="000000">
                <a:alpha val="25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1" name="椭圆 27"/>
          <p:cNvSpPr/>
          <p:nvPr/>
        </p:nvSpPr>
        <p:spPr xmlns:m="http://schemas.openxmlformats.org/officeDocument/2006/math" xmlns:a14="http://schemas.microsoft.com/office/drawing/2010/main">
          <a:xfrm>
            <a:off x="2033666" y="2464750"/>
            <a:ext cx="1176345" cy="1176345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100000">
                <a:srgbClr val="FFFFFF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2" name="椭圆 28"/>
          <p:cNvSpPr/>
          <p:nvPr/>
        </p:nvSpPr>
        <p:spPr xmlns:m="http://schemas.openxmlformats.org/officeDocument/2006/math" xmlns:a14="http://schemas.microsoft.com/office/drawing/2010/main">
          <a:xfrm>
            <a:off x="2146095" y="2577179"/>
            <a:ext cx="951487" cy="95148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3" name="椭圆 29"/>
          <p:cNvSpPr/>
          <p:nvPr/>
        </p:nvSpPr>
        <p:spPr xmlns:m="http://schemas.openxmlformats.org/officeDocument/2006/math" xmlns:a14="http://schemas.microsoft.com/office/drawing/2010/main">
          <a:xfrm>
            <a:off x="2184575" y="2615659"/>
            <a:ext cx="874525" cy="874525"/>
          </a:xfrm>
          <a:prstGeom prst="ellipse">
            <a:avLst/>
          </a:prstGeom>
          <a:gradFill flip="none" rotWithShape="1">
            <a:gsLst>
              <a:gs pos="0">
                <a:srgbClr val="F7F7F7"/>
              </a:gs>
              <a:gs pos="100000">
                <a:srgbClr val="D1D1D1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4" name="椭圆 30"/>
          <p:cNvSpPr/>
          <p:nvPr/>
        </p:nvSpPr>
        <p:spPr xmlns:m="http://schemas.openxmlformats.org/officeDocument/2006/math" xmlns:a14="http://schemas.microsoft.com/office/drawing/2010/main">
          <a:xfrm>
            <a:off x="2227658" y="2658742"/>
            <a:ext cx="788359" cy="788359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D1D1D1"/>
              </a:gs>
            </a:gsLst>
            <a:lin ang="2700000" scaled="0"/>
          </a:gradFill>
          <a:ln w="28575" cap="flat">
            <a:solidFill>
              <a:srgbClr val="DFDFD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5" name="Freeform 5"/>
          <p:cNvSpPr/>
          <p:nvPr/>
        </p:nvSpPr>
        <p:spPr xmlns:m="http://schemas.openxmlformats.org/officeDocument/2006/math" xmlns:a14="http://schemas.microsoft.com/office/drawing/2010/main">
          <a:xfrm>
            <a:off x="2567424" y="2878964"/>
            <a:ext cx="135550" cy="1215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818" y="21600"/>
                </a:moveTo>
                <a:cubicBezTo>
                  <a:pt x="9818" y="21600"/>
                  <a:pt x="9818" y="21600"/>
                  <a:pt x="9818" y="21600"/>
                </a:cubicBezTo>
                <a:cubicBezTo>
                  <a:pt x="15709" y="21600"/>
                  <a:pt x="21600" y="17280"/>
                  <a:pt x="21600" y="10800"/>
                </a:cubicBezTo>
                <a:cubicBezTo>
                  <a:pt x="21600" y="4320"/>
                  <a:pt x="15709" y="0"/>
                  <a:pt x="9818" y="0"/>
                </a:cubicBezTo>
                <a:cubicBezTo>
                  <a:pt x="9818" y="0"/>
                  <a:pt x="9818" y="0"/>
                  <a:pt x="9818" y="0"/>
                </a:cubicBezTo>
                <a:cubicBezTo>
                  <a:pt x="3927" y="2160"/>
                  <a:pt x="0" y="6480"/>
                  <a:pt x="0" y="10800"/>
                </a:cubicBezTo>
                <a:cubicBezTo>
                  <a:pt x="0" y="17280"/>
                  <a:pt x="3927" y="21600"/>
                  <a:pt x="9818" y="2160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6" name="Freeform 6"/>
          <p:cNvSpPr/>
          <p:nvPr/>
        </p:nvSpPr>
        <p:spPr xmlns:m="http://schemas.openxmlformats.org/officeDocument/2006/math" xmlns:a14="http://schemas.microsoft.com/office/drawing/2010/main">
          <a:xfrm>
            <a:off x="2478616" y="3023863"/>
            <a:ext cx="296029" cy="1916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75" h="21600" fill="norm" stroke="1" extrusionOk="0">
                <a:moveTo>
                  <a:pt x="20700" y="4050"/>
                </a:moveTo>
                <a:cubicBezTo>
                  <a:pt x="19800" y="1350"/>
                  <a:pt x="18000" y="0"/>
                  <a:pt x="17100" y="0"/>
                </a:cubicBezTo>
                <a:cubicBezTo>
                  <a:pt x="17100" y="0"/>
                  <a:pt x="17100" y="0"/>
                  <a:pt x="17100" y="0"/>
                </a:cubicBezTo>
                <a:cubicBezTo>
                  <a:pt x="15300" y="0"/>
                  <a:pt x="15300" y="0"/>
                  <a:pt x="15300" y="0"/>
                </a:cubicBezTo>
                <a:cubicBezTo>
                  <a:pt x="13500" y="6750"/>
                  <a:pt x="13500" y="6750"/>
                  <a:pt x="13500" y="6750"/>
                </a:cubicBezTo>
                <a:cubicBezTo>
                  <a:pt x="10800" y="14850"/>
                  <a:pt x="10800" y="14850"/>
                  <a:pt x="10800" y="14850"/>
                </a:cubicBezTo>
                <a:cubicBezTo>
                  <a:pt x="12600" y="9450"/>
                  <a:pt x="12600" y="9450"/>
                  <a:pt x="12600" y="9450"/>
                </a:cubicBezTo>
                <a:cubicBezTo>
                  <a:pt x="11700" y="1350"/>
                  <a:pt x="11700" y="1350"/>
                  <a:pt x="11700" y="1350"/>
                </a:cubicBezTo>
                <a:cubicBezTo>
                  <a:pt x="11700" y="1350"/>
                  <a:pt x="11700" y="1350"/>
                  <a:pt x="11700" y="1350"/>
                </a:cubicBezTo>
                <a:cubicBezTo>
                  <a:pt x="11700" y="0"/>
                  <a:pt x="117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1350"/>
                </a:cubicBezTo>
                <a:cubicBezTo>
                  <a:pt x="10800" y="1350"/>
                  <a:pt x="10800" y="1350"/>
                  <a:pt x="10800" y="1350"/>
                </a:cubicBezTo>
                <a:cubicBezTo>
                  <a:pt x="9900" y="9450"/>
                  <a:pt x="9900" y="9450"/>
                  <a:pt x="9900" y="9450"/>
                </a:cubicBezTo>
                <a:cubicBezTo>
                  <a:pt x="9000" y="6750"/>
                  <a:pt x="9000" y="6750"/>
                  <a:pt x="9000" y="6750"/>
                </a:cubicBezTo>
                <a:cubicBezTo>
                  <a:pt x="7200" y="0"/>
                  <a:pt x="7200" y="0"/>
                  <a:pt x="7200" y="0"/>
                </a:cubicBezTo>
                <a:cubicBezTo>
                  <a:pt x="4500" y="0"/>
                  <a:pt x="4500" y="0"/>
                  <a:pt x="4500" y="0"/>
                </a:cubicBezTo>
                <a:cubicBezTo>
                  <a:pt x="4500" y="0"/>
                  <a:pt x="4500" y="0"/>
                  <a:pt x="4500" y="0"/>
                </a:cubicBezTo>
                <a:cubicBezTo>
                  <a:pt x="2700" y="0"/>
                  <a:pt x="1800" y="1350"/>
                  <a:pt x="900" y="4050"/>
                </a:cubicBezTo>
                <a:cubicBezTo>
                  <a:pt x="0" y="6750"/>
                  <a:pt x="0" y="14850"/>
                  <a:pt x="0" y="21600"/>
                </a:cubicBezTo>
                <a:cubicBezTo>
                  <a:pt x="3600" y="21600"/>
                  <a:pt x="3600" y="21600"/>
                  <a:pt x="3600" y="21600"/>
                </a:cubicBezTo>
                <a:cubicBezTo>
                  <a:pt x="3600" y="8100"/>
                  <a:pt x="3600" y="8100"/>
                  <a:pt x="3600" y="8100"/>
                </a:cubicBezTo>
                <a:cubicBezTo>
                  <a:pt x="3600" y="8100"/>
                  <a:pt x="3600" y="8100"/>
                  <a:pt x="4500" y="8100"/>
                </a:cubicBezTo>
                <a:cubicBezTo>
                  <a:pt x="4500" y="21600"/>
                  <a:pt x="4500" y="21600"/>
                  <a:pt x="4500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7100" y="21600"/>
                  <a:pt x="17100" y="21600"/>
                  <a:pt x="17100" y="21600"/>
                </a:cubicBezTo>
                <a:cubicBezTo>
                  <a:pt x="17100" y="8100"/>
                  <a:pt x="17100" y="8100"/>
                  <a:pt x="17100" y="8100"/>
                </a:cubicBezTo>
                <a:cubicBezTo>
                  <a:pt x="17100" y="8100"/>
                  <a:pt x="17100" y="8100"/>
                  <a:pt x="17100" y="8100"/>
                </a:cubicBezTo>
                <a:cubicBezTo>
                  <a:pt x="17100" y="8100"/>
                  <a:pt x="18000" y="8100"/>
                  <a:pt x="18000" y="8100"/>
                </a:cubicBezTo>
                <a:cubicBezTo>
                  <a:pt x="18000" y="21600"/>
                  <a:pt x="18000" y="21600"/>
                  <a:pt x="18000" y="21600"/>
                </a:cubicBezTo>
                <a:cubicBezTo>
                  <a:pt x="20700" y="21600"/>
                  <a:pt x="20700" y="21600"/>
                  <a:pt x="20700" y="21600"/>
                </a:cubicBezTo>
                <a:cubicBezTo>
                  <a:pt x="21600" y="14850"/>
                  <a:pt x="21600" y="6750"/>
                  <a:pt x="20700" y="405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7" name="Freeform 7"/>
          <p:cNvSpPr/>
          <p:nvPr/>
        </p:nvSpPr>
        <p:spPr xmlns:m="http://schemas.openxmlformats.org/officeDocument/2006/math" xmlns:a14="http://schemas.microsoft.com/office/drawing/2010/main">
          <a:xfrm>
            <a:off x="2567424" y="2864942"/>
            <a:ext cx="135550" cy="1215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818" y="21600"/>
                </a:moveTo>
                <a:cubicBezTo>
                  <a:pt x="9818" y="21600"/>
                  <a:pt x="9818" y="21600"/>
                  <a:pt x="9818" y="21600"/>
                </a:cubicBezTo>
                <a:cubicBezTo>
                  <a:pt x="15709" y="21600"/>
                  <a:pt x="21600" y="17280"/>
                  <a:pt x="21600" y="10800"/>
                </a:cubicBezTo>
                <a:cubicBezTo>
                  <a:pt x="21600" y="4320"/>
                  <a:pt x="15709" y="0"/>
                  <a:pt x="9818" y="0"/>
                </a:cubicBezTo>
                <a:cubicBezTo>
                  <a:pt x="9818" y="0"/>
                  <a:pt x="9818" y="0"/>
                  <a:pt x="9818" y="0"/>
                </a:cubicBezTo>
                <a:cubicBezTo>
                  <a:pt x="3927" y="2160"/>
                  <a:pt x="0" y="6480"/>
                  <a:pt x="0" y="10800"/>
                </a:cubicBezTo>
                <a:cubicBezTo>
                  <a:pt x="0" y="17280"/>
                  <a:pt x="3927" y="21600"/>
                  <a:pt x="9818" y="2160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8" name="Freeform 8"/>
          <p:cNvSpPr/>
          <p:nvPr/>
        </p:nvSpPr>
        <p:spPr xmlns:m="http://schemas.openxmlformats.org/officeDocument/2006/math" xmlns:a14="http://schemas.microsoft.com/office/drawing/2010/main">
          <a:xfrm>
            <a:off x="2478616" y="3009841"/>
            <a:ext cx="296029" cy="1963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75" h="21600" fill="norm" stroke="1" extrusionOk="0">
                <a:moveTo>
                  <a:pt x="20700" y="4050"/>
                </a:moveTo>
                <a:cubicBezTo>
                  <a:pt x="19800" y="1350"/>
                  <a:pt x="18000" y="0"/>
                  <a:pt x="17100" y="0"/>
                </a:cubicBezTo>
                <a:cubicBezTo>
                  <a:pt x="17100" y="0"/>
                  <a:pt x="17100" y="0"/>
                  <a:pt x="17100" y="0"/>
                </a:cubicBezTo>
                <a:cubicBezTo>
                  <a:pt x="15300" y="0"/>
                  <a:pt x="15300" y="0"/>
                  <a:pt x="15300" y="0"/>
                </a:cubicBezTo>
                <a:cubicBezTo>
                  <a:pt x="13500" y="6750"/>
                  <a:pt x="13500" y="6750"/>
                  <a:pt x="13500" y="6750"/>
                </a:cubicBezTo>
                <a:cubicBezTo>
                  <a:pt x="10800" y="14850"/>
                  <a:pt x="10800" y="14850"/>
                  <a:pt x="10800" y="14850"/>
                </a:cubicBezTo>
                <a:cubicBezTo>
                  <a:pt x="12600" y="9450"/>
                  <a:pt x="12600" y="9450"/>
                  <a:pt x="12600" y="9450"/>
                </a:cubicBezTo>
                <a:cubicBezTo>
                  <a:pt x="11700" y="1350"/>
                  <a:pt x="11700" y="1350"/>
                  <a:pt x="11700" y="1350"/>
                </a:cubicBezTo>
                <a:cubicBezTo>
                  <a:pt x="11700" y="1350"/>
                  <a:pt x="11700" y="1350"/>
                  <a:pt x="11700" y="1350"/>
                </a:cubicBezTo>
                <a:cubicBezTo>
                  <a:pt x="11700" y="0"/>
                  <a:pt x="117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1350"/>
                </a:cubicBezTo>
                <a:cubicBezTo>
                  <a:pt x="10800" y="1350"/>
                  <a:pt x="10800" y="1350"/>
                  <a:pt x="10800" y="1350"/>
                </a:cubicBezTo>
                <a:cubicBezTo>
                  <a:pt x="9900" y="9450"/>
                  <a:pt x="9900" y="9450"/>
                  <a:pt x="9900" y="9450"/>
                </a:cubicBezTo>
                <a:cubicBezTo>
                  <a:pt x="9000" y="6750"/>
                  <a:pt x="9000" y="6750"/>
                  <a:pt x="9000" y="6750"/>
                </a:cubicBezTo>
                <a:cubicBezTo>
                  <a:pt x="7200" y="0"/>
                  <a:pt x="7200" y="0"/>
                  <a:pt x="7200" y="0"/>
                </a:cubicBezTo>
                <a:cubicBezTo>
                  <a:pt x="4500" y="0"/>
                  <a:pt x="4500" y="0"/>
                  <a:pt x="4500" y="0"/>
                </a:cubicBezTo>
                <a:cubicBezTo>
                  <a:pt x="4500" y="0"/>
                  <a:pt x="4500" y="0"/>
                  <a:pt x="4500" y="0"/>
                </a:cubicBezTo>
                <a:cubicBezTo>
                  <a:pt x="2700" y="0"/>
                  <a:pt x="1800" y="1350"/>
                  <a:pt x="900" y="4050"/>
                </a:cubicBezTo>
                <a:cubicBezTo>
                  <a:pt x="0" y="6750"/>
                  <a:pt x="0" y="14850"/>
                  <a:pt x="0" y="21600"/>
                </a:cubicBezTo>
                <a:cubicBezTo>
                  <a:pt x="3600" y="21600"/>
                  <a:pt x="3600" y="21600"/>
                  <a:pt x="3600" y="21600"/>
                </a:cubicBezTo>
                <a:cubicBezTo>
                  <a:pt x="3600" y="8100"/>
                  <a:pt x="3600" y="8100"/>
                  <a:pt x="3600" y="8100"/>
                </a:cubicBezTo>
                <a:cubicBezTo>
                  <a:pt x="3600" y="8100"/>
                  <a:pt x="3600" y="8100"/>
                  <a:pt x="4500" y="8100"/>
                </a:cubicBezTo>
                <a:cubicBezTo>
                  <a:pt x="4500" y="21600"/>
                  <a:pt x="4500" y="21600"/>
                  <a:pt x="4500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7100" y="21600"/>
                  <a:pt x="17100" y="21600"/>
                  <a:pt x="17100" y="21600"/>
                </a:cubicBezTo>
                <a:cubicBezTo>
                  <a:pt x="17100" y="8100"/>
                  <a:pt x="17100" y="8100"/>
                  <a:pt x="17100" y="8100"/>
                </a:cubicBezTo>
                <a:cubicBezTo>
                  <a:pt x="17100" y="8100"/>
                  <a:pt x="17100" y="8100"/>
                  <a:pt x="17100" y="8100"/>
                </a:cubicBezTo>
                <a:cubicBezTo>
                  <a:pt x="17100" y="8100"/>
                  <a:pt x="18000" y="8100"/>
                  <a:pt x="18000" y="8100"/>
                </a:cubicBezTo>
                <a:cubicBezTo>
                  <a:pt x="18000" y="21600"/>
                  <a:pt x="18000" y="21600"/>
                  <a:pt x="18000" y="21600"/>
                </a:cubicBezTo>
                <a:cubicBezTo>
                  <a:pt x="20700" y="21600"/>
                  <a:pt x="20700" y="21600"/>
                  <a:pt x="20700" y="21600"/>
                </a:cubicBezTo>
                <a:cubicBezTo>
                  <a:pt x="21600" y="14850"/>
                  <a:pt x="21600" y="6750"/>
                  <a:pt x="20700" y="405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9" name="Rectangle 19"/>
          <p:cNvSpPr/>
          <p:nvPr/>
        </p:nvSpPr>
        <p:spPr xmlns:m="http://schemas.openxmlformats.org/officeDocument/2006/math" xmlns:a14="http://schemas.microsoft.com/office/drawing/2010/main">
          <a:xfrm>
            <a:off x="4704762" y="3072774"/>
            <a:ext cx="69983" cy="123150"/>
          </a:xfrm>
          <a:prstGeom prst="rect">
            <a:avLst/>
          </a:pr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0" name="Rectangle 20"/>
          <p:cNvSpPr/>
          <p:nvPr/>
        </p:nvSpPr>
        <p:spPr xmlns:m="http://schemas.openxmlformats.org/officeDocument/2006/math" xmlns:a14="http://schemas.microsoft.com/office/drawing/2010/main">
          <a:xfrm>
            <a:off x="4792648" y="3055956"/>
            <a:ext cx="69983" cy="139968"/>
          </a:xfrm>
          <a:prstGeom prst="rect">
            <a:avLst/>
          </a:pr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1" name="Rectangle 21"/>
          <p:cNvSpPr/>
          <p:nvPr/>
        </p:nvSpPr>
        <p:spPr xmlns:m="http://schemas.openxmlformats.org/officeDocument/2006/math" xmlns:a14="http://schemas.microsoft.com/office/drawing/2010/main">
          <a:xfrm>
            <a:off x="4882163" y="3032628"/>
            <a:ext cx="69983" cy="163296"/>
          </a:xfrm>
          <a:prstGeom prst="rect">
            <a:avLst/>
          </a:pr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2" name="Rectangle 22"/>
          <p:cNvSpPr/>
          <p:nvPr/>
        </p:nvSpPr>
        <p:spPr xmlns:m="http://schemas.openxmlformats.org/officeDocument/2006/math" xmlns:a14="http://schemas.microsoft.com/office/drawing/2010/main">
          <a:xfrm>
            <a:off x="4968965" y="3003875"/>
            <a:ext cx="69983" cy="192049"/>
          </a:xfrm>
          <a:prstGeom prst="rect">
            <a:avLst/>
          </a:pr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3" name="Freeform 23"/>
          <p:cNvSpPr/>
          <p:nvPr/>
        </p:nvSpPr>
        <p:spPr xmlns:m="http://schemas.openxmlformats.org/officeDocument/2006/math" xmlns:a14="http://schemas.microsoft.com/office/drawing/2010/main">
          <a:xfrm>
            <a:off x="4751417" y="2884523"/>
            <a:ext cx="200730" cy="1138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787" fill="norm" stroke="1" extrusionOk="0">
                <a:moveTo>
                  <a:pt x="13099" y="4014"/>
                </a:moveTo>
                <a:cubicBezTo>
                  <a:pt x="11845" y="6308"/>
                  <a:pt x="7386" y="12998"/>
                  <a:pt x="0" y="13763"/>
                </a:cubicBezTo>
                <a:cubicBezTo>
                  <a:pt x="0" y="13763"/>
                  <a:pt x="4320" y="21600"/>
                  <a:pt x="15886" y="12042"/>
                </a:cubicBezTo>
                <a:cubicBezTo>
                  <a:pt x="17001" y="15674"/>
                  <a:pt x="17001" y="15674"/>
                  <a:pt x="17001" y="15674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1845" y="382"/>
                  <a:pt x="11845" y="382"/>
                  <a:pt x="11845" y="382"/>
                </a:cubicBezTo>
                <a:lnTo>
                  <a:pt x="13099" y="4014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4" name="Freeform 14"/>
          <p:cNvSpPr/>
          <p:nvPr/>
        </p:nvSpPr>
        <p:spPr xmlns:m="http://schemas.openxmlformats.org/officeDocument/2006/math" xmlns:a14="http://schemas.microsoft.com/office/drawing/2010/main">
          <a:xfrm>
            <a:off x="6942967" y="2870436"/>
            <a:ext cx="354954" cy="354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307"/>
                </a:moveTo>
                <a:cubicBezTo>
                  <a:pt x="0" y="10486"/>
                  <a:pt x="0" y="10666"/>
                  <a:pt x="0" y="10845"/>
                </a:cubicBezTo>
                <a:cubicBezTo>
                  <a:pt x="0" y="16760"/>
                  <a:pt x="4840" y="21600"/>
                  <a:pt x="10845" y="21600"/>
                </a:cubicBezTo>
                <a:cubicBezTo>
                  <a:pt x="16760" y="21600"/>
                  <a:pt x="21600" y="16760"/>
                  <a:pt x="21600" y="10845"/>
                </a:cubicBezTo>
                <a:cubicBezTo>
                  <a:pt x="21600" y="4840"/>
                  <a:pt x="16760" y="0"/>
                  <a:pt x="10845" y="0"/>
                </a:cubicBezTo>
                <a:cubicBezTo>
                  <a:pt x="10845" y="10307"/>
                  <a:pt x="10845" y="10307"/>
                  <a:pt x="10845" y="10307"/>
                </a:cubicBezTo>
                <a:lnTo>
                  <a:pt x="0" y="10307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5" name="Freeform 15"/>
          <p:cNvSpPr/>
          <p:nvPr/>
        </p:nvSpPr>
        <p:spPr xmlns:m="http://schemas.openxmlformats.org/officeDocument/2006/math" xmlns:a14="http://schemas.microsoft.com/office/drawing/2010/main">
          <a:xfrm>
            <a:off x="6933125" y="2855672"/>
            <a:ext cx="169172" cy="1679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21600" y="21600"/>
                  <a:pt x="21600" y="21600"/>
                  <a:pt x="21600" y="21600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9579" y="0"/>
                  <a:pt x="0" y="9663"/>
                  <a:pt x="0" y="21600"/>
                </a:cubicBezTo>
                <a:close/>
                <a:moveTo>
                  <a:pt x="2817" y="19705"/>
                </a:moveTo>
                <a:cubicBezTo>
                  <a:pt x="2817" y="10232"/>
                  <a:pt x="10330" y="2653"/>
                  <a:pt x="19534" y="2653"/>
                </a:cubicBezTo>
                <a:cubicBezTo>
                  <a:pt x="19534" y="19705"/>
                  <a:pt x="19534" y="19705"/>
                  <a:pt x="19534" y="19705"/>
                </a:cubicBezTo>
                <a:lnTo>
                  <a:pt x="2817" y="19705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6" name="Freeform 502"/>
          <p:cNvSpPr/>
          <p:nvPr/>
        </p:nvSpPr>
        <p:spPr xmlns:m="http://schemas.openxmlformats.org/officeDocument/2006/math" xmlns:a14="http://schemas.microsoft.com/office/drawing/2010/main">
          <a:xfrm>
            <a:off x="9186768" y="3059495"/>
            <a:ext cx="144021" cy="1683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40" y="0"/>
                </a:moveTo>
                <a:cubicBezTo>
                  <a:pt x="20160" y="0"/>
                  <a:pt x="20160" y="0"/>
                  <a:pt x="20160" y="0"/>
                </a:cubicBezTo>
                <a:cubicBezTo>
                  <a:pt x="20880" y="0"/>
                  <a:pt x="21600" y="617"/>
                  <a:pt x="21600" y="617"/>
                </a:cubicBezTo>
                <a:cubicBezTo>
                  <a:pt x="21600" y="1234"/>
                  <a:pt x="20880" y="1851"/>
                  <a:pt x="20160" y="1851"/>
                </a:cubicBezTo>
                <a:cubicBezTo>
                  <a:pt x="2160" y="1851"/>
                  <a:pt x="2160" y="1851"/>
                  <a:pt x="2160" y="1851"/>
                </a:cubicBezTo>
                <a:cubicBezTo>
                  <a:pt x="2160" y="20366"/>
                  <a:pt x="2160" y="20366"/>
                  <a:pt x="2160" y="20366"/>
                </a:cubicBezTo>
                <a:cubicBezTo>
                  <a:pt x="2160" y="20983"/>
                  <a:pt x="2160" y="21600"/>
                  <a:pt x="1440" y="21600"/>
                </a:cubicBezTo>
                <a:cubicBezTo>
                  <a:pt x="720" y="21600"/>
                  <a:pt x="0" y="20983"/>
                  <a:pt x="0" y="20366"/>
                </a:cubicBezTo>
                <a:cubicBezTo>
                  <a:pt x="0" y="617"/>
                  <a:pt x="0" y="617"/>
                  <a:pt x="0" y="617"/>
                </a:cubicBezTo>
                <a:cubicBezTo>
                  <a:pt x="0" y="617"/>
                  <a:pt x="720" y="0"/>
                  <a:pt x="1440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7" name="Freeform 503"/>
          <p:cNvSpPr/>
          <p:nvPr/>
        </p:nvSpPr>
        <p:spPr xmlns:m="http://schemas.openxmlformats.org/officeDocument/2006/math" xmlns:a14="http://schemas.microsoft.com/office/drawing/2010/main">
          <a:xfrm>
            <a:off x="9200973" y="2862738"/>
            <a:ext cx="52741" cy="1866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8831"/>
                </a:moveTo>
                <a:cubicBezTo>
                  <a:pt x="21600" y="3323"/>
                  <a:pt x="21600" y="3323"/>
                  <a:pt x="21600" y="3323"/>
                </a:cubicBezTo>
                <a:cubicBezTo>
                  <a:pt x="21600" y="1662"/>
                  <a:pt x="17673" y="0"/>
                  <a:pt x="9818" y="0"/>
                </a:cubicBezTo>
                <a:cubicBezTo>
                  <a:pt x="3927" y="0"/>
                  <a:pt x="0" y="1662"/>
                  <a:pt x="0" y="3323"/>
                </a:cubicBezTo>
                <a:cubicBezTo>
                  <a:pt x="0" y="18831"/>
                  <a:pt x="0" y="18831"/>
                  <a:pt x="0" y="18831"/>
                </a:cubicBezTo>
                <a:cubicBezTo>
                  <a:pt x="0" y="20492"/>
                  <a:pt x="3927" y="21600"/>
                  <a:pt x="9818" y="21600"/>
                </a:cubicBezTo>
                <a:cubicBezTo>
                  <a:pt x="17673" y="21600"/>
                  <a:pt x="21600" y="20492"/>
                  <a:pt x="21600" y="18831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8" name="Freeform 504"/>
          <p:cNvSpPr/>
          <p:nvPr/>
        </p:nvSpPr>
        <p:spPr xmlns:m="http://schemas.openxmlformats.org/officeDocument/2006/math" xmlns:a14="http://schemas.microsoft.com/office/drawing/2010/main">
          <a:xfrm>
            <a:off x="9274659" y="2852596"/>
            <a:ext cx="224501" cy="375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45" h="21600" fill="norm" stroke="1" extrusionOk="0">
                <a:moveTo>
                  <a:pt x="2043" y="19108"/>
                </a:moveTo>
                <a:cubicBezTo>
                  <a:pt x="1124" y="19938"/>
                  <a:pt x="1124" y="21046"/>
                  <a:pt x="2502" y="21323"/>
                </a:cubicBezTo>
                <a:cubicBezTo>
                  <a:pt x="2962" y="21600"/>
                  <a:pt x="3422" y="21600"/>
                  <a:pt x="3881" y="21600"/>
                </a:cubicBezTo>
                <a:cubicBezTo>
                  <a:pt x="4800" y="21600"/>
                  <a:pt x="5719" y="21323"/>
                  <a:pt x="6179" y="21046"/>
                </a:cubicBezTo>
                <a:cubicBezTo>
                  <a:pt x="11694" y="15785"/>
                  <a:pt x="11694" y="15785"/>
                  <a:pt x="11694" y="15785"/>
                </a:cubicBezTo>
                <a:cubicBezTo>
                  <a:pt x="20885" y="15785"/>
                  <a:pt x="20885" y="15785"/>
                  <a:pt x="20885" y="15785"/>
                </a:cubicBezTo>
                <a:cubicBezTo>
                  <a:pt x="21345" y="15785"/>
                  <a:pt x="21345" y="15785"/>
                  <a:pt x="21345" y="15508"/>
                </a:cubicBezTo>
                <a:cubicBezTo>
                  <a:pt x="21345" y="11631"/>
                  <a:pt x="21345" y="11631"/>
                  <a:pt x="21345" y="11631"/>
                </a:cubicBezTo>
                <a:cubicBezTo>
                  <a:pt x="21345" y="8031"/>
                  <a:pt x="18588" y="5262"/>
                  <a:pt x="14451" y="5262"/>
                </a:cubicBezTo>
                <a:cubicBezTo>
                  <a:pt x="13992" y="5262"/>
                  <a:pt x="13532" y="5262"/>
                  <a:pt x="13532" y="5538"/>
                </a:cubicBezTo>
                <a:cubicBezTo>
                  <a:pt x="14911" y="4985"/>
                  <a:pt x="15830" y="3877"/>
                  <a:pt x="15830" y="2769"/>
                </a:cubicBezTo>
                <a:cubicBezTo>
                  <a:pt x="15830" y="1385"/>
                  <a:pt x="13532" y="0"/>
                  <a:pt x="10775" y="0"/>
                </a:cubicBezTo>
                <a:cubicBezTo>
                  <a:pt x="8477" y="0"/>
                  <a:pt x="6179" y="1385"/>
                  <a:pt x="6179" y="2769"/>
                </a:cubicBezTo>
                <a:cubicBezTo>
                  <a:pt x="6179" y="4431"/>
                  <a:pt x="8477" y="5815"/>
                  <a:pt x="10775" y="5815"/>
                </a:cubicBezTo>
                <a:cubicBezTo>
                  <a:pt x="11234" y="5815"/>
                  <a:pt x="11694" y="5815"/>
                  <a:pt x="12154" y="5538"/>
                </a:cubicBezTo>
                <a:cubicBezTo>
                  <a:pt x="11234" y="6092"/>
                  <a:pt x="10315" y="6646"/>
                  <a:pt x="9396" y="7477"/>
                </a:cubicBezTo>
                <a:cubicBezTo>
                  <a:pt x="2043" y="8585"/>
                  <a:pt x="2043" y="8585"/>
                  <a:pt x="2043" y="8585"/>
                </a:cubicBezTo>
                <a:cubicBezTo>
                  <a:pt x="1124" y="8862"/>
                  <a:pt x="664" y="8862"/>
                  <a:pt x="205" y="9415"/>
                </a:cubicBezTo>
                <a:cubicBezTo>
                  <a:pt x="205" y="9692"/>
                  <a:pt x="-255" y="10246"/>
                  <a:pt x="205" y="10523"/>
                </a:cubicBezTo>
                <a:cubicBezTo>
                  <a:pt x="205" y="11354"/>
                  <a:pt x="1583" y="11631"/>
                  <a:pt x="2502" y="11631"/>
                </a:cubicBezTo>
                <a:cubicBezTo>
                  <a:pt x="2962" y="11631"/>
                  <a:pt x="2962" y="11631"/>
                  <a:pt x="3422" y="11631"/>
                </a:cubicBezTo>
                <a:cubicBezTo>
                  <a:pt x="7558" y="11077"/>
                  <a:pt x="7558" y="11077"/>
                  <a:pt x="7558" y="11077"/>
                </a:cubicBezTo>
                <a:cubicBezTo>
                  <a:pt x="7558" y="11354"/>
                  <a:pt x="7558" y="11631"/>
                  <a:pt x="7558" y="11908"/>
                </a:cubicBezTo>
                <a:cubicBezTo>
                  <a:pt x="7558" y="13015"/>
                  <a:pt x="7558" y="13015"/>
                  <a:pt x="7558" y="13015"/>
                </a:cubicBezTo>
                <a:lnTo>
                  <a:pt x="2043" y="19108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9" name="Freeform 505"/>
          <p:cNvSpPr/>
          <p:nvPr/>
        </p:nvSpPr>
        <p:spPr xmlns:m="http://schemas.openxmlformats.org/officeDocument/2006/math" xmlns:a14="http://schemas.microsoft.com/office/drawing/2010/main">
          <a:xfrm>
            <a:off x="9407877" y="3016899"/>
            <a:ext cx="123736" cy="14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31" y="19440"/>
                </a:moveTo>
                <a:cubicBezTo>
                  <a:pt x="19108" y="19440"/>
                  <a:pt x="19108" y="19440"/>
                  <a:pt x="19108" y="19440"/>
                </a:cubicBezTo>
                <a:cubicBezTo>
                  <a:pt x="19108" y="1440"/>
                  <a:pt x="19108" y="1440"/>
                  <a:pt x="19108" y="1440"/>
                </a:cubicBezTo>
                <a:cubicBezTo>
                  <a:pt x="19108" y="720"/>
                  <a:pt x="19108" y="0"/>
                  <a:pt x="19938" y="0"/>
                </a:cubicBezTo>
                <a:cubicBezTo>
                  <a:pt x="20769" y="0"/>
                  <a:pt x="21600" y="720"/>
                  <a:pt x="21600" y="1440"/>
                </a:cubicBezTo>
                <a:cubicBezTo>
                  <a:pt x="21600" y="20160"/>
                  <a:pt x="21600" y="20160"/>
                  <a:pt x="21600" y="20160"/>
                </a:cubicBezTo>
                <a:cubicBezTo>
                  <a:pt x="21600" y="20880"/>
                  <a:pt x="20769" y="21600"/>
                  <a:pt x="19938" y="21600"/>
                </a:cubicBezTo>
                <a:cubicBezTo>
                  <a:pt x="831" y="21600"/>
                  <a:pt x="831" y="21600"/>
                  <a:pt x="831" y="21600"/>
                </a:cubicBezTo>
                <a:cubicBezTo>
                  <a:pt x="0" y="21600"/>
                  <a:pt x="0" y="20880"/>
                  <a:pt x="0" y="20160"/>
                </a:cubicBezTo>
                <a:cubicBezTo>
                  <a:pt x="0" y="19440"/>
                  <a:pt x="0" y="19440"/>
                  <a:pt x="831" y="1944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0" name="矩形 65"/>
          <p:cNvSpPr txBox="1"/>
          <p:nvPr/>
        </p:nvSpPr>
        <p:spPr>
          <a:xfrm>
            <a:off x="1869169" y="4429643"/>
            <a:ext cx="203867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41" name="矩形 66"/>
          <p:cNvSpPr txBox="1"/>
          <p:nvPr/>
        </p:nvSpPr>
        <p:spPr>
          <a:xfrm>
            <a:off x="1869169" y="4115485"/>
            <a:ext cx="1922040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42" name="矩形 68"/>
          <p:cNvSpPr txBox="1"/>
          <p:nvPr/>
        </p:nvSpPr>
        <p:spPr>
          <a:xfrm>
            <a:off x="3939856" y="4440484"/>
            <a:ext cx="2038675" cy="12217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43" name="矩形 69"/>
          <p:cNvSpPr txBox="1"/>
          <p:nvPr/>
        </p:nvSpPr>
        <p:spPr>
          <a:xfrm>
            <a:off x="3939856" y="4126326"/>
            <a:ext cx="1922040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44" name="矩形 71"/>
          <p:cNvSpPr txBox="1"/>
          <p:nvPr/>
        </p:nvSpPr>
        <p:spPr>
          <a:xfrm>
            <a:off x="6339824" y="4451324"/>
            <a:ext cx="203867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45" name="矩形 72"/>
          <p:cNvSpPr txBox="1"/>
          <p:nvPr/>
        </p:nvSpPr>
        <p:spPr>
          <a:xfrm>
            <a:off x="6339824" y="4137166"/>
            <a:ext cx="1922040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46" name="矩形 74"/>
          <p:cNvSpPr txBox="1"/>
          <p:nvPr/>
        </p:nvSpPr>
        <p:spPr>
          <a:xfrm>
            <a:off x="8564630" y="4440484"/>
            <a:ext cx="2038675" cy="12217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47" name="矩形 75"/>
          <p:cNvSpPr txBox="1"/>
          <p:nvPr/>
        </p:nvSpPr>
        <p:spPr>
          <a:xfrm>
            <a:off x="8564630" y="4126326"/>
            <a:ext cx="1922040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3"/>
          <p:cNvSpPr txBox="1"/>
          <p:nvPr/>
        </p:nvSpPr>
        <p:spPr>
          <a:xfrm>
            <a:off x="8847906" y="2231239"/>
            <a:ext cx="1170941" cy="34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3" name="TextBox 14"/>
          <p:cNvSpPr txBox="1"/>
          <p:nvPr/>
        </p:nvSpPr>
        <p:spPr>
          <a:xfrm>
            <a:off x="8807812" y="1853525"/>
            <a:ext cx="1197023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/>
            </a:lvl1pPr>
          </a:lstStyle>
          <a:p>
            <a:pPr>
              <a:defRPr b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</a:t>
            </a:r>
          </a:p>
        </p:txBody>
      </p:sp>
      <p:sp>
        <p:nvSpPr>
          <p:cNvPr id="4" name="TextBox 15"/>
          <p:cNvSpPr txBox="1"/>
          <p:nvPr/>
        </p:nvSpPr>
        <p:spPr>
          <a:xfrm>
            <a:off x="8711292" y="3451252"/>
            <a:ext cx="11709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5" name="TextBox 16"/>
          <p:cNvSpPr txBox="1"/>
          <p:nvPr/>
        </p:nvSpPr>
        <p:spPr>
          <a:xfrm>
            <a:off x="8715018" y="3068784"/>
            <a:ext cx="1197023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/>
            </a:lvl1pPr>
          </a:lstStyle>
          <a:p>
            <a:pPr>
              <a:defRPr b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</a:t>
            </a:r>
          </a:p>
        </p:txBody>
      </p:sp>
      <p:sp>
        <p:nvSpPr>
          <p:cNvPr id="6" name="TextBox 17"/>
          <p:cNvSpPr txBox="1"/>
          <p:nvPr/>
        </p:nvSpPr>
        <p:spPr>
          <a:xfrm>
            <a:off x="8239111" y="4741559"/>
            <a:ext cx="11709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7" name="TextBox 18"/>
          <p:cNvSpPr txBox="1"/>
          <p:nvPr/>
        </p:nvSpPr>
        <p:spPr>
          <a:xfrm>
            <a:off x="8211542" y="4317872"/>
            <a:ext cx="1197024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/>
            </a:lvl1pPr>
          </a:lstStyle>
          <a:p>
            <a:pPr>
              <a:defRPr b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</a:t>
            </a:r>
          </a:p>
        </p:txBody>
      </p:sp>
      <p:sp>
        <p:nvSpPr>
          <p:cNvPr id="8" name="TextBox 19"/>
          <p:cNvSpPr txBox="1"/>
          <p:nvPr/>
        </p:nvSpPr>
        <p:spPr>
          <a:xfrm>
            <a:off x="6503048" y="6008311"/>
            <a:ext cx="11709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9" name="TextBox 20"/>
          <p:cNvSpPr txBox="1"/>
          <p:nvPr/>
        </p:nvSpPr>
        <p:spPr>
          <a:xfrm>
            <a:off x="6507870" y="5511096"/>
            <a:ext cx="1197024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/>
            </a:lvl1pPr>
          </a:lstStyle>
          <a:p>
            <a:pPr>
              <a:defRPr b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</a:t>
            </a:r>
          </a:p>
        </p:txBody>
      </p:sp>
      <p:sp>
        <p:nvSpPr>
          <p:cNvPr id="10" name="TextBox 21"/>
          <p:cNvSpPr txBox="1"/>
          <p:nvPr/>
        </p:nvSpPr>
        <p:spPr>
          <a:xfrm>
            <a:off x="2341004" y="5335882"/>
            <a:ext cx="11709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11" name="TextBox 22"/>
          <p:cNvSpPr txBox="1"/>
          <p:nvPr/>
        </p:nvSpPr>
        <p:spPr>
          <a:xfrm>
            <a:off x="2286035" y="4820599"/>
            <a:ext cx="132416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/>
            </a:lvl1pPr>
          </a:lstStyle>
          <a:p>
            <a:pPr>
              <a:defRPr b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aaaaaaaa</a:t>
            </a:r>
          </a:p>
        </p:txBody>
      </p:sp>
      <p:sp>
        <p:nvSpPr>
          <p:cNvPr id="12" name="TextBox 23"/>
          <p:cNvSpPr txBox="1"/>
          <p:nvPr/>
        </p:nvSpPr>
        <p:spPr>
          <a:xfrm>
            <a:off x="1644812" y="2745495"/>
            <a:ext cx="11709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13" name="TextBox 24"/>
          <p:cNvSpPr txBox="1"/>
          <p:nvPr/>
        </p:nvSpPr>
        <p:spPr>
          <a:xfrm>
            <a:off x="1638146" y="2274779"/>
            <a:ext cx="1197024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/>
            </a:lvl1pPr>
          </a:lstStyle>
          <a:p>
            <a:pPr>
              <a:defRPr b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</a:t>
            </a:r>
          </a:p>
        </p:txBody>
      </p:sp>
      <p:sp>
        <p:nvSpPr>
          <p:cNvPr id="14" name="直接连接符 24"/>
          <p:cNvSpPr/>
          <p:nvPr/>
        </p:nvSpPr>
        <p:spPr>
          <a:xfrm flipV="1">
            <a:off x="8758545" y="1853526"/>
            <a:ext cx="1" cy="726527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5" name="直接连接符 25"/>
          <p:cNvSpPr/>
          <p:nvPr/>
        </p:nvSpPr>
        <p:spPr>
          <a:xfrm flipH="1" flipV="1">
            <a:off x="8159237" y="4317873"/>
            <a:ext cx="5436" cy="826344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6" name="直接连接符 26"/>
          <p:cNvSpPr/>
          <p:nvPr/>
        </p:nvSpPr>
        <p:spPr>
          <a:xfrm flipH="1" flipV="1">
            <a:off x="8665572" y="3164794"/>
            <a:ext cx="4433" cy="827293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7" name="直接连接符 27"/>
          <p:cNvSpPr/>
          <p:nvPr/>
        </p:nvSpPr>
        <p:spPr>
          <a:xfrm flipV="1">
            <a:off x="6457328" y="5511096"/>
            <a:ext cx="11358" cy="881273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8" name="直接连接符 28"/>
          <p:cNvSpPr/>
          <p:nvPr/>
        </p:nvSpPr>
        <p:spPr>
          <a:xfrm flipV="1">
            <a:off x="2233782" y="4741559"/>
            <a:ext cx="6535" cy="97872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9" name="直接连接符 29"/>
          <p:cNvSpPr/>
          <p:nvPr/>
        </p:nvSpPr>
        <p:spPr>
          <a:xfrm flipV="1">
            <a:off x="1583499" y="2231238"/>
            <a:ext cx="1" cy="1042732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20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21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22" name="直线连接符 47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23" name="TextBox 30"/>
          <p:cNvSpPr txBox="1"/>
          <p:nvPr/>
        </p:nvSpPr>
        <p:spPr>
          <a:xfrm>
            <a:off x="3987415" y="2430404"/>
            <a:ext cx="1614548" cy="141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ctr">
              <a:defRPr b="1" sz="37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</a:t>
            </a:r>
          </a:p>
          <a:p>
            <a:pPr algn="ctr">
              <a:defRPr b="1" sz="37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</a:t>
            </a:r>
          </a:p>
        </p:txBody>
      </p:sp>
      <p:sp>
        <p:nvSpPr>
          <p:cNvPr id="24" name="TextBox 30"/>
          <p:cNvSpPr txBox="1"/>
          <p:nvPr/>
        </p:nvSpPr>
        <p:spPr>
          <a:xfrm>
            <a:off x="5723569" y="4323136"/>
            <a:ext cx="1614548" cy="802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ctr">
              <a:defRPr b="1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</a:t>
            </a:r>
          </a:p>
          <a:p>
            <a:pPr algn="ctr">
              <a:defRPr b="1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</a:t>
            </a:r>
          </a:p>
        </p:txBody>
      </p:sp>
      <p:sp>
        <p:nvSpPr>
          <p:cNvPr id="25" name="TextBox 30"/>
          <p:cNvSpPr txBox="1"/>
          <p:nvPr/>
        </p:nvSpPr>
        <p:spPr>
          <a:xfrm>
            <a:off x="6960027" y="2863814"/>
            <a:ext cx="1614548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ctr">
              <a:defRPr b="1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</a:t>
            </a:r>
          </a:p>
          <a:p>
            <a:pPr algn="ctr">
              <a:defRPr b="1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</a:t>
            </a:r>
          </a:p>
        </p:txBody>
      </p:sp>
      <p:sp>
        <p:nvSpPr>
          <p:cNvPr id="26" name="同心圆 4"/>
          <p:cNvSpPr/>
          <p:nvPr/>
        </p:nvSpPr>
        <p:spPr xmlns:m="http://schemas.openxmlformats.org/officeDocument/2006/math" xmlns:a14="http://schemas.microsoft.com/office/drawing/2010/main">
          <a:xfrm>
            <a:off x="7407167" y="1999651"/>
            <a:ext cx="840309" cy="8403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6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7" name="椭圆 5"/>
          <p:cNvSpPr/>
          <p:nvPr/>
        </p:nvSpPr>
        <p:spPr xmlns:m="http://schemas.openxmlformats.org/officeDocument/2006/math" xmlns:a14="http://schemas.microsoft.com/office/drawing/2010/main">
          <a:xfrm>
            <a:off x="7425506" y="2017990"/>
            <a:ext cx="803626" cy="803626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6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8" name="椭圆 7"/>
          <p:cNvSpPr/>
          <p:nvPr/>
        </p:nvSpPr>
        <p:spPr xmlns:m="http://schemas.openxmlformats.org/officeDocument/2006/math" xmlns:a14="http://schemas.microsoft.com/office/drawing/2010/main">
          <a:xfrm>
            <a:off x="7275796" y="2601171"/>
            <a:ext cx="1025969" cy="1025969"/>
          </a:xfrm>
          <a:prstGeom prst="ellipse">
            <a:avLst/>
          </a:prstGeom>
          <a:gradFill flip="none" rotWithShape="1">
            <a:gsLst>
              <a:gs pos="0">
                <a:srgbClr val="D9D9D9"/>
              </a:gs>
              <a:gs pos="100000">
                <a:srgbClr val="FCFCFC"/>
              </a:gs>
            </a:gsLst>
            <a:lin ang="7199999" scaled="0"/>
          </a:gradFill>
          <a:ln w="12700" cap="flat">
            <a:solidFill>
              <a:srgbClr val="ECECEC"/>
            </a:solidFill>
            <a:prstDash val="solid"/>
            <a:miter lim="800000"/>
          </a:ln>
          <a:effectLst>
            <a:outerShdw sx="100000" sy="100000" kx="0" ky="0" algn="b" rotWithShape="0" blurRad="127000" dist="38100" dir="8160000">
              <a:srgbClr val="000000">
                <a:alpha val="34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9" name="椭圆 8"/>
          <p:cNvSpPr/>
          <p:nvPr/>
        </p:nvSpPr>
        <p:spPr xmlns:m="http://schemas.openxmlformats.org/officeDocument/2006/math" xmlns:a14="http://schemas.microsoft.com/office/drawing/2010/main">
          <a:xfrm>
            <a:off x="7383836" y="2709211"/>
            <a:ext cx="809889" cy="809889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0" name="同心圆 10"/>
          <p:cNvSpPr/>
          <p:nvPr/>
        </p:nvSpPr>
        <p:spPr xmlns:m="http://schemas.openxmlformats.org/officeDocument/2006/math" xmlns:a14="http://schemas.microsoft.com/office/drawing/2010/main">
          <a:xfrm>
            <a:off x="6798006" y="3408066"/>
            <a:ext cx="1187361" cy="1187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6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1" name="椭圆 11"/>
          <p:cNvSpPr/>
          <p:nvPr/>
        </p:nvSpPr>
        <p:spPr xmlns:m="http://schemas.openxmlformats.org/officeDocument/2006/math" xmlns:a14="http://schemas.microsoft.com/office/drawing/2010/main">
          <a:xfrm>
            <a:off x="6823920" y="3433980"/>
            <a:ext cx="1135531" cy="1135531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6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2" name="椭圆 31"/>
          <p:cNvSpPr/>
          <p:nvPr/>
        </p:nvSpPr>
        <p:spPr xmlns:m="http://schemas.openxmlformats.org/officeDocument/2006/math" xmlns:a14="http://schemas.microsoft.com/office/drawing/2010/main">
          <a:xfrm>
            <a:off x="5866708" y="3992086"/>
            <a:ext cx="1312527" cy="1312527"/>
          </a:xfrm>
          <a:prstGeom prst="ellipse">
            <a:avLst/>
          </a:prstGeom>
          <a:gradFill flip="none" rotWithShape="1">
            <a:gsLst>
              <a:gs pos="0">
                <a:srgbClr val="D9D9D9"/>
              </a:gs>
              <a:gs pos="100000">
                <a:srgbClr val="FCFCFC"/>
              </a:gs>
            </a:gsLst>
            <a:lin ang="7199999" scaled="0"/>
          </a:gradFill>
          <a:ln w="12700" cap="flat">
            <a:solidFill>
              <a:srgbClr val="ECECEC"/>
            </a:solidFill>
            <a:prstDash val="solid"/>
            <a:miter lim="800000"/>
          </a:ln>
          <a:effectLst>
            <a:outerShdw sx="100000" sy="100000" kx="0" ky="0" algn="b" rotWithShape="0" blurRad="127000" dist="38100" dir="8160000">
              <a:srgbClr val="000000">
                <a:alpha val="34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3" name="椭圆 32"/>
          <p:cNvSpPr/>
          <p:nvPr/>
        </p:nvSpPr>
        <p:spPr xmlns:m="http://schemas.openxmlformats.org/officeDocument/2006/math" xmlns:a14="http://schemas.microsoft.com/office/drawing/2010/main">
          <a:xfrm>
            <a:off x="6004923" y="4130301"/>
            <a:ext cx="1036095" cy="1036095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4" name="同心圆 34"/>
          <p:cNvSpPr/>
          <p:nvPr/>
        </p:nvSpPr>
        <p:spPr xmlns:m="http://schemas.openxmlformats.org/officeDocument/2006/math" xmlns:a14="http://schemas.microsoft.com/office/drawing/2010/main">
          <a:xfrm>
            <a:off x="4407953" y="3512034"/>
            <a:ext cx="1813993" cy="18139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5" name="椭圆 35"/>
          <p:cNvSpPr/>
          <p:nvPr/>
        </p:nvSpPr>
        <p:spPr xmlns:m="http://schemas.openxmlformats.org/officeDocument/2006/math" xmlns:a14="http://schemas.microsoft.com/office/drawing/2010/main">
          <a:xfrm>
            <a:off x="4447543" y="3551624"/>
            <a:ext cx="1734809" cy="1734809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6" name="椭圆 37"/>
          <p:cNvSpPr/>
          <p:nvPr/>
        </p:nvSpPr>
        <p:spPr xmlns:m="http://schemas.openxmlformats.org/officeDocument/2006/math" xmlns:a14="http://schemas.microsoft.com/office/drawing/2010/main">
          <a:xfrm>
            <a:off x="3703435" y="1935677"/>
            <a:ext cx="2166825" cy="2166824"/>
          </a:xfrm>
          <a:prstGeom prst="ellipse">
            <a:avLst/>
          </a:prstGeom>
          <a:gradFill flip="none" rotWithShape="1">
            <a:gsLst>
              <a:gs pos="0">
                <a:srgbClr val="D9D9D9"/>
              </a:gs>
              <a:gs pos="100000">
                <a:srgbClr val="FCFCFC"/>
              </a:gs>
            </a:gsLst>
            <a:lin ang="7199999" scaled="0"/>
          </a:gradFill>
          <a:ln w="12700" cap="flat">
            <a:solidFill>
              <a:srgbClr val="ECECEC"/>
            </a:solidFill>
            <a:prstDash val="solid"/>
            <a:miter lim="800000"/>
          </a:ln>
          <a:effectLst>
            <a:outerShdw sx="100000" sy="100000" kx="0" ky="0" algn="b" rotWithShape="0" blurRad="127000" dist="38100" dir="8160000">
              <a:srgbClr val="000000">
                <a:alpha val="34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7" name="椭圆 38"/>
          <p:cNvSpPr/>
          <p:nvPr/>
        </p:nvSpPr>
        <p:spPr xmlns:m="http://schemas.openxmlformats.org/officeDocument/2006/math" xmlns:a14="http://schemas.microsoft.com/office/drawing/2010/main">
          <a:xfrm>
            <a:off x="3931612" y="2163854"/>
            <a:ext cx="1710469" cy="1710469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</a:t>
            </a:r>
          </a:p>
        </p:txBody>
      </p:sp>
      <p:sp>
        <p:nvSpPr>
          <p:cNvPr id="3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4" name="直线连接符 71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5" name="Oval 4"/>
          <p:cNvSpPr/>
          <p:nvPr/>
        </p:nvSpPr>
        <p:spPr xmlns:m="http://schemas.openxmlformats.org/officeDocument/2006/math" xmlns:a14="http://schemas.microsoft.com/office/drawing/2010/main">
          <a:xfrm>
            <a:off x="5559605" y="3208551"/>
            <a:ext cx="1161623" cy="1161623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279400" dist="393700" dir="27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6" name="Oval 5"/>
          <p:cNvSpPr/>
          <p:nvPr/>
        </p:nvSpPr>
        <p:spPr>
          <a:xfrm>
            <a:off x="5196598" y="2845544"/>
            <a:ext cx="1887637" cy="1887637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D9D9D9"/>
            </a:solidFill>
            <a:prstDash val="sysDash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7" name="Oval 6"/>
          <p:cNvSpPr/>
          <p:nvPr/>
        </p:nvSpPr>
        <p:spPr xmlns:m="http://schemas.openxmlformats.org/officeDocument/2006/math" xmlns:a14="http://schemas.microsoft.com/office/drawing/2010/main">
          <a:xfrm>
            <a:off x="6796160" y="3232866"/>
            <a:ext cx="377529" cy="377529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279400" dist="393700" dir="27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8" name="Oval 7"/>
          <p:cNvSpPr/>
          <p:nvPr/>
        </p:nvSpPr>
        <p:spPr>
          <a:xfrm>
            <a:off x="4906193" y="2555139"/>
            <a:ext cx="2468447" cy="2468447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D9D9D9"/>
            </a:solidFill>
            <a:prstDash val="sysDash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9" name="Oval 8"/>
          <p:cNvSpPr/>
          <p:nvPr/>
        </p:nvSpPr>
        <p:spPr>
          <a:xfrm>
            <a:off x="4615786" y="2264732"/>
            <a:ext cx="3049258" cy="3049258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D9D9D9"/>
            </a:solidFill>
            <a:prstDash val="sysDash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0" name="Oval 9"/>
          <p:cNvSpPr/>
          <p:nvPr/>
        </p:nvSpPr>
        <p:spPr xmlns:m="http://schemas.openxmlformats.org/officeDocument/2006/math" xmlns:a14="http://schemas.microsoft.com/office/drawing/2010/main">
          <a:xfrm>
            <a:off x="4950448" y="2894644"/>
            <a:ext cx="377529" cy="377529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279400" dist="393700" dir="27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1" name="Oval 10"/>
          <p:cNvSpPr/>
          <p:nvPr/>
        </p:nvSpPr>
        <p:spPr xmlns:m="http://schemas.openxmlformats.org/officeDocument/2006/math" xmlns:a14="http://schemas.microsoft.com/office/drawing/2010/main">
          <a:xfrm>
            <a:off x="6763645" y="4895806"/>
            <a:ext cx="377529" cy="377529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279400" dist="393700" dir="27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2" name="Oval 11"/>
          <p:cNvSpPr/>
          <p:nvPr/>
        </p:nvSpPr>
        <p:spPr>
          <a:xfrm>
            <a:off x="4325381" y="1974328"/>
            <a:ext cx="3630069" cy="3630069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D9D9D9"/>
            </a:solidFill>
            <a:prstDash val="sysDash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3" name="Oval 12"/>
          <p:cNvSpPr/>
          <p:nvPr/>
        </p:nvSpPr>
        <p:spPr xmlns:m="http://schemas.openxmlformats.org/officeDocument/2006/math" xmlns:a14="http://schemas.microsoft.com/office/drawing/2010/main">
          <a:xfrm>
            <a:off x="4620228" y="4807666"/>
            <a:ext cx="377529" cy="377529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279400" dist="393700" dir="27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845663" y="3265845"/>
            <a:ext cx="301908" cy="3077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rmAutofit fontScale="100000" lnSpcReduction="0"/>
          </a:bodyPr>
          <a:lstStyle>
            <a:lvl1pPr>
              <a:defRPr b="1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462" y="2927074"/>
            <a:ext cx="301908" cy="3077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rmAutofit fontScale="100000" lnSpcReduction="0"/>
          </a:bodyPr>
          <a:lstStyle>
            <a:lvl1pPr>
              <a:defRPr b="1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1797" y="4951010"/>
            <a:ext cx="301909" cy="3077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rmAutofit fontScale="100000" lnSpcReduction="0"/>
          </a:bodyPr>
          <a:lstStyle>
            <a:lvl1pPr>
              <a:defRPr b="1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729" y="4840646"/>
            <a:ext cx="301908" cy="3077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rmAutofit fontScale="100000" lnSpcReduction="0"/>
          </a:bodyPr>
          <a:lstStyle>
            <a:lvl1pPr>
              <a:defRPr b="1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8" name="Oval 48"/>
          <p:cNvSpPr/>
          <p:nvPr/>
        </p:nvSpPr>
        <p:spPr xmlns:m="http://schemas.openxmlformats.org/officeDocument/2006/math" xmlns:a14="http://schemas.microsoft.com/office/drawing/2010/main">
          <a:xfrm>
            <a:off x="6099357" y="3693574"/>
            <a:ext cx="80963" cy="80964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9" name="Freeform: Shape 49"/>
          <p:cNvSpPr/>
          <p:nvPr/>
        </p:nvSpPr>
        <p:spPr xmlns:m="http://schemas.openxmlformats.org/officeDocument/2006/math" xmlns:a14="http://schemas.microsoft.com/office/drawing/2010/main">
          <a:xfrm>
            <a:off x="6034044" y="3603088"/>
            <a:ext cx="211589" cy="785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25" h="21600" fill="norm" stroke="1" extrusionOk="0">
                <a:moveTo>
                  <a:pt x="19863" y="21600"/>
                </a:moveTo>
                <a:cubicBezTo>
                  <a:pt x="19063" y="21600"/>
                  <a:pt x="18663" y="20520"/>
                  <a:pt x="18263" y="19440"/>
                </a:cubicBezTo>
                <a:cubicBezTo>
                  <a:pt x="16663" y="12960"/>
                  <a:pt x="13863" y="8640"/>
                  <a:pt x="10663" y="8640"/>
                </a:cubicBezTo>
                <a:cubicBezTo>
                  <a:pt x="7463" y="8640"/>
                  <a:pt x="4663" y="12960"/>
                  <a:pt x="3063" y="19440"/>
                </a:cubicBezTo>
                <a:cubicBezTo>
                  <a:pt x="2263" y="21600"/>
                  <a:pt x="1463" y="21600"/>
                  <a:pt x="663" y="20520"/>
                </a:cubicBezTo>
                <a:cubicBezTo>
                  <a:pt x="-137" y="18360"/>
                  <a:pt x="-137" y="16200"/>
                  <a:pt x="263" y="14040"/>
                </a:cubicBezTo>
                <a:cubicBezTo>
                  <a:pt x="2663" y="5400"/>
                  <a:pt x="6663" y="0"/>
                  <a:pt x="10663" y="0"/>
                </a:cubicBezTo>
                <a:cubicBezTo>
                  <a:pt x="14663" y="0"/>
                  <a:pt x="18663" y="5400"/>
                  <a:pt x="21063" y="14040"/>
                </a:cubicBezTo>
                <a:cubicBezTo>
                  <a:pt x="21463" y="16200"/>
                  <a:pt x="21463" y="18360"/>
                  <a:pt x="20663" y="20520"/>
                </a:cubicBezTo>
                <a:cubicBezTo>
                  <a:pt x="20263" y="20520"/>
                  <a:pt x="19863" y="21600"/>
                  <a:pt x="19863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0" name="Freeform: Shape 50"/>
          <p:cNvSpPr/>
          <p:nvPr/>
        </p:nvSpPr>
        <p:spPr xmlns:m="http://schemas.openxmlformats.org/officeDocument/2006/math" xmlns:a14="http://schemas.microsoft.com/office/drawing/2010/main">
          <a:xfrm>
            <a:off x="5945944" y="3450689"/>
            <a:ext cx="387788" cy="1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9" h="21600" fill="norm" stroke="1" extrusionOk="0">
                <a:moveTo>
                  <a:pt x="806" y="21600"/>
                </a:moveTo>
                <a:cubicBezTo>
                  <a:pt x="585" y="21600"/>
                  <a:pt x="365" y="20769"/>
                  <a:pt x="144" y="20769"/>
                </a:cubicBezTo>
                <a:cubicBezTo>
                  <a:pt x="-76" y="19108"/>
                  <a:pt x="-76" y="16615"/>
                  <a:pt x="365" y="15785"/>
                </a:cubicBezTo>
                <a:cubicBezTo>
                  <a:pt x="3230" y="5815"/>
                  <a:pt x="6757" y="0"/>
                  <a:pt x="10724" y="0"/>
                </a:cubicBezTo>
                <a:cubicBezTo>
                  <a:pt x="14691" y="0"/>
                  <a:pt x="18218" y="5815"/>
                  <a:pt x="21083" y="15785"/>
                </a:cubicBezTo>
                <a:cubicBezTo>
                  <a:pt x="21524" y="16615"/>
                  <a:pt x="21524" y="19108"/>
                  <a:pt x="21304" y="20769"/>
                </a:cubicBezTo>
                <a:cubicBezTo>
                  <a:pt x="20863" y="21600"/>
                  <a:pt x="20422" y="21600"/>
                  <a:pt x="19981" y="20769"/>
                </a:cubicBezTo>
                <a:cubicBezTo>
                  <a:pt x="17336" y="11631"/>
                  <a:pt x="14251" y="6646"/>
                  <a:pt x="10724" y="6646"/>
                </a:cubicBezTo>
                <a:cubicBezTo>
                  <a:pt x="7197" y="6646"/>
                  <a:pt x="4112" y="11631"/>
                  <a:pt x="1467" y="20769"/>
                </a:cubicBezTo>
                <a:cubicBezTo>
                  <a:pt x="1246" y="21600"/>
                  <a:pt x="1026" y="21600"/>
                  <a:pt x="806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1" name="Freeform: Shape 51"/>
          <p:cNvSpPr/>
          <p:nvPr/>
        </p:nvSpPr>
        <p:spPr xmlns:m="http://schemas.openxmlformats.org/officeDocument/2006/math" xmlns:a14="http://schemas.microsoft.com/office/drawing/2010/main">
          <a:xfrm>
            <a:off x="5988441" y="3526889"/>
            <a:ext cx="302794" cy="885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8" h="21130" fill="norm" stroke="1" extrusionOk="0">
                <a:moveTo>
                  <a:pt x="20392" y="20661"/>
                </a:moveTo>
                <a:cubicBezTo>
                  <a:pt x="20108" y="20661"/>
                  <a:pt x="19824" y="20661"/>
                  <a:pt x="19540" y="19722"/>
                </a:cubicBezTo>
                <a:cubicBezTo>
                  <a:pt x="17266" y="12209"/>
                  <a:pt x="14140" y="7513"/>
                  <a:pt x="10729" y="7513"/>
                </a:cubicBezTo>
                <a:cubicBezTo>
                  <a:pt x="7318" y="7513"/>
                  <a:pt x="4192" y="12209"/>
                  <a:pt x="1918" y="19722"/>
                </a:cubicBezTo>
                <a:cubicBezTo>
                  <a:pt x="1350" y="21600"/>
                  <a:pt x="782" y="21600"/>
                  <a:pt x="213" y="19722"/>
                </a:cubicBezTo>
                <a:cubicBezTo>
                  <a:pt x="-71" y="17843"/>
                  <a:pt x="-71" y="15965"/>
                  <a:pt x="213" y="14087"/>
                </a:cubicBezTo>
                <a:cubicBezTo>
                  <a:pt x="3055" y="5635"/>
                  <a:pt x="6750" y="0"/>
                  <a:pt x="10729" y="0"/>
                </a:cubicBezTo>
                <a:cubicBezTo>
                  <a:pt x="14708" y="0"/>
                  <a:pt x="18403" y="5635"/>
                  <a:pt x="21245" y="14087"/>
                </a:cubicBezTo>
                <a:cubicBezTo>
                  <a:pt x="21529" y="15965"/>
                  <a:pt x="21529" y="17843"/>
                  <a:pt x="21245" y="19722"/>
                </a:cubicBezTo>
                <a:cubicBezTo>
                  <a:pt x="20961" y="20661"/>
                  <a:pt x="20676" y="20661"/>
                  <a:pt x="20392" y="20661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2" name="TextBox 24"/>
          <p:cNvSpPr txBox="1"/>
          <p:nvPr/>
        </p:nvSpPr>
        <p:spPr>
          <a:xfrm>
            <a:off x="5786962" y="3841476"/>
            <a:ext cx="706907" cy="3077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rmAutofit fontScale="100000" lnSpcReduction="0"/>
          </a:bodyPr>
          <a:lstStyle>
            <a:lvl1pPr algn="ctr">
              <a:defRPr b="1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23" name="Freeform: Shape 44"/>
          <p:cNvSpPr/>
          <p:nvPr/>
        </p:nvSpPr>
        <p:spPr xmlns:m="http://schemas.openxmlformats.org/officeDocument/2006/math" xmlns:a14="http://schemas.microsoft.com/office/drawing/2010/main">
          <a:xfrm>
            <a:off x="8621147" y="2513024"/>
            <a:ext cx="214314" cy="3413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360" y="0"/>
                </a:moveTo>
                <a:cubicBezTo>
                  <a:pt x="2970" y="0"/>
                  <a:pt x="2970" y="0"/>
                  <a:pt x="2970" y="0"/>
                </a:cubicBezTo>
                <a:cubicBezTo>
                  <a:pt x="1350" y="0"/>
                  <a:pt x="0" y="844"/>
                  <a:pt x="0" y="1856"/>
                </a:cubicBezTo>
                <a:cubicBezTo>
                  <a:pt x="0" y="19575"/>
                  <a:pt x="0" y="19575"/>
                  <a:pt x="0" y="19575"/>
                </a:cubicBezTo>
                <a:cubicBezTo>
                  <a:pt x="0" y="20756"/>
                  <a:pt x="1350" y="21600"/>
                  <a:pt x="2970" y="21600"/>
                </a:cubicBezTo>
                <a:cubicBezTo>
                  <a:pt x="18360" y="21600"/>
                  <a:pt x="18360" y="21600"/>
                  <a:pt x="18360" y="21600"/>
                </a:cubicBezTo>
                <a:cubicBezTo>
                  <a:pt x="20250" y="21600"/>
                  <a:pt x="21600" y="20756"/>
                  <a:pt x="21600" y="19575"/>
                </a:cubicBezTo>
                <a:cubicBezTo>
                  <a:pt x="21600" y="1856"/>
                  <a:pt x="21600" y="1856"/>
                  <a:pt x="21600" y="1856"/>
                </a:cubicBezTo>
                <a:cubicBezTo>
                  <a:pt x="21600" y="844"/>
                  <a:pt x="20250" y="0"/>
                  <a:pt x="18360" y="0"/>
                </a:cubicBezTo>
                <a:close/>
                <a:moveTo>
                  <a:pt x="19440" y="19575"/>
                </a:moveTo>
                <a:cubicBezTo>
                  <a:pt x="19440" y="19912"/>
                  <a:pt x="18900" y="20250"/>
                  <a:pt x="18360" y="20250"/>
                </a:cubicBezTo>
                <a:cubicBezTo>
                  <a:pt x="2970" y="20250"/>
                  <a:pt x="2970" y="20250"/>
                  <a:pt x="2970" y="20250"/>
                </a:cubicBezTo>
                <a:cubicBezTo>
                  <a:pt x="2430" y="20250"/>
                  <a:pt x="2160" y="19912"/>
                  <a:pt x="2160" y="19575"/>
                </a:cubicBezTo>
                <a:cubicBezTo>
                  <a:pt x="2160" y="1856"/>
                  <a:pt x="2160" y="1856"/>
                  <a:pt x="2160" y="1856"/>
                </a:cubicBezTo>
                <a:cubicBezTo>
                  <a:pt x="2160" y="1519"/>
                  <a:pt x="2430" y="1350"/>
                  <a:pt x="2970" y="1350"/>
                </a:cubicBezTo>
                <a:cubicBezTo>
                  <a:pt x="18360" y="1350"/>
                  <a:pt x="18360" y="1350"/>
                  <a:pt x="18360" y="1350"/>
                </a:cubicBezTo>
                <a:cubicBezTo>
                  <a:pt x="18900" y="1350"/>
                  <a:pt x="19440" y="1519"/>
                  <a:pt x="19440" y="1856"/>
                </a:cubicBezTo>
                <a:lnTo>
                  <a:pt x="19440" y="19575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279400" dist="393700" dir="27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4" name="Freeform: Shape 45"/>
          <p:cNvSpPr/>
          <p:nvPr/>
        </p:nvSpPr>
        <p:spPr xmlns:m="http://schemas.openxmlformats.org/officeDocument/2006/math" xmlns:a14="http://schemas.microsoft.com/office/drawing/2010/main">
          <a:xfrm>
            <a:off x="8664010" y="2566999"/>
            <a:ext cx="128589" cy="2238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000" y="0"/>
                </a:moveTo>
                <a:cubicBezTo>
                  <a:pt x="3150" y="0"/>
                  <a:pt x="3150" y="0"/>
                  <a:pt x="3150" y="0"/>
                </a:cubicBezTo>
                <a:cubicBezTo>
                  <a:pt x="3150" y="0"/>
                  <a:pt x="3150" y="0"/>
                  <a:pt x="3150" y="0"/>
                </a:cubicBezTo>
                <a:cubicBezTo>
                  <a:pt x="3150" y="0"/>
                  <a:pt x="3150" y="0"/>
                  <a:pt x="3150" y="0"/>
                </a:cubicBezTo>
                <a:cubicBezTo>
                  <a:pt x="1350" y="0"/>
                  <a:pt x="0" y="771"/>
                  <a:pt x="0" y="1800"/>
                </a:cubicBezTo>
                <a:cubicBezTo>
                  <a:pt x="0" y="19543"/>
                  <a:pt x="0" y="19543"/>
                  <a:pt x="0" y="19543"/>
                </a:cubicBezTo>
                <a:cubicBezTo>
                  <a:pt x="0" y="20571"/>
                  <a:pt x="1350" y="21600"/>
                  <a:pt x="3150" y="21600"/>
                </a:cubicBezTo>
                <a:cubicBezTo>
                  <a:pt x="18000" y="21600"/>
                  <a:pt x="18000" y="21600"/>
                  <a:pt x="18000" y="21600"/>
                </a:cubicBezTo>
                <a:cubicBezTo>
                  <a:pt x="19800" y="21600"/>
                  <a:pt x="21600" y="20571"/>
                  <a:pt x="21600" y="19543"/>
                </a:cubicBezTo>
                <a:cubicBezTo>
                  <a:pt x="21600" y="1800"/>
                  <a:pt x="21600" y="1800"/>
                  <a:pt x="21600" y="1800"/>
                </a:cubicBezTo>
                <a:cubicBezTo>
                  <a:pt x="21600" y="771"/>
                  <a:pt x="19800" y="0"/>
                  <a:pt x="18000" y="0"/>
                </a:cubicBezTo>
                <a:close/>
                <a:moveTo>
                  <a:pt x="19800" y="19543"/>
                </a:moveTo>
                <a:cubicBezTo>
                  <a:pt x="19800" y="20057"/>
                  <a:pt x="18900" y="20571"/>
                  <a:pt x="18000" y="20571"/>
                </a:cubicBezTo>
                <a:cubicBezTo>
                  <a:pt x="3150" y="20571"/>
                  <a:pt x="3150" y="20571"/>
                  <a:pt x="3150" y="20571"/>
                </a:cubicBezTo>
                <a:cubicBezTo>
                  <a:pt x="2250" y="20571"/>
                  <a:pt x="1800" y="20057"/>
                  <a:pt x="1800" y="19543"/>
                </a:cubicBezTo>
                <a:cubicBezTo>
                  <a:pt x="1800" y="1800"/>
                  <a:pt x="1800" y="1800"/>
                  <a:pt x="1800" y="1800"/>
                </a:cubicBezTo>
                <a:cubicBezTo>
                  <a:pt x="1800" y="1286"/>
                  <a:pt x="2250" y="1029"/>
                  <a:pt x="3150" y="1029"/>
                </a:cubicBezTo>
                <a:cubicBezTo>
                  <a:pt x="18000" y="1029"/>
                  <a:pt x="18000" y="1029"/>
                  <a:pt x="18000" y="1029"/>
                </a:cubicBezTo>
                <a:cubicBezTo>
                  <a:pt x="18900" y="1029"/>
                  <a:pt x="19800" y="1286"/>
                  <a:pt x="19800" y="1800"/>
                </a:cubicBezTo>
                <a:lnTo>
                  <a:pt x="19800" y="19543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279400" dist="393700" dir="27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5" name="Freeform: Shape 46"/>
          <p:cNvSpPr/>
          <p:nvPr/>
        </p:nvSpPr>
        <p:spPr xmlns:m="http://schemas.openxmlformats.org/officeDocument/2006/math" xmlns:a14="http://schemas.microsoft.com/office/drawing/2010/main">
          <a:xfrm>
            <a:off x="8706872" y="2543980"/>
            <a:ext cx="4286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0" y="21600"/>
                </a:moveTo>
                <a:cubicBezTo>
                  <a:pt x="18900" y="21600"/>
                  <a:pt x="18900" y="21600"/>
                  <a:pt x="18900" y="21600"/>
                </a:cubicBezTo>
                <a:cubicBezTo>
                  <a:pt x="20250" y="21600"/>
                  <a:pt x="21600" y="16200"/>
                  <a:pt x="21600" y="10800"/>
                </a:cubicBezTo>
                <a:cubicBezTo>
                  <a:pt x="21600" y="5400"/>
                  <a:pt x="20250" y="0"/>
                  <a:pt x="18900" y="0"/>
                </a:cubicBezTo>
                <a:cubicBezTo>
                  <a:pt x="2700" y="0"/>
                  <a:pt x="2700" y="0"/>
                  <a:pt x="2700" y="0"/>
                </a:cubicBezTo>
                <a:cubicBezTo>
                  <a:pt x="1350" y="0"/>
                  <a:pt x="0" y="5400"/>
                  <a:pt x="0" y="10800"/>
                </a:cubicBezTo>
                <a:cubicBezTo>
                  <a:pt x="0" y="16200"/>
                  <a:pt x="1350" y="21600"/>
                  <a:pt x="2700" y="21600"/>
                </a:cubicBezTo>
                <a:close/>
              </a:path>
            </a:pathLst>
          </a:custGeom>
          <a:gradFill flip="none" rotWithShape="1">
            <a:gsLst>
              <a:gs pos="0">
                <a:srgbClr val="FF5130">
                  <a:alpha val="90000"/>
                </a:srgbClr>
              </a:gs>
              <a:gs pos="100000">
                <a:srgbClr val="DE2575">
                  <a:alpha val="90000"/>
                </a:srgbClr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279400" dist="393700" dir="27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6" name="Oval 47"/>
          <p:cNvSpPr/>
          <p:nvPr/>
        </p:nvSpPr>
        <p:spPr xmlns:m="http://schemas.openxmlformats.org/officeDocument/2006/math" xmlns:a14="http://schemas.microsoft.com/office/drawing/2010/main">
          <a:xfrm>
            <a:off x="8717985" y="2801949"/>
            <a:ext cx="20639" cy="20639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279400" dist="393700" dir="27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7" name="Freeform: Shape 41"/>
          <p:cNvSpPr/>
          <p:nvPr/>
        </p:nvSpPr>
        <p:spPr xmlns:m="http://schemas.openxmlformats.org/officeDocument/2006/math" xmlns:a14="http://schemas.microsoft.com/office/drawing/2010/main">
          <a:xfrm>
            <a:off x="3415740" y="2335223"/>
            <a:ext cx="255589" cy="3413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125" y="1350"/>
                </a:moveTo>
                <a:cubicBezTo>
                  <a:pt x="19350" y="1350"/>
                  <a:pt x="19800" y="1519"/>
                  <a:pt x="19800" y="1856"/>
                </a:cubicBezTo>
                <a:cubicBezTo>
                  <a:pt x="19800" y="19744"/>
                  <a:pt x="19800" y="19744"/>
                  <a:pt x="19800" y="19744"/>
                </a:cubicBezTo>
                <a:cubicBezTo>
                  <a:pt x="19800" y="19912"/>
                  <a:pt x="19350" y="20250"/>
                  <a:pt x="19125" y="20250"/>
                </a:cubicBezTo>
                <a:cubicBezTo>
                  <a:pt x="2475" y="20250"/>
                  <a:pt x="2475" y="20250"/>
                  <a:pt x="2475" y="20250"/>
                </a:cubicBezTo>
                <a:cubicBezTo>
                  <a:pt x="2025" y="20250"/>
                  <a:pt x="1800" y="19912"/>
                  <a:pt x="1800" y="19744"/>
                </a:cubicBezTo>
                <a:cubicBezTo>
                  <a:pt x="1800" y="1856"/>
                  <a:pt x="1800" y="1856"/>
                  <a:pt x="1800" y="1856"/>
                </a:cubicBezTo>
                <a:cubicBezTo>
                  <a:pt x="1800" y="1519"/>
                  <a:pt x="2025" y="1350"/>
                  <a:pt x="2475" y="1350"/>
                </a:cubicBezTo>
                <a:cubicBezTo>
                  <a:pt x="19125" y="1350"/>
                  <a:pt x="19125" y="1350"/>
                  <a:pt x="19125" y="1350"/>
                </a:cubicBezTo>
                <a:moveTo>
                  <a:pt x="19125" y="0"/>
                </a:moveTo>
                <a:cubicBezTo>
                  <a:pt x="2475" y="0"/>
                  <a:pt x="2475" y="0"/>
                  <a:pt x="2475" y="0"/>
                </a:cubicBezTo>
                <a:cubicBezTo>
                  <a:pt x="1125" y="0"/>
                  <a:pt x="0" y="844"/>
                  <a:pt x="0" y="1856"/>
                </a:cubicBezTo>
                <a:cubicBezTo>
                  <a:pt x="0" y="19744"/>
                  <a:pt x="0" y="19744"/>
                  <a:pt x="0" y="19744"/>
                </a:cubicBezTo>
                <a:cubicBezTo>
                  <a:pt x="0" y="20756"/>
                  <a:pt x="1125" y="21600"/>
                  <a:pt x="2475" y="21600"/>
                </a:cubicBezTo>
                <a:cubicBezTo>
                  <a:pt x="19125" y="21600"/>
                  <a:pt x="19125" y="21600"/>
                  <a:pt x="19125" y="21600"/>
                </a:cubicBezTo>
                <a:cubicBezTo>
                  <a:pt x="20475" y="21600"/>
                  <a:pt x="21600" y="20756"/>
                  <a:pt x="21600" y="19744"/>
                </a:cubicBezTo>
                <a:cubicBezTo>
                  <a:pt x="21600" y="1856"/>
                  <a:pt x="21600" y="1856"/>
                  <a:pt x="21600" y="1856"/>
                </a:cubicBezTo>
                <a:cubicBezTo>
                  <a:pt x="21600" y="844"/>
                  <a:pt x="20475" y="0"/>
                  <a:pt x="19125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279400" dist="393700" dir="27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8" name="Freeform: Shape 42"/>
          <p:cNvSpPr/>
          <p:nvPr/>
        </p:nvSpPr>
        <p:spPr xmlns:m="http://schemas.openxmlformats.org/officeDocument/2006/math" xmlns:a14="http://schemas.microsoft.com/office/drawing/2010/main">
          <a:xfrm>
            <a:off x="3458602" y="2378086"/>
            <a:ext cx="169864" cy="234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238" y="982"/>
                </a:moveTo>
                <a:cubicBezTo>
                  <a:pt x="19575" y="982"/>
                  <a:pt x="20250" y="1227"/>
                  <a:pt x="20250" y="1718"/>
                </a:cubicBezTo>
                <a:cubicBezTo>
                  <a:pt x="20250" y="19882"/>
                  <a:pt x="20250" y="19882"/>
                  <a:pt x="20250" y="19882"/>
                </a:cubicBezTo>
                <a:cubicBezTo>
                  <a:pt x="20250" y="20127"/>
                  <a:pt x="19575" y="20618"/>
                  <a:pt x="19238" y="20618"/>
                </a:cubicBezTo>
                <a:cubicBezTo>
                  <a:pt x="2362" y="20618"/>
                  <a:pt x="2362" y="20618"/>
                  <a:pt x="2362" y="20618"/>
                </a:cubicBezTo>
                <a:cubicBezTo>
                  <a:pt x="1687" y="20618"/>
                  <a:pt x="1350" y="20127"/>
                  <a:pt x="1350" y="19882"/>
                </a:cubicBezTo>
                <a:cubicBezTo>
                  <a:pt x="1350" y="1718"/>
                  <a:pt x="1350" y="1718"/>
                  <a:pt x="1350" y="1718"/>
                </a:cubicBezTo>
                <a:cubicBezTo>
                  <a:pt x="1350" y="1227"/>
                  <a:pt x="1687" y="982"/>
                  <a:pt x="2362" y="982"/>
                </a:cubicBezTo>
                <a:cubicBezTo>
                  <a:pt x="19238" y="982"/>
                  <a:pt x="19238" y="982"/>
                  <a:pt x="19238" y="982"/>
                </a:cubicBezTo>
                <a:moveTo>
                  <a:pt x="19238" y="0"/>
                </a:moveTo>
                <a:cubicBezTo>
                  <a:pt x="2362" y="0"/>
                  <a:pt x="2362" y="0"/>
                  <a:pt x="2362" y="0"/>
                </a:cubicBezTo>
                <a:cubicBezTo>
                  <a:pt x="1012" y="0"/>
                  <a:pt x="0" y="736"/>
                  <a:pt x="0" y="1718"/>
                </a:cubicBezTo>
                <a:cubicBezTo>
                  <a:pt x="0" y="19882"/>
                  <a:pt x="0" y="19882"/>
                  <a:pt x="0" y="19882"/>
                </a:cubicBezTo>
                <a:cubicBezTo>
                  <a:pt x="0" y="20864"/>
                  <a:pt x="1012" y="21600"/>
                  <a:pt x="2362" y="21600"/>
                </a:cubicBezTo>
                <a:cubicBezTo>
                  <a:pt x="19238" y="21600"/>
                  <a:pt x="19238" y="21600"/>
                  <a:pt x="19238" y="21600"/>
                </a:cubicBezTo>
                <a:cubicBezTo>
                  <a:pt x="20588" y="21600"/>
                  <a:pt x="21600" y="20864"/>
                  <a:pt x="21600" y="19882"/>
                </a:cubicBezTo>
                <a:cubicBezTo>
                  <a:pt x="21600" y="1718"/>
                  <a:pt x="21600" y="1718"/>
                  <a:pt x="21600" y="1718"/>
                </a:cubicBezTo>
                <a:cubicBezTo>
                  <a:pt x="21600" y="736"/>
                  <a:pt x="20588" y="0"/>
                  <a:pt x="19238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279400" dist="393700" dir="27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9" name="Oval 43"/>
          <p:cNvSpPr/>
          <p:nvPr/>
        </p:nvSpPr>
        <p:spPr xmlns:m="http://schemas.openxmlformats.org/officeDocument/2006/math" xmlns:a14="http://schemas.microsoft.com/office/drawing/2010/main">
          <a:xfrm>
            <a:off x="3533215" y="2624148"/>
            <a:ext cx="20639" cy="20639"/>
          </a:xfrm>
          <a:prstGeom prst="ellipse">
            <a:avLst/>
          </a:prstGeom>
          <a:gradFill flip="none" rotWithShape="1">
            <a:gsLst>
              <a:gs pos="0">
                <a:srgbClr val="37D1DC">
                  <a:alpha val="90000"/>
                </a:srgbClr>
              </a:gs>
              <a:gs pos="100000">
                <a:srgbClr val="5B87E5">
                  <a:alpha val="90000"/>
                </a:srgbClr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279400" dist="393700" dir="27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0" name="Straight Connector 39"/>
          <p:cNvSpPr/>
          <p:nvPr/>
        </p:nvSpPr>
        <p:spPr>
          <a:xfrm flipV="1">
            <a:off x="7112908" y="2677065"/>
            <a:ext cx="640809" cy="645390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D9D9D9"/>
            </a:solidFill>
            <a:prstDash val="sysDash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1" name="Straight Connector 40"/>
          <p:cNvSpPr/>
          <p:nvPr/>
        </p:nvSpPr>
        <p:spPr>
          <a:xfrm>
            <a:off x="7755086" y="2672889"/>
            <a:ext cx="696730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D9D9D9"/>
            </a:solidFill>
            <a:prstDash val="sysDash"/>
            <a:miter lim="800000"/>
            <a:tailEnd type="diamond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2" name="Straight Connector 37"/>
          <p:cNvSpPr/>
          <p:nvPr/>
        </p:nvSpPr>
        <p:spPr>
          <a:xfrm flipH="1" flipV="1">
            <a:off x="4482282" y="2490798"/>
            <a:ext cx="529424" cy="53320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D9D9D9"/>
            </a:solidFill>
            <a:prstDash val="sysDash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3" name="Straight Connector 38"/>
          <p:cNvSpPr/>
          <p:nvPr/>
        </p:nvSpPr>
        <p:spPr>
          <a:xfrm flipH="1" flipV="1">
            <a:off x="3820549" y="2502772"/>
            <a:ext cx="659715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D9D9D9"/>
            </a:solidFill>
            <a:prstDash val="sysDash"/>
            <a:miter lim="800000"/>
            <a:tailEnd type="diamond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4" name="Freeform: Shape 35"/>
          <p:cNvSpPr/>
          <p:nvPr/>
        </p:nvSpPr>
        <p:spPr xmlns:m="http://schemas.openxmlformats.org/officeDocument/2006/math" xmlns:a14="http://schemas.microsoft.com/office/drawing/2010/main">
          <a:xfrm>
            <a:off x="3406706" y="4873675"/>
            <a:ext cx="301009" cy="1993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700" y="0"/>
                </a:moveTo>
                <a:cubicBezTo>
                  <a:pt x="900" y="0"/>
                  <a:pt x="900" y="0"/>
                  <a:pt x="900" y="0"/>
                </a:cubicBezTo>
                <a:cubicBezTo>
                  <a:pt x="450" y="0"/>
                  <a:pt x="0" y="675"/>
                  <a:pt x="0" y="1350"/>
                </a:cubicBezTo>
                <a:cubicBezTo>
                  <a:pt x="0" y="20250"/>
                  <a:pt x="0" y="20250"/>
                  <a:pt x="0" y="20250"/>
                </a:cubicBezTo>
                <a:cubicBezTo>
                  <a:pt x="0" y="20925"/>
                  <a:pt x="450" y="21600"/>
                  <a:pt x="900" y="21600"/>
                </a:cubicBezTo>
                <a:cubicBezTo>
                  <a:pt x="20700" y="21600"/>
                  <a:pt x="20700" y="21600"/>
                  <a:pt x="20700" y="21600"/>
                </a:cubicBezTo>
                <a:cubicBezTo>
                  <a:pt x="21150" y="21600"/>
                  <a:pt x="21600" y="20925"/>
                  <a:pt x="21600" y="20250"/>
                </a:cubicBezTo>
                <a:cubicBezTo>
                  <a:pt x="21600" y="1350"/>
                  <a:pt x="21600" y="1350"/>
                  <a:pt x="21600" y="1350"/>
                </a:cubicBezTo>
                <a:cubicBezTo>
                  <a:pt x="21600" y="675"/>
                  <a:pt x="21150" y="0"/>
                  <a:pt x="20700" y="0"/>
                </a:cubicBezTo>
                <a:close/>
                <a:moveTo>
                  <a:pt x="20700" y="20250"/>
                </a:moveTo>
                <a:cubicBezTo>
                  <a:pt x="900" y="20250"/>
                  <a:pt x="900" y="20250"/>
                  <a:pt x="900" y="20250"/>
                </a:cubicBezTo>
                <a:cubicBezTo>
                  <a:pt x="900" y="1350"/>
                  <a:pt x="900" y="1350"/>
                  <a:pt x="900" y="1350"/>
                </a:cubicBezTo>
                <a:cubicBezTo>
                  <a:pt x="20700" y="1350"/>
                  <a:pt x="20700" y="1350"/>
                  <a:pt x="20700" y="1350"/>
                </a:cubicBezTo>
                <a:lnTo>
                  <a:pt x="20700" y="2025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279400" dist="393700" dir="27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5" name="Freeform: Shape 36"/>
          <p:cNvSpPr/>
          <p:nvPr/>
        </p:nvSpPr>
        <p:spPr xmlns:m="http://schemas.openxmlformats.org/officeDocument/2006/math" xmlns:a14="http://schemas.microsoft.com/office/drawing/2010/main">
          <a:xfrm>
            <a:off x="3356538" y="4813982"/>
            <a:ext cx="400025" cy="374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575" y="0"/>
                </a:moveTo>
                <a:cubicBezTo>
                  <a:pt x="2025" y="0"/>
                  <a:pt x="2025" y="0"/>
                  <a:pt x="2025" y="0"/>
                </a:cubicBezTo>
                <a:cubicBezTo>
                  <a:pt x="844" y="0"/>
                  <a:pt x="0" y="900"/>
                  <a:pt x="0" y="2160"/>
                </a:cubicBezTo>
                <a:cubicBezTo>
                  <a:pt x="0" y="16560"/>
                  <a:pt x="0" y="16560"/>
                  <a:pt x="0" y="16560"/>
                </a:cubicBezTo>
                <a:cubicBezTo>
                  <a:pt x="0" y="17820"/>
                  <a:pt x="844" y="18720"/>
                  <a:pt x="2025" y="18720"/>
                </a:cubicBezTo>
                <a:cubicBezTo>
                  <a:pt x="8775" y="18720"/>
                  <a:pt x="8775" y="18720"/>
                  <a:pt x="8775" y="18720"/>
                </a:cubicBezTo>
                <a:cubicBezTo>
                  <a:pt x="8775" y="19620"/>
                  <a:pt x="8775" y="19620"/>
                  <a:pt x="8775" y="19620"/>
                </a:cubicBezTo>
                <a:cubicBezTo>
                  <a:pt x="4556" y="20160"/>
                  <a:pt x="4556" y="20160"/>
                  <a:pt x="4556" y="20160"/>
                </a:cubicBezTo>
                <a:cubicBezTo>
                  <a:pt x="4219" y="20340"/>
                  <a:pt x="4050" y="20520"/>
                  <a:pt x="4050" y="20880"/>
                </a:cubicBezTo>
                <a:cubicBezTo>
                  <a:pt x="4050" y="21240"/>
                  <a:pt x="4387" y="21600"/>
                  <a:pt x="4725" y="21600"/>
                </a:cubicBezTo>
                <a:cubicBezTo>
                  <a:pt x="16875" y="21600"/>
                  <a:pt x="16875" y="21600"/>
                  <a:pt x="16875" y="21600"/>
                </a:cubicBezTo>
                <a:cubicBezTo>
                  <a:pt x="17213" y="21600"/>
                  <a:pt x="17550" y="21240"/>
                  <a:pt x="17550" y="20880"/>
                </a:cubicBezTo>
                <a:cubicBezTo>
                  <a:pt x="17550" y="20520"/>
                  <a:pt x="17381" y="20340"/>
                  <a:pt x="17044" y="20160"/>
                </a:cubicBezTo>
                <a:cubicBezTo>
                  <a:pt x="12825" y="19620"/>
                  <a:pt x="12825" y="19620"/>
                  <a:pt x="12825" y="19620"/>
                </a:cubicBezTo>
                <a:cubicBezTo>
                  <a:pt x="12825" y="18720"/>
                  <a:pt x="12825" y="18720"/>
                  <a:pt x="12825" y="18720"/>
                </a:cubicBezTo>
                <a:cubicBezTo>
                  <a:pt x="19575" y="18720"/>
                  <a:pt x="19575" y="18720"/>
                  <a:pt x="19575" y="18720"/>
                </a:cubicBezTo>
                <a:cubicBezTo>
                  <a:pt x="20756" y="18720"/>
                  <a:pt x="21600" y="17820"/>
                  <a:pt x="21600" y="16560"/>
                </a:cubicBezTo>
                <a:cubicBezTo>
                  <a:pt x="21600" y="2160"/>
                  <a:pt x="21600" y="2160"/>
                  <a:pt x="21600" y="2160"/>
                </a:cubicBezTo>
                <a:cubicBezTo>
                  <a:pt x="21600" y="900"/>
                  <a:pt x="20756" y="0"/>
                  <a:pt x="19575" y="0"/>
                </a:cubicBezTo>
                <a:close/>
                <a:moveTo>
                  <a:pt x="20250" y="16560"/>
                </a:moveTo>
                <a:cubicBezTo>
                  <a:pt x="20250" y="16920"/>
                  <a:pt x="19913" y="17280"/>
                  <a:pt x="19575" y="17280"/>
                </a:cubicBezTo>
                <a:cubicBezTo>
                  <a:pt x="13500" y="17280"/>
                  <a:pt x="13500" y="17280"/>
                  <a:pt x="13500" y="17280"/>
                </a:cubicBezTo>
                <a:cubicBezTo>
                  <a:pt x="8100" y="17280"/>
                  <a:pt x="8100" y="17280"/>
                  <a:pt x="8100" y="17280"/>
                </a:cubicBezTo>
                <a:cubicBezTo>
                  <a:pt x="2025" y="17280"/>
                  <a:pt x="2025" y="17280"/>
                  <a:pt x="2025" y="17280"/>
                </a:cubicBezTo>
                <a:cubicBezTo>
                  <a:pt x="1687" y="17280"/>
                  <a:pt x="1350" y="16920"/>
                  <a:pt x="1350" y="16560"/>
                </a:cubicBezTo>
                <a:cubicBezTo>
                  <a:pt x="1350" y="2160"/>
                  <a:pt x="1350" y="2160"/>
                  <a:pt x="1350" y="2160"/>
                </a:cubicBezTo>
                <a:cubicBezTo>
                  <a:pt x="1350" y="1800"/>
                  <a:pt x="1687" y="1440"/>
                  <a:pt x="2025" y="1440"/>
                </a:cubicBezTo>
                <a:cubicBezTo>
                  <a:pt x="19575" y="1440"/>
                  <a:pt x="19575" y="1440"/>
                  <a:pt x="19575" y="1440"/>
                </a:cubicBezTo>
                <a:cubicBezTo>
                  <a:pt x="19913" y="1440"/>
                  <a:pt x="20250" y="1800"/>
                  <a:pt x="20250" y="2160"/>
                </a:cubicBezTo>
                <a:lnTo>
                  <a:pt x="20250" y="1656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279400" dist="393700" dir="27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6" name="Straight Connector 30"/>
          <p:cNvSpPr/>
          <p:nvPr/>
        </p:nvSpPr>
        <p:spPr>
          <a:xfrm flipH="1">
            <a:off x="3922149" y="5017372"/>
            <a:ext cx="710515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D9D9D9"/>
            </a:solidFill>
            <a:prstDash val="sysDash"/>
            <a:miter lim="800000"/>
            <a:tailEnd type="diamond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7" name="Straight Connector 31"/>
          <p:cNvSpPr/>
          <p:nvPr/>
        </p:nvSpPr>
        <p:spPr>
          <a:xfrm>
            <a:off x="7137020" y="5068956"/>
            <a:ext cx="1255003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D9D9D9"/>
            </a:solidFill>
            <a:prstDash val="sysDash"/>
            <a:miter lim="800000"/>
            <a:tailEnd type="diamond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8" name="Freeform: Shape 33"/>
          <p:cNvSpPr/>
          <p:nvPr/>
        </p:nvSpPr>
        <p:spPr xmlns:m="http://schemas.openxmlformats.org/officeDocument/2006/math" xmlns:a14="http://schemas.microsoft.com/office/drawing/2010/main">
          <a:xfrm>
            <a:off x="8450611" y="4915264"/>
            <a:ext cx="320444" cy="233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413" y="21600"/>
                </a:moveTo>
                <a:cubicBezTo>
                  <a:pt x="19128" y="21600"/>
                  <a:pt x="19128" y="21600"/>
                  <a:pt x="19128" y="21600"/>
                </a:cubicBezTo>
                <a:cubicBezTo>
                  <a:pt x="19834" y="21600"/>
                  <a:pt x="20364" y="21276"/>
                  <a:pt x="20894" y="20629"/>
                </a:cubicBezTo>
                <a:cubicBezTo>
                  <a:pt x="21365" y="19982"/>
                  <a:pt x="21600" y="19173"/>
                  <a:pt x="21600" y="18202"/>
                </a:cubicBezTo>
                <a:cubicBezTo>
                  <a:pt x="21600" y="3398"/>
                  <a:pt x="21600" y="3398"/>
                  <a:pt x="21600" y="3398"/>
                </a:cubicBezTo>
                <a:cubicBezTo>
                  <a:pt x="21600" y="2427"/>
                  <a:pt x="21365" y="1618"/>
                  <a:pt x="20894" y="971"/>
                </a:cubicBezTo>
                <a:cubicBezTo>
                  <a:pt x="20364" y="324"/>
                  <a:pt x="19834" y="0"/>
                  <a:pt x="19128" y="0"/>
                </a:cubicBezTo>
                <a:cubicBezTo>
                  <a:pt x="2413" y="0"/>
                  <a:pt x="2413" y="0"/>
                  <a:pt x="2413" y="0"/>
                </a:cubicBezTo>
                <a:cubicBezTo>
                  <a:pt x="1766" y="0"/>
                  <a:pt x="1177" y="324"/>
                  <a:pt x="706" y="971"/>
                </a:cubicBezTo>
                <a:cubicBezTo>
                  <a:pt x="235" y="1618"/>
                  <a:pt x="0" y="2427"/>
                  <a:pt x="0" y="3398"/>
                </a:cubicBezTo>
                <a:cubicBezTo>
                  <a:pt x="0" y="18202"/>
                  <a:pt x="0" y="18202"/>
                  <a:pt x="0" y="18202"/>
                </a:cubicBezTo>
                <a:cubicBezTo>
                  <a:pt x="0" y="19173"/>
                  <a:pt x="235" y="19982"/>
                  <a:pt x="706" y="20629"/>
                </a:cubicBezTo>
                <a:cubicBezTo>
                  <a:pt x="1177" y="21276"/>
                  <a:pt x="1766" y="21600"/>
                  <a:pt x="2413" y="21600"/>
                </a:cubicBezTo>
                <a:close/>
                <a:moveTo>
                  <a:pt x="1942" y="3398"/>
                </a:moveTo>
                <a:cubicBezTo>
                  <a:pt x="1942" y="3155"/>
                  <a:pt x="2001" y="2993"/>
                  <a:pt x="2119" y="2912"/>
                </a:cubicBezTo>
                <a:cubicBezTo>
                  <a:pt x="2178" y="2751"/>
                  <a:pt x="2295" y="2670"/>
                  <a:pt x="2413" y="2670"/>
                </a:cubicBezTo>
                <a:cubicBezTo>
                  <a:pt x="19128" y="2670"/>
                  <a:pt x="19128" y="2670"/>
                  <a:pt x="19128" y="2670"/>
                </a:cubicBezTo>
                <a:cubicBezTo>
                  <a:pt x="19246" y="2670"/>
                  <a:pt x="19363" y="2751"/>
                  <a:pt x="19481" y="2912"/>
                </a:cubicBezTo>
                <a:cubicBezTo>
                  <a:pt x="19599" y="2993"/>
                  <a:pt x="19599" y="3155"/>
                  <a:pt x="19599" y="3398"/>
                </a:cubicBezTo>
                <a:cubicBezTo>
                  <a:pt x="19599" y="18202"/>
                  <a:pt x="19599" y="18202"/>
                  <a:pt x="19599" y="18202"/>
                </a:cubicBezTo>
                <a:cubicBezTo>
                  <a:pt x="19599" y="18445"/>
                  <a:pt x="19599" y="18526"/>
                  <a:pt x="19481" y="18688"/>
                </a:cubicBezTo>
                <a:cubicBezTo>
                  <a:pt x="19363" y="18849"/>
                  <a:pt x="19246" y="18930"/>
                  <a:pt x="19128" y="18930"/>
                </a:cubicBezTo>
                <a:cubicBezTo>
                  <a:pt x="2413" y="18930"/>
                  <a:pt x="2413" y="18930"/>
                  <a:pt x="2413" y="18930"/>
                </a:cubicBezTo>
                <a:cubicBezTo>
                  <a:pt x="2295" y="18930"/>
                  <a:pt x="2178" y="18849"/>
                  <a:pt x="2119" y="18688"/>
                </a:cubicBezTo>
                <a:cubicBezTo>
                  <a:pt x="2001" y="18526"/>
                  <a:pt x="1942" y="18445"/>
                  <a:pt x="1942" y="18202"/>
                </a:cubicBezTo>
                <a:lnTo>
                  <a:pt x="1942" y="3398"/>
                </a:lnTo>
                <a:close/>
                <a:moveTo>
                  <a:pt x="1942" y="3398"/>
                </a:moveTo>
                <a:cubicBezTo>
                  <a:pt x="1942" y="3398"/>
                  <a:pt x="1942" y="3398"/>
                  <a:pt x="1942" y="3398"/>
                </a:cubicBezTo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279400" dist="393700" dir="27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9" name="Freeform: Shape 34"/>
          <p:cNvSpPr/>
          <p:nvPr/>
        </p:nvSpPr>
        <p:spPr xmlns:m="http://schemas.openxmlformats.org/officeDocument/2006/math" xmlns:a14="http://schemas.microsoft.com/office/drawing/2010/main">
          <a:xfrm>
            <a:off x="8392022" y="5163966"/>
            <a:ext cx="437621" cy="430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7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0800"/>
                  <a:pt x="0" y="10800"/>
                  <a:pt x="0" y="10800"/>
                </a:cubicBezTo>
                <a:cubicBezTo>
                  <a:pt x="0" y="13824"/>
                  <a:pt x="172" y="16416"/>
                  <a:pt x="517" y="18144"/>
                </a:cubicBezTo>
                <a:cubicBezTo>
                  <a:pt x="862" y="20304"/>
                  <a:pt x="1293" y="21600"/>
                  <a:pt x="1811" y="21600"/>
                </a:cubicBezTo>
                <a:cubicBezTo>
                  <a:pt x="19789" y="21600"/>
                  <a:pt x="19789" y="21600"/>
                  <a:pt x="19789" y="21600"/>
                </a:cubicBezTo>
                <a:cubicBezTo>
                  <a:pt x="20263" y="21600"/>
                  <a:pt x="20695" y="20304"/>
                  <a:pt x="21040" y="18144"/>
                </a:cubicBezTo>
                <a:cubicBezTo>
                  <a:pt x="21384" y="16416"/>
                  <a:pt x="21600" y="13824"/>
                  <a:pt x="21600" y="10800"/>
                </a:cubicBezTo>
                <a:cubicBezTo>
                  <a:pt x="21600" y="0"/>
                  <a:pt x="21600" y="0"/>
                  <a:pt x="21600" y="0"/>
                </a:cubicBezTo>
                <a:lnTo>
                  <a:pt x="19789" y="0"/>
                </a:lnTo>
                <a:close/>
                <a:moveTo>
                  <a:pt x="11684" y="10800"/>
                </a:moveTo>
                <a:cubicBezTo>
                  <a:pt x="9873" y="10800"/>
                  <a:pt x="9873" y="10800"/>
                  <a:pt x="9873" y="10800"/>
                </a:cubicBezTo>
                <a:cubicBezTo>
                  <a:pt x="9787" y="10800"/>
                  <a:pt x="9701" y="9936"/>
                  <a:pt x="9701" y="9072"/>
                </a:cubicBezTo>
                <a:cubicBezTo>
                  <a:pt x="9701" y="7776"/>
                  <a:pt x="9787" y="6912"/>
                  <a:pt x="9873" y="6912"/>
                </a:cubicBezTo>
                <a:cubicBezTo>
                  <a:pt x="11684" y="6912"/>
                  <a:pt x="11684" y="6912"/>
                  <a:pt x="11684" y="6912"/>
                </a:cubicBezTo>
                <a:cubicBezTo>
                  <a:pt x="11813" y="6912"/>
                  <a:pt x="11856" y="7776"/>
                  <a:pt x="11856" y="9072"/>
                </a:cubicBezTo>
                <a:cubicBezTo>
                  <a:pt x="11856" y="9936"/>
                  <a:pt x="11813" y="10800"/>
                  <a:pt x="11684" y="10800"/>
                </a:cubicBezTo>
                <a:close/>
                <a:moveTo>
                  <a:pt x="11684" y="10800"/>
                </a:moveTo>
                <a:cubicBezTo>
                  <a:pt x="11684" y="10800"/>
                  <a:pt x="11684" y="10800"/>
                  <a:pt x="11684" y="10800"/>
                </a:cubicBezTo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279400" dist="393700" dir="27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0" name="矩形 57"/>
          <p:cNvSpPr txBox="1"/>
          <p:nvPr/>
        </p:nvSpPr>
        <p:spPr>
          <a:xfrm>
            <a:off x="8991163" y="2501403"/>
            <a:ext cx="2280405" cy="9550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41" name="矩形 58"/>
          <p:cNvSpPr txBox="1"/>
          <p:nvPr/>
        </p:nvSpPr>
        <p:spPr>
          <a:xfrm>
            <a:off x="8991163" y="2187246"/>
            <a:ext cx="2150535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42" name="矩形 60"/>
          <p:cNvSpPr txBox="1"/>
          <p:nvPr/>
        </p:nvSpPr>
        <p:spPr>
          <a:xfrm>
            <a:off x="8991163" y="4934580"/>
            <a:ext cx="2280405" cy="9550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43" name="矩形 61"/>
          <p:cNvSpPr txBox="1"/>
          <p:nvPr/>
        </p:nvSpPr>
        <p:spPr>
          <a:xfrm>
            <a:off x="8991163" y="4620423"/>
            <a:ext cx="2150535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44" name="矩形 63"/>
          <p:cNvSpPr txBox="1"/>
          <p:nvPr/>
        </p:nvSpPr>
        <p:spPr>
          <a:xfrm>
            <a:off x="921854" y="2501403"/>
            <a:ext cx="2280405" cy="9550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r"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45" name="矩形 64"/>
          <p:cNvSpPr txBox="1"/>
          <p:nvPr/>
        </p:nvSpPr>
        <p:spPr>
          <a:xfrm>
            <a:off x="1051723" y="2187246"/>
            <a:ext cx="2150536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r"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46" name="矩形 66"/>
          <p:cNvSpPr txBox="1"/>
          <p:nvPr/>
        </p:nvSpPr>
        <p:spPr>
          <a:xfrm>
            <a:off x="921854" y="4934580"/>
            <a:ext cx="2280405" cy="9550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r"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</a:t>
            </a:r>
          </a:p>
        </p:txBody>
      </p:sp>
      <p:sp>
        <p:nvSpPr>
          <p:cNvPr id="47" name="矩形 67"/>
          <p:cNvSpPr txBox="1"/>
          <p:nvPr/>
        </p:nvSpPr>
        <p:spPr>
          <a:xfrm>
            <a:off x="1051723" y="4620423"/>
            <a:ext cx="2150536" cy="447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r">
              <a:lnSpc>
                <a:spcPct val="120000"/>
              </a:lnSpc>
              <a:defRPr b="1" sz="2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圆角矩形 7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3503212" y="2439857"/>
            <a:ext cx="1157110" cy="1157113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4C5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圆角矩形 2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2582377" y="-218683"/>
            <a:ext cx="2047476" cy="2047477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4C5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圆角矩形 10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103937" y="3677656"/>
            <a:ext cx="2062804" cy="2062804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4C5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圆角矩形 13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-2409406" y="-2474529"/>
            <a:ext cx="4268329" cy="4268328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4C5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圆角矩形 17"/>
          <p:cNvSpPr/>
          <p:nvPr/>
        </p:nvSpPr>
        <p:spPr xmlns:m="http://schemas.openxmlformats.org/officeDocument/2006/math" xmlns:a14="http://schemas.microsoft.com/office/drawing/2010/main">
          <a:xfrm flipH="1" flipV="1" rot="2700000">
            <a:off x="9365188" y="-1511310"/>
            <a:ext cx="2071476" cy="2080281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圆角矩形 18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2217216" y="2078718"/>
            <a:ext cx="1145274" cy="1145274"/>
          </a:xfrm>
          <a:prstGeom prst="roundRect">
            <a:avLst>
              <a:gd name="adj" fmla="val 7233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圆角矩形 19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493001" y="39888"/>
            <a:ext cx="2100468" cy="2100469"/>
          </a:xfrm>
          <a:prstGeom prst="roundRect">
            <a:avLst>
              <a:gd name="adj" fmla="val 7233"/>
            </a:avLst>
          </a:prstGeom>
          <a:solidFill>
            <a:srgbClr val="F2F2F2">
              <a:alpha val="73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圆角矩形 20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2838211" y="1449961"/>
            <a:ext cx="1368824" cy="1368825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圆角矩形 21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1191853" y="-1038603"/>
            <a:ext cx="1733107" cy="1733108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圆角矩形 22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-63108" y="5379761"/>
            <a:ext cx="2024254" cy="2024255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" name="圆角矩形 23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-724471" y="4071060"/>
            <a:ext cx="1145274" cy="1145274"/>
          </a:xfrm>
          <a:prstGeom prst="roundRect">
            <a:avLst>
              <a:gd name="adj" fmla="val 7233"/>
            </a:avLst>
          </a:prstGeom>
          <a:solidFill>
            <a:srgbClr val="F2F2F2">
              <a:alpha val="75000"/>
            </a:srgbClr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" name="文本框 27"/>
          <p:cNvSpPr txBox="1"/>
          <p:nvPr/>
        </p:nvSpPr>
        <p:spPr>
          <a:xfrm>
            <a:off x="8636620" y="1539604"/>
            <a:ext cx="2487904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6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  <a:sym typeface="思源黑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4" name="文本框 28"/>
          <p:cNvSpPr txBox="1"/>
          <p:nvPr/>
        </p:nvSpPr>
        <p:spPr>
          <a:xfrm>
            <a:off x="5349812" y="2734293"/>
            <a:ext cx="5932044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7200">
                <a:solidFill>
                  <a:srgbClr val="262626"/>
                </a:solidFill>
                <a:latin typeface="思源黑体 HW Bold"/>
                <a:ea typeface="思源黑体 HW Bold"/>
                <a:cs typeface="思源黑体 HW Bold"/>
                <a:sym typeface="思源黑体 HW Bold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15" name="文本框 29"/>
          <p:cNvSpPr txBox="1"/>
          <p:nvPr/>
        </p:nvSpPr>
        <p:spPr>
          <a:xfrm>
            <a:off x="6451703" y="4260839"/>
            <a:ext cx="4738034" cy="504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r">
              <a:lnSpc>
                <a:spcPct val="150000"/>
              </a:lnSpc>
              <a:defRPr sz="11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aaaaaaaaaaaaaaaaaaaaaaaaaaaaaaaaaaaaaaaaaaaaaaaaaaaaaaaaaaaaaaaaaaaaaaaaaaaaaaaaaaaaaaaaaaaaaaaaaaaaaaaaaaaaaaaaaaaaaaaaaaaaaaaaaaaaaaaaa</a:t>
            </a:r>
          </a:p>
        </p:txBody>
      </p:sp>
      <p:sp>
        <p:nvSpPr>
          <p:cNvPr id="16" name="直接连接符 30"/>
          <p:cNvSpPr/>
          <p:nvPr/>
        </p:nvSpPr>
        <p:spPr>
          <a:xfrm>
            <a:off x="8647782" y="1605998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7" name="直接连接符 31"/>
          <p:cNvSpPr/>
          <p:nvPr/>
        </p:nvSpPr>
        <p:spPr>
          <a:xfrm>
            <a:off x="8639451" y="2510633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8" name="文本框 34"/>
          <p:cNvSpPr txBox="1"/>
          <p:nvPr/>
        </p:nvSpPr>
        <p:spPr>
          <a:xfrm>
            <a:off x="5734430" y="3849473"/>
            <a:ext cx="5537534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50000"/>
              </a:lnSpc>
              <a:defRPr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aaaaaaaaaaaaaaaaaaaaaaa</a:t>
            </a:r>
          </a:p>
        </p:txBody>
      </p:sp>
      <p:sp>
        <p:nvSpPr>
          <p:cNvPr id="19" name="圆角矩形 18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3318516" y="5324168"/>
            <a:ext cx="2730443" cy="2730443"/>
          </a:xfrm>
          <a:prstGeom prst="roundRect">
            <a:avLst>
              <a:gd name="adj" fmla="val 7233"/>
            </a:avLst>
          </a:prstGeom>
          <a:solidFill>
            <a:srgbClr val="FDFDFD">
              <a:alpha val="77647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圆角矩形"/>
          <p:cNvSpPr/>
          <p:nvPr/>
        </p:nvSpPr>
        <p:spPr xmlns:m="http://schemas.openxmlformats.org/officeDocument/2006/math" xmlns:a14="http://schemas.microsoft.com/office/drawing/2010/main">
          <a:xfrm>
            <a:off x="8807116" y="5340472"/>
            <a:ext cx="2363129" cy="442674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74C5A8"/>
              </a:gs>
              <a:gs pos="100000">
                <a:srgbClr val="9CD6C1"/>
              </a:gs>
            </a:gsLst>
            <a:lin ang="162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defRPr b="1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1" name="汇报人：第一PPT"/>
          <p:cNvSpPr txBox="1"/>
          <p:nvPr/>
        </p:nvSpPr>
        <p:spPr>
          <a:xfrm>
            <a:off x="8874445" y="5362081"/>
            <a:ext cx="2228470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defRPr b="1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aaaaaaaaa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第一PPT，www.1ppt.com​​">
  <a:themeElements>
    <a:clrScheme name="第一PPT，www.1ppt.com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ABA98"/>
      </a:accent1>
      <a:accent2>
        <a:srgbClr val="326855"/>
      </a:accent2>
      <a:accent3>
        <a:srgbClr val="275041"/>
      </a:accent3>
      <a:accent4>
        <a:srgbClr val="1B382E"/>
      </a:accent4>
      <a:accent5>
        <a:srgbClr val="0F201A"/>
      </a:accent5>
      <a:accent6>
        <a:srgbClr val="040706"/>
      </a:accent6>
      <a:hlink>
        <a:srgbClr val="0000FF"/>
      </a:hlink>
      <a:folHlink>
        <a:srgbClr val="FF00FF"/>
      </a:folHlink>
    </a:clrScheme>
    <a:fontScheme name="第一PPT，www.1ppt.com​​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第一PPT，www.1ppt.com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第一PPT，www.1ppt.com​​">
  <a:themeElements>
    <a:clrScheme name="第一PPT，www.1ppt.com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ABA98"/>
      </a:accent1>
      <a:accent2>
        <a:srgbClr val="326855"/>
      </a:accent2>
      <a:accent3>
        <a:srgbClr val="275041"/>
      </a:accent3>
      <a:accent4>
        <a:srgbClr val="1B382E"/>
      </a:accent4>
      <a:accent5>
        <a:srgbClr val="0F201A"/>
      </a:accent5>
      <a:accent6>
        <a:srgbClr val="040706"/>
      </a:accent6>
      <a:hlink>
        <a:srgbClr val="0000FF"/>
      </a:hlink>
      <a:folHlink>
        <a:srgbClr val="FF00FF"/>
      </a:folHlink>
    </a:clrScheme>
    <a:fontScheme name="第一PPT，www.1ppt.com​​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第一PPT，www.1ppt.com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PPTAgent</cp:lastModifiedBy>
</cp:coreProperties>
</file>