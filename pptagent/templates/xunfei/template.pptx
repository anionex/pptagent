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5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</p:sldMasterIdLst>
  <p:notesMasterIdLst>
    <p:notesMasterId r:id="rId10"/>
  </p:notesMasterIdLst>
  <p:handoutMasterIdLst>
    <p:handoutMasterId r:id="rId17"/>
  </p:handoutMasterIdLst>
  <p:sldIdLst>
    <p:sldId id="256" r:id="rId16"/>
    <p:sldId id="257" r:id="rId15"/>
    <p:sldId id="258" r:id="rId14"/>
    <p:sldId id="259" r:id="rId13"/>
    <p:sldId id="260" r:id="rId12"/>
    <p:sldId id="261" r:id="rId11"/>
    <p:sldId id="262" r:id="rId9"/>
  </p:sldIdLst>
  <p:sldSz cx="12192000" cy="6858000"/>
  <p:notesSz cx="6858000" cy="9144000"/>
  <p:embeddedFontLst>
    <p:embeddedFont>
      <p:font typeface="微软雅黑" panose="020B0503020204020204" charset="-122"/>
      <p:regular r:id="rId21"/>
    </p:embeddedFont>
    <p:embeddedFont>
      <p:font typeface="云峰飞云体" panose="02000500000000000000" charset="-122"/>
      <p:regular r:id="rId22"/>
    </p:embeddedFont>
    <p:embeddedFont>
      <p:font typeface="优设标题黑" panose="00000500000000000000" charset="-122"/>
      <p:regular r:id="rId23"/>
    </p:embeddedFont>
  </p:embeddedFontLst>
  <p:custDataLst>
    <p:tags r:id="rId2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78" userDrawn="1">
          <p15:clr>
            <a:srgbClr val="747775"/>
          </p15:clr>
        </p15:guide>
        <p15:guide id="2" pos="2829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9FF"/>
    <a:srgbClr val="F7A506"/>
    <a:srgbClr val="FFFFFF"/>
    <a:srgbClr val="C69500"/>
    <a:srgbClr val="00437E"/>
    <a:srgbClr val="073665"/>
    <a:srgbClr val="57CDE9"/>
    <a:srgbClr val="091F39"/>
    <a:srgbClr val="7CDFEF"/>
    <a:srgbClr val="09AF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1056" y="76"/>
      </p:cViewPr>
      <p:guideLst>
        <p:guide orient="horz" pos="1778"/>
        <p:guide pos="28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6.xml"/><Relationship Id="rId12" Type="http://schemas.openxmlformats.org/officeDocument/2006/relationships/slide" Target="slides/slide5.xml"/><Relationship Id="rId13" Type="http://schemas.openxmlformats.org/officeDocument/2006/relationships/slide" Target="slides/slide4.xml"/><Relationship Id="rId14" Type="http://schemas.openxmlformats.org/officeDocument/2006/relationships/slide" Target="slides/slide3.xml"/><Relationship Id="rId15" Type="http://schemas.openxmlformats.org/officeDocument/2006/relationships/slide" Target="slides/slide2.xml"/><Relationship Id="rId16" Type="http://schemas.openxmlformats.org/officeDocument/2006/relationships/slide" Target="slides/slide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tags" Target="tags/tag15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 descr="ee02790fc46d9917c63157d675acace32509ddb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4" name="椭圆 28"/>
          <p:cNvSpPr/>
          <p:nvPr/>
        </p:nvSpPr>
        <p:spPr>
          <a:xfrm>
            <a:off x="1140136" y="149"/>
            <a:ext cx="8275186" cy="6575323"/>
          </a:xfrm>
          <a:prstGeom prst="ellipse">
            <a:avLst/>
          </a:prstGeom>
          <a:solidFill>
            <a:schemeClr val="accent5">
              <a:lumMod val="50000"/>
              <a:alpha val="18000"/>
            </a:scheme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27"/>
          <p:cNvSpPr txBox="1"/>
          <p:nvPr>
            <p:custDataLst>
              <p:tags r:id="rId2"/>
            </p:custDataLst>
          </p:nvPr>
        </p:nvSpPr>
        <p:spPr>
          <a:xfrm>
            <a:off x="1704340" y="1548130"/>
            <a:ext cx="2503805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9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a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sp>
        <p:nvSpPr>
          <p:cNvPr id="6" name="任意多边形: 形状 54"/>
          <p:cNvSpPr/>
          <p:nvPr/>
        </p:nvSpPr>
        <p:spPr>
          <a:xfrm>
            <a:off x="0" y="1640527"/>
            <a:ext cx="12192000" cy="1530541"/>
          </a:xfrm>
          <a:custGeom>
            <a:avLst/>
            <a:gdLst>
              <a:gd name="connsiteX0" fmla="*/ 10532588 w 12192000"/>
              <a:gd name="connsiteY0" fmla="*/ 601 h 1530541"/>
              <a:gd name="connsiteX1" fmla="*/ 11958150 w 12192000"/>
              <a:gd name="connsiteY1" fmla="*/ 142130 h 1530541"/>
              <a:gd name="connsiteX2" fmla="*/ 12192000 w 12192000"/>
              <a:gd name="connsiteY2" fmla="*/ 201947 h 1530541"/>
              <a:gd name="connsiteX3" fmla="*/ 12192000 w 12192000"/>
              <a:gd name="connsiteY3" fmla="*/ 1102573 h 1530541"/>
              <a:gd name="connsiteX4" fmla="*/ 11954622 w 12192000"/>
              <a:gd name="connsiteY4" fmla="*/ 1008653 h 1530541"/>
              <a:gd name="connsiteX5" fmla="*/ 186394 w 12192000"/>
              <a:gd name="connsiteY5" fmla="*/ 1456934 h 1530541"/>
              <a:gd name="connsiteX6" fmla="*/ 0 w 12192000"/>
              <a:gd name="connsiteY6" fmla="*/ 1420189 h 1530541"/>
              <a:gd name="connsiteX7" fmla="*/ 0 w 12192000"/>
              <a:gd name="connsiteY7" fmla="*/ 333209 h 1530541"/>
              <a:gd name="connsiteX8" fmla="*/ 151671 w 12192000"/>
              <a:gd name="connsiteY8" fmla="*/ 395549 h 1530541"/>
              <a:gd name="connsiteX9" fmla="*/ 10532588 w 12192000"/>
              <a:gd name="connsiteY9" fmla="*/ 601 h 1530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530541">
                <a:moveTo>
                  <a:pt x="10532588" y="601"/>
                </a:moveTo>
                <a:cubicBezTo>
                  <a:pt x="11001483" y="-5534"/>
                  <a:pt x="11474788" y="34922"/>
                  <a:pt x="11958150" y="142130"/>
                </a:cubicBezTo>
                <a:lnTo>
                  <a:pt x="12192000" y="201947"/>
                </a:lnTo>
                <a:lnTo>
                  <a:pt x="12192000" y="1102573"/>
                </a:lnTo>
                <a:lnTo>
                  <a:pt x="11954622" y="1008653"/>
                </a:lnTo>
                <a:cubicBezTo>
                  <a:pt x="8163436" y="-351877"/>
                  <a:pt x="3299842" y="1962606"/>
                  <a:pt x="186394" y="1456934"/>
                </a:cubicBezTo>
                <a:lnTo>
                  <a:pt x="0" y="1420189"/>
                </a:lnTo>
                <a:lnTo>
                  <a:pt x="0" y="333209"/>
                </a:lnTo>
                <a:lnTo>
                  <a:pt x="151671" y="395549"/>
                </a:lnTo>
                <a:cubicBezTo>
                  <a:pt x="4513268" y="2126845"/>
                  <a:pt x="7426157" y="41250"/>
                  <a:pt x="10532588" y="601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0"/>
                </a:schemeClr>
              </a:gs>
              <a:gs pos="47000">
                <a:schemeClr val="bg1">
                  <a:alpha val="0"/>
                </a:schemeClr>
              </a:gs>
              <a:gs pos="86000">
                <a:srgbClr val="57CDE9">
                  <a:alpha val="20000"/>
                </a:srgbClr>
              </a:gs>
              <a:gs pos="22000">
                <a:srgbClr val="57CDE9">
                  <a:alpha val="20000"/>
                </a:srgbClr>
              </a:gs>
              <a:gs pos="100000">
                <a:schemeClr val="accent1">
                  <a:alpha val="7000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>
            <a:lvl1pPr>
              <a:defRPr/>
            </a:lvl1pPr>
          </a:lstStyle>
          <a:p>
            <a:pPr marL="0" marR="0" lvl="0" indent="0" algn="ct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7" name="图片 30" descr="pic_placeholder.png"/>
          <p:cNvPicPr>
            <a:picLocks noChangeAspect="1"/>
          </p:cNvPicPr>
          <p:nvPr/>
        </p:nvPicPr>
        <p:blipFill>
          <a:blip r:embed="rId3"/>
          <a:srcRect b="29119" t="30422"/>
          <a:stretch>
            <a:fillRect/>
          </a:stretch>
        </p:blipFill>
        <p:spPr>
          <a:xfrm>
            <a:off x="109220" y="372745"/>
            <a:ext cx="2190115" cy="709295"/>
          </a:xfrm>
          <a:prstGeom prst="rect">
            <a:avLst/>
          </a:prstGeom>
        </p:spPr>
      </p:pic>
      <p:sp>
        <p:nvSpPr>
          <p:cNvPr id="8" name="文本框 10"/>
          <p:cNvSpPr txBox="1"/>
          <p:nvPr>
            <p:custDataLst>
              <p:tags r:id="rId4"/>
            </p:custDataLst>
          </p:nvPr>
        </p:nvSpPr>
        <p:spPr>
          <a:xfrm>
            <a:off x="3924935" y="1856740"/>
            <a:ext cx="1826895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a</a:t>
            </a:r>
            <a:endParaRPr kumimoji="0" lang="zh-CN" altLang="en-US" sz="166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cxnSp>
        <p:nvCxnSpPr>
          <p:cNvPr id="9" name="直接连接符 22"/>
          <p:cNvCxnSpPr/>
          <p:nvPr/>
        </p:nvCxnSpPr>
        <p:spPr>
          <a:xfrm>
            <a:off x="8007985" y="2626360"/>
            <a:ext cx="3042920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alpha val="0"/>
                  </a:sysClr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pic>
        <p:nvPicPr>
          <p:cNvPr id="10" name="Picture 10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8084842" y="-7987"/>
            <a:ext cx="4107643" cy="4989140"/>
          </a:xfrm>
          <a:prstGeom prst="rect">
            <a:avLst/>
          </a:prstGeom>
        </p:spPr>
      </p:pic>
      <p:sp>
        <p:nvSpPr>
          <p:cNvPr id="11" name="文本框 11"/>
          <p:cNvSpPr txBox="1"/>
          <p:nvPr>
            <p:custDataLst>
              <p:tags r:id="rId6"/>
            </p:custDataLst>
          </p:nvPr>
        </p:nvSpPr>
        <p:spPr>
          <a:xfrm>
            <a:off x="6086475" y="1530985"/>
            <a:ext cx="2136140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9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a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pic>
        <p:nvPicPr>
          <p:cNvPr id="12" name="Picture 6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14295" y="1385570"/>
            <a:ext cx="1375410" cy="1232535"/>
          </a:xfrm>
          <a:prstGeom prst="rect">
            <a:avLst/>
          </a:prstGeom>
        </p:spPr>
      </p:pic>
      <p:sp>
        <p:nvSpPr>
          <p:cNvPr id="13" name="文本框 13"/>
          <p:cNvSpPr txBox="1"/>
          <p:nvPr/>
        </p:nvSpPr>
        <p:spPr>
          <a:xfrm>
            <a:off x="1492250" y="3851275"/>
            <a:ext cx="8965565" cy="853440"/>
          </a:xfrm>
          <a:prstGeom prst="rect">
            <a:avLst/>
          </a:prstGeom>
          <a:noFill/>
          <a:ln w="15875" cap="flat" cmpd="sng" algn="ctr">
            <a:noFill/>
            <a:prstDash val="solid"/>
            <a:miter lim="800000"/>
          </a:ln>
          <a:effectLst>
            <a:reflection blurRad="25400" stA="20000" endPos="35000" dir="5400000" sy="-100000" algn="bl" rotWithShape="0"/>
          </a:effectLst>
        </p:spPr>
        <p:txBody>
          <a:bodyPr rtlCol="0" anchor="ctr"/>
          <a:lstStyle>
            <a:defPPr>
              <a:defRPr lang="zh-CN"/>
            </a:defPPr>
            <a:lvl1pPr algn="ctr">
              <a:defRPr sz="1600" b="1">
                <a:gradFill flip="none" rotWithShape="1">
                  <a:gsLst>
                    <a:gs pos="0">
                      <a:srgbClr val="BFBFBF"/>
                    </a:gs>
                    <a:gs pos="50000">
                      <a:srgbClr val="016DFF">
                        <a:lumMod val="20000"/>
                        <a:lumOff val="80000"/>
                      </a:srgbClr>
                    </a:gs>
                    <a:gs pos="100000">
                      <a:srgbClr val="BFBFBF"/>
                    </a:gs>
                  </a:gsLst>
                  <a:lin ang="13500000" scaled="1"/>
                  <a:tileRect/>
                </a:gradFill>
                <a:latin typeface="字体圈欣意冠黑体" panose="00000500000000000000" pitchFamily="2" charset="-122"/>
                <a:ea typeface="字体圈欣意冠黑体" panose="00000500000000000000" pitchFamily="2" charset="-122"/>
              </a:defRPr>
            </a:lvl1pPr>
            <a:lvl2pPr>
              <a:defRPr>
                <a:solidFill>
                  <a:sysClr val="window" lastClr="FFFFFF"/>
                </a:solidFill>
              </a:defRPr>
            </a:lvl2pPr>
            <a:lvl3pPr>
              <a:defRPr>
                <a:solidFill>
                  <a:sysClr val="window" lastClr="FFFFFF"/>
                </a:solidFill>
              </a:defRPr>
            </a:lvl3pPr>
            <a:lvl4pPr>
              <a:defRPr>
                <a:solidFill>
                  <a:sysClr val="window" lastClr="FFFFFF"/>
                </a:solidFill>
              </a:defRPr>
            </a:lvl4pPr>
            <a:lvl5pPr>
              <a:defRPr>
                <a:solidFill>
                  <a:sysClr val="window" lastClr="FFFFFF"/>
                </a:solidFill>
              </a:defRPr>
            </a:lvl5pPr>
            <a:lvl6pPr>
              <a:defRPr>
                <a:solidFill>
                  <a:sysClr val="window" lastClr="FFFFFF"/>
                </a:solidFill>
              </a:defRPr>
            </a:lvl6pPr>
            <a:lvl7pPr>
              <a:defRPr>
                <a:solidFill>
                  <a:sysClr val="window" lastClr="FFFFFF"/>
                </a:solidFill>
              </a:defRPr>
            </a:lvl7pPr>
            <a:lvl8pPr>
              <a:defRPr>
                <a:solidFill>
                  <a:sysClr val="window" lastClr="FFFFFF"/>
                </a:solidFill>
              </a:defRPr>
            </a:lvl8pPr>
            <a:lvl9pPr>
              <a:defRPr>
                <a:solidFill>
                  <a:sysClr val="window" lastClr="FFFFFF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90000"/>
                  </a:prstClr>
                </a:soli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思源黑体 CN Bold" panose="020B0800000000000000" charset="-122"/>
              </a:rPr>
              <a:t>aaaaaaaaaaaaaaaaaa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90000"/>
                </a:prstClr>
              </a:soli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思源黑体 CN Bold" panose="020B0800000000000000" charset="-122"/>
            </a:endParaRPr>
          </a:p>
        </p:txBody>
      </p:sp>
      <p:pic>
        <p:nvPicPr>
          <p:cNvPr id="14" name="图片 67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71410" y="1328420"/>
            <a:ext cx="3030220" cy="2564765"/>
          </a:xfrm>
          <a:prstGeom prst="rect">
            <a:avLst/>
          </a:prstGeom>
        </p:spPr>
      </p:pic>
      <p:pic>
        <p:nvPicPr>
          <p:cNvPr id="15" name="Picture 6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53380" y="2464435"/>
            <a:ext cx="802005" cy="718185"/>
          </a:xfrm>
          <a:prstGeom prst="rect">
            <a:avLst/>
          </a:prstGeom>
        </p:spPr>
      </p:pic>
      <p:sp>
        <p:nvSpPr>
          <p:cNvPr id="16" name="文本框 16"/>
          <p:cNvSpPr txBox="1"/>
          <p:nvPr>
            <p:custDataLst>
              <p:tags r:id="rId9"/>
            </p:custDataLst>
          </p:nvPr>
        </p:nvSpPr>
        <p:spPr>
          <a:xfrm>
            <a:off x="5088255" y="1828800"/>
            <a:ext cx="1826895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a</a:t>
            </a:r>
            <a:endParaRPr kumimoji="0" lang="zh-CN" altLang="en-US" sz="166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sp>
        <p:nvSpPr>
          <p:cNvPr id="17" name="文本框 19"/>
          <p:cNvSpPr txBox="1"/>
          <p:nvPr/>
        </p:nvSpPr>
        <p:spPr>
          <a:xfrm>
            <a:off x="8188960" y="2657475"/>
            <a:ext cx="2857500" cy="853440"/>
          </a:xfrm>
          <a:prstGeom prst="rect">
            <a:avLst/>
          </a:prstGeom>
          <a:noFill/>
          <a:ln w="15875" cap="flat" cmpd="sng" algn="ctr">
            <a:noFill/>
            <a:prstDash val="solid"/>
            <a:miter lim="800000"/>
          </a:ln>
          <a:effectLst>
            <a:reflection blurRad="25400" stA="20000" endPos="35000" dir="5400000" sy="-100000" algn="bl" rotWithShape="0"/>
          </a:effectLst>
        </p:spPr>
        <p:txBody>
          <a:bodyPr rtlCol="0" anchor="ctr"/>
          <a:lstStyle>
            <a:defPPr>
              <a:defRPr lang="zh-CN"/>
            </a:defPPr>
            <a:lvl1pPr algn="ctr">
              <a:defRPr sz="1600" b="1">
                <a:gradFill flip="none" rotWithShape="1">
                  <a:gsLst>
                    <a:gs pos="0">
                      <a:srgbClr val="BFBFBF"/>
                    </a:gs>
                    <a:gs pos="50000">
                      <a:srgbClr val="016DFF">
                        <a:lumMod val="20000"/>
                        <a:lumOff val="80000"/>
                      </a:srgbClr>
                    </a:gs>
                    <a:gs pos="100000">
                      <a:srgbClr val="BFBFBF"/>
                    </a:gs>
                  </a:gsLst>
                  <a:lin ang="13500000" scaled="1"/>
                  <a:tileRect/>
                </a:gradFill>
                <a:latin typeface="字体圈欣意冠黑体" panose="00000500000000000000" pitchFamily="2" charset="-122"/>
                <a:ea typeface="字体圈欣意冠黑体" panose="00000500000000000000" pitchFamily="2" charset="-122"/>
              </a:defRPr>
            </a:lvl1pPr>
            <a:lvl2pPr>
              <a:defRPr>
                <a:solidFill>
                  <a:sysClr val="window" lastClr="FFFFFF"/>
                </a:solidFill>
              </a:defRPr>
            </a:lvl2pPr>
            <a:lvl3pPr>
              <a:defRPr>
                <a:solidFill>
                  <a:sysClr val="window" lastClr="FFFFFF"/>
                </a:solidFill>
              </a:defRPr>
            </a:lvl3pPr>
            <a:lvl4pPr>
              <a:defRPr>
                <a:solidFill>
                  <a:sysClr val="window" lastClr="FFFFFF"/>
                </a:solidFill>
              </a:defRPr>
            </a:lvl4pPr>
            <a:lvl5pPr>
              <a:defRPr>
                <a:solidFill>
                  <a:sysClr val="window" lastClr="FFFFFF"/>
                </a:solidFill>
              </a:defRPr>
            </a:lvl5pPr>
            <a:lvl6pPr>
              <a:defRPr>
                <a:solidFill>
                  <a:sysClr val="window" lastClr="FFFFFF"/>
                </a:solidFill>
              </a:defRPr>
            </a:lvl6pPr>
            <a:lvl7pPr>
              <a:defRPr>
                <a:solidFill>
                  <a:sysClr val="window" lastClr="FFFFFF"/>
                </a:solidFill>
              </a:defRPr>
            </a:lvl7pPr>
            <a:lvl8pPr>
              <a:defRPr>
                <a:solidFill>
                  <a:sysClr val="window" lastClr="FFFFFF"/>
                </a:solidFill>
              </a:defRPr>
            </a:lvl8pPr>
            <a:lvl9pPr>
              <a:defRPr>
                <a:solidFill>
                  <a:sysClr val="window" lastClr="FFFFFF"/>
                </a:solidFill>
              </a:defRPr>
            </a:lvl9pPr>
          </a:lstStyle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sym typeface="思源黑体 CN Bold" panose="020B0800000000000000" charset="-122"/>
              </a:rPr>
              <a:t>aaaa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sym typeface="思源黑体 CN Bold" panose="020B0800000000000000" charset="-122"/>
            </a:endParaRPr>
          </a:p>
        </p:txBody>
      </p:sp>
      <p:pic>
        <p:nvPicPr>
          <p:cNvPr id="18" name="方能演亦38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35445" y="2926080"/>
            <a:ext cx="4801235" cy="108648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076879" y="6019800"/>
            <a:ext cx="2733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r">
              <a:lnSpc>
                <a:spcPct val="130000"/>
              </a:lnSpc>
              <a:defRPr/>
            </a:pPr>
            <a:r>
              <a:rPr lang="en-US" sz="1200" dirty="0">
                <a:solidFill>
                  <a:schemeClr val="bg1">
                    <a:alpha val="64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aaaaaaaaaaaaaaaaaaaaa</a:t>
            </a:r>
            <a:endParaRPr lang="en-US" sz="1200" dirty="0">
              <a:solidFill>
                <a:schemeClr val="bg1">
                  <a:alpha val="64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086404" y="6286500"/>
            <a:ext cx="2724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r">
              <a:lnSpc>
                <a:spcPct val="120000"/>
              </a:lnSpc>
              <a:defRPr/>
            </a:pPr>
            <a:r>
              <a:rPr lang="en-US" sz="1050" dirty="0">
                <a:solidFill>
                  <a:schemeClr val="bg1">
                    <a:alpha val="64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aaaaaaaaaaaaaaaaaaaaaaaaaaaaaaaaaaaaaaa</a:t>
            </a:r>
            <a:endParaRPr lang="en-US" sz="1050" dirty="0">
              <a:solidFill>
                <a:schemeClr val="bg1">
                  <a:alpha val="64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21" name="图片 45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45650" y="2375535"/>
            <a:ext cx="1132205" cy="1424305"/>
          </a:xfrm>
          <a:prstGeom prst="rect">
            <a:avLst/>
          </a:prstGeom>
        </p:spPr>
      </p:pic>
      <p:pic>
        <p:nvPicPr>
          <p:cNvPr id="22" name="方能演亦38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91255" y="4110990"/>
            <a:ext cx="4801235" cy="1086485"/>
          </a:xfrm>
          <a:prstGeom prst="rect">
            <a:avLst/>
          </a:prstGeom>
        </p:spPr>
      </p:pic>
      <p:pic>
        <p:nvPicPr>
          <p:cNvPr id="23" name="Picture 6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5400000" flipH="1">
            <a:off x="9699721" y="891985"/>
            <a:ext cx="1022995" cy="2085186"/>
          </a:xfrm>
          <a:prstGeom prst="rect">
            <a:avLst/>
          </a:prstGeom>
        </p:spPr>
      </p:pic>
      <p:pic>
        <p:nvPicPr>
          <p:cNvPr id="24" name="Picture 6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78695" y="3387725"/>
            <a:ext cx="1375410" cy="1232535"/>
          </a:xfrm>
          <a:prstGeom prst="rect">
            <a:avLst/>
          </a:prstGeom>
        </p:spPr>
      </p:pic>
      <p:pic>
        <p:nvPicPr>
          <p:cNvPr id="25" name="Picture 20" descr="pic_placeholder.png"/>
          <p:cNvPicPr>
            <a:picLocks noChangeAspect="1"/>
          </p:cNvPicPr>
          <p:nvPr/>
        </p:nvPicPr>
        <p:blipFill>
          <a:blip r:embed="rId3"/>
          <a:srcRect b="34249" t="22435" l="8228"/>
          <a:stretch>
            <a:fillRect/>
          </a:stretch>
        </p:blipFill>
        <p:spPr>
          <a:xfrm>
            <a:off x="9779635" y="395605"/>
            <a:ext cx="2145665" cy="667385"/>
          </a:xfrm>
          <a:prstGeom prst="rect">
            <a:avLst/>
          </a:prstGeom>
        </p:spPr>
      </p:pic>
      <p:sp>
        <p:nvSpPr>
          <p:cNvPr id="26" name="平行四边形 60"/>
          <p:cNvSpPr/>
          <p:nvPr/>
        </p:nvSpPr>
        <p:spPr>
          <a:xfrm>
            <a:off x="-1715770" y="3890645"/>
            <a:ext cx="12302945" cy="671371"/>
          </a:xfrm>
          <a:prstGeom prst="parallelogram">
            <a:avLst>
              <a:gd name="adj" fmla="val 57653"/>
            </a:avLst>
          </a:prstGeom>
          <a:gradFill flip="none" rotWithShape="1">
            <a:gsLst>
              <a:gs pos="19000">
                <a:srgbClr val="00C1FF">
                  <a:alpha val="0"/>
                </a:srgbClr>
              </a:gs>
              <a:gs pos="100000">
                <a:sysClr val="window" lastClr="FFFFFF">
                  <a:alpha val="40000"/>
                </a:sys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7" name="平行四边形 61"/>
          <p:cNvSpPr/>
          <p:nvPr/>
        </p:nvSpPr>
        <p:spPr>
          <a:xfrm>
            <a:off x="-1602560" y="3964128"/>
            <a:ext cx="12302945" cy="671371"/>
          </a:xfrm>
          <a:prstGeom prst="parallelogram">
            <a:avLst>
              <a:gd name="adj" fmla="val 57653"/>
            </a:avLst>
          </a:prstGeom>
          <a:noFill/>
          <a:ln w="6350" cap="flat" cmpd="sng" algn="ctr">
            <a:gradFill flip="none" rotWithShape="1">
              <a:gsLst>
                <a:gs pos="22000">
                  <a:srgbClr val="016DFF">
                    <a:lumMod val="5000"/>
                    <a:lumOff val="95000"/>
                    <a:alpha val="0"/>
                  </a:srgbClr>
                </a:gs>
                <a:gs pos="100000">
                  <a:srgbClr val="00C1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8" name="文本框 9"/>
          <p:cNvSpPr txBox="1"/>
          <p:nvPr>
            <p:custDataLst>
              <p:tags r:id="rId10"/>
            </p:custDataLst>
          </p:nvPr>
        </p:nvSpPr>
        <p:spPr>
          <a:xfrm>
            <a:off x="6787074" y="5415036"/>
            <a:ext cx="1925082" cy="3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14"/>
          <p:cNvSpPr txBox="1"/>
          <p:nvPr>
            <p:custDataLst>
              <p:tags r:id="rId11"/>
            </p:custDataLst>
          </p:nvPr>
        </p:nvSpPr>
        <p:spPr>
          <a:xfrm>
            <a:off x="3125788" y="5415036"/>
            <a:ext cx="2882809" cy="3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: 圆角 62"/>
          <p:cNvSpPr/>
          <p:nvPr/>
        </p:nvSpPr>
        <p:spPr>
          <a:xfrm>
            <a:off x="3125788" y="4902200"/>
            <a:ext cx="2882809" cy="3964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wrap="none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: 圆角 9215"/>
          <p:cNvSpPr/>
          <p:nvPr/>
        </p:nvSpPr>
        <p:spPr>
          <a:xfrm>
            <a:off x="6183403" y="4915367"/>
            <a:ext cx="2882809" cy="3964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wrap="none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Shape 1"/>
          <p:cNvSpPr/>
          <p:nvPr/>
        </p:nvSpPr>
        <p:spPr>
          <a:xfrm>
            <a:off x="3727768" y="572123"/>
            <a:ext cx="4544060" cy="409275"/>
          </a:xfrm>
          <a:custGeom>
            <a:avLst/>
            <a:gdLst/>
            <a:ahLst/>
            <a:cxnLst/>
            <a:rect l="l" t="t" r="r" b="b"/>
            <a:pathLst>
              <a:path w="3895725" h="428625">
                <a:moveTo>
                  <a:pt x="214313" y="0"/>
                </a:moveTo>
                <a:lnTo>
                  <a:pt x="3681413" y="0"/>
                </a:lnTo>
                <a:cubicBezTo>
                  <a:pt x="3799695" y="0"/>
                  <a:pt x="3895725" y="96030"/>
                  <a:pt x="3895725" y="214313"/>
                </a:cubicBezTo>
                <a:lnTo>
                  <a:pt x="3895725" y="214313"/>
                </a:lnTo>
                <a:cubicBezTo>
                  <a:pt x="3895725" y="332595"/>
                  <a:pt x="3799695" y="428625"/>
                  <a:pt x="36814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3" name="Text 2"/>
          <p:cNvSpPr/>
          <p:nvPr/>
        </p:nvSpPr>
        <p:spPr>
          <a:xfrm>
            <a:off x="3619818" y="640018"/>
            <a:ext cx="4761230" cy="2360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en-US" b="1" kern="0" spc="68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lt"/>
              </a:rPr>
              <a:t>aaaaaaaaaaaaaaaaaaaaaaaaaaaaaaa</a:t>
            </a:r>
            <a:endParaRPr lang="en-US" b="1" kern="0" spc="68" dirty="0">
              <a:solidFill>
                <a:schemeClr val="bg1"/>
              </a:solidFill>
              <a:latin typeface="+mj-lt"/>
              <a:ea typeface="Arial" panose="020B0604020202020204" pitchFamily="34" charset="0"/>
              <a:cs typeface="+mj-lt"/>
            </a:endParaRPr>
          </a:p>
        </p:txBody>
      </p:sp>
      <p:pic>
        <p:nvPicPr>
          <p:cNvPr id="34" name="方能演亦38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89363" y="556260"/>
            <a:ext cx="4112895" cy="867410"/>
          </a:xfrm>
          <a:prstGeom prst="rect">
            <a:avLst/>
          </a:prstGeom>
        </p:spPr>
      </p:pic>
      <p:sp>
        <p:nvSpPr>
          <p:cNvPr id="35" name="燕尾形 47"/>
          <p:cNvSpPr/>
          <p:nvPr/>
        </p:nvSpPr>
        <p:spPr>
          <a:xfrm>
            <a:off x="2951163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6" name="燕尾形 49"/>
          <p:cNvSpPr/>
          <p:nvPr/>
        </p:nvSpPr>
        <p:spPr>
          <a:xfrm>
            <a:off x="3281363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7" name="燕尾形 51"/>
          <p:cNvSpPr/>
          <p:nvPr/>
        </p:nvSpPr>
        <p:spPr>
          <a:xfrm>
            <a:off x="2620963" y="621617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8" name="燕尾形 53"/>
          <p:cNvSpPr/>
          <p:nvPr/>
        </p:nvSpPr>
        <p:spPr>
          <a:xfrm>
            <a:off x="8910638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9" name="燕尾形 54"/>
          <p:cNvSpPr/>
          <p:nvPr/>
        </p:nvSpPr>
        <p:spPr>
          <a:xfrm>
            <a:off x="9240838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40" name="燕尾形 55"/>
          <p:cNvSpPr/>
          <p:nvPr/>
        </p:nvSpPr>
        <p:spPr>
          <a:xfrm>
            <a:off x="8580438" y="621617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41" name="Shape 11"/>
          <p:cNvSpPr/>
          <p:nvPr/>
        </p:nvSpPr>
        <p:spPr>
          <a:xfrm>
            <a:off x="8492490" y="6057900"/>
            <a:ext cx="447040" cy="447040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9AFDA">
              <a:alpha val="30000"/>
            </a:srgbClr>
          </a:solidFill>
          <a:ln w="12700">
            <a:solidFill>
              <a:srgbClr val="57CDE9">
                <a:alpha val="50196"/>
              </a:srgbClr>
            </a:solidFill>
            <a:prstDash val="solid"/>
          </a:ln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2" name="Shape 12"/>
          <p:cNvSpPr/>
          <p:nvPr/>
        </p:nvSpPr>
        <p:spPr>
          <a:xfrm>
            <a:off x="8620578" y="6185988"/>
            <a:ext cx="190229" cy="190229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gradFill>
            <a:gsLst>
              <a:gs pos="0">
                <a:srgbClr val="0189FF"/>
              </a:gs>
              <a:gs pos="50000">
                <a:srgbClr val="57CDE9"/>
              </a:gs>
              <a:gs pos="100000">
                <a:srgbClr val="57CDE9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 descr="c5619efd3bbd89d75ac313a9afebfa40e155ffb9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椭圆 60"/>
          <p:cNvSpPr/>
          <p:nvPr/>
        </p:nvSpPr>
        <p:spPr>
          <a:xfrm>
            <a:off x="1422192" y="-822153"/>
            <a:ext cx="9275017" cy="8800928"/>
          </a:xfrm>
          <a:prstGeom prst="ellipse">
            <a:avLst/>
          </a:prstGeom>
          <a:gradFill>
            <a:gsLst>
              <a:gs pos="0">
                <a:srgbClr val="02307D"/>
              </a:gs>
              <a:gs pos="100000">
                <a:srgbClr val="02307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749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0" y="0"/>
            <a:ext cx="12192635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4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5" name="图片 44" descr="pic_placeholder.png"/>
          <p:cNvPicPr>
            <a:picLocks noChangeAspect="1"/>
          </p:cNvPicPr>
          <p:nvPr/>
        </p:nvPicPr>
        <p:blipFill>
          <a:blip r:embed="rId3"/>
          <a:srcRect l="21435" r="6620"/>
          <a:stretch>
            <a:fillRect/>
          </a:stretch>
        </p:blipFill>
        <p:spPr>
          <a:xfrm>
            <a:off x="5256530" y="-427355"/>
            <a:ext cx="7701280" cy="7616825"/>
          </a:xfrm>
          <a:prstGeom prst="rect">
            <a:avLst/>
          </a:prstGeom>
        </p:spPr>
      </p:pic>
      <p:sp>
        <p:nvSpPr>
          <p:cNvPr id="6" name="椭圆 45"/>
          <p:cNvSpPr/>
          <p:nvPr/>
        </p:nvSpPr>
        <p:spPr>
          <a:xfrm>
            <a:off x="3039745" y="-1829435"/>
            <a:ext cx="4879975" cy="11022330"/>
          </a:xfrm>
          <a:prstGeom prst="ellipse">
            <a:avLst/>
          </a:prstGeom>
          <a:gradFill>
            <a:gsLst>
              <a:gs pos="60000">
                <a:schemeClr val="accent5">
                  <a:lumMod val="50000"/>
                  <a:alpha val="53000"/>
                </a:schemeClr>
              </a:gs>
              <a:gs pos="100000">
                <a:srgbClr val="02307D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AutoShape 6"/>
          <p:cNvSpPr/>
          <p:nvPr>
            <p:custDataLst>
              <p:tags r:id="rId3"/>
            </p:custDataLst>
          </p:nvPr>
        </p:nvSpPr>
        <p:spPr>
          <a:xfrm>
            <a:off x="762000" y="2032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8" name="Picture 7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2273300"/>
            <a:ext cx="406400" cy="406400"/>
          </a:xfrm>
          <a:prstGeom prst="rect">
            <a:avLst/>
          </a:prstGeom>
        </p:spPr>
      </p:pic>
      <p:sp>
        <p:nvSpPr>
          <p:cNvPr id="9" name="AutoShape 10"/>
          <p:cNvSpPr/>
          <p:nvPr>
            <p:custDataLst>
              <p:tags r:id="rId7"/>
            </p:custDataLst>
          </p:nvPr>
        </p:nvSpPr>
        <p:spPr>
          <a:xfrm>
            <a:off x="762000" y="3048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10" name="Picture 11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3289300"/>
            <a:ext cx="406400" cy="406400"/>
          </a:xfrm>
          <a:prstGeom prst="rect">
            <a:avLst/>
          </a:prstGeom>
        </p:spPr>
      </p:pic>
      <p:sp>
        <p:nvSpPr>
          <p:cNvPr id="11" name="AutoShape 14"/>
          <p:cNvSpPr/>
          <p:nvPr>
            <p:custDataLst>
              <p:tags r:id="rId11"/>
            </p:custDataLst>
          </p:nvPr>
        </p:nvSpPr>
        <p:spPr>
          <a:xfrm>
            <a:off x="762000" y="4064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12" name="Picture 15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4305300"/>
            <a:ext cx="406400" cy="406400"/>
          </a:xfrm>
          <a:prstGeom prst="rect">
            <a:avLst/>
          </a:prstGeom>
        </p:spPr>
      </p:pic>
      <p:sp>
        <p:nvSpPr>
          <p:cNvPr id="13" name="AutoShape 18"/>
          <p:cNvSpPr/>
          <p:nvPr>
            <p:custDataLst>
              <p:tags r:id="rId15"/>
            </p:custDataLst>
          </p:nvPr>
        </p:nvSpPr>
        <p:spPr>
          <a:xfrm>
            <a:off x="762000" y="5080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14" name="Picture 19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5321300"/>
            <a:ext cx="406400" cy="406400"/>
          </a:xfrm>
          <a:prstGeom prst="rect">
            <a:avLst/>
          </a:prstGeom>
        </p:spPr>
      </p:pic>
      <p:sp>
        <p:nvSpPr>
          <p:cNvPr id="15" name="AutoShape 8"/>
          <p:cNvSpPr/>
          <p:nvPr>
            <p:custDataLst>
              <p:tags r:id="rId19"/>
            </p:custDataLst>
          </p:nvPr>
        </p:nvSpPr>
        <p:spPr>
          <a:xfrm>
            <a:off x="1587500" y="2159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aaaa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AutoShape 9"/>
          <p:cNvSpPr/>
          <p:nvPr>
            <p:custDataLst>
              <p:tags r:id="rId20"/>
            </p:custDataLst>
          </p:nvPr>
        </p:nvSpPr>
        <p:spPr>
          <a:xfrm>
            <a:off x="1587500" y="2540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aaaaaaaaaaaaaaa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17" name="AutoShape 12"/>
          <p:cNvSpPr/>
          <p:nvPr>
            <p:custDataLst>
              <p:tags r:id="rId21"/>
            </p:custDataLst>
          </p:nvPr>
        </p:nvSpPr>
        <p:spPr>
          <a:xfrm>
            <a:off x="1587500" y="3175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aaaa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AutoShape 13"/>
          <p:cNvSpPr/>
          <p:nvPr>
            <p:custDataLst>
              <p:tags r:id="rId22"/>
            </p:custDataLst>
          </p:nvPr>
        </p:nvSpPr>
        <p:spPr>
          <a:xfrm>
            <a:off x="1587500" y="3556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aaaaaaaaaaaaaaaaaaaa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19" name="AutoShape 16"/>
          <p:cNvSpPr/>
          <p:nvPr>
            <p:custDataLst>
              <p:tags r:id="rId23"/>
            </p:custDataLst>
          </p:nvPr>
        </p:nvSpPr>
        <p:spPr>
          <a:xfrm>
            <a:off x="1587500" y="4191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aaaa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AutoShape 17"/>
          <p:cNvSpPr/>
          <p:nvPr>
            <p:custDataLst>
              <p:tags r:id="rId24"/>
            </p:custDataLst>
          </p:nvPr>
        </p:nvSpPr>
        <p:spPr>
          <a:xfrm>
            <a:off x="1587500" y="4572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aaaaaaaaaaaaaa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21" name="AutoShape 20"/>
          <p:cNvSpPr/>
          <p:nvPr>
            <p:custDataLst>
              <p:tags r:id="rId25"/>
            </p:custDataLst>
          </p:nvPr>
        </p:nvSpPr>
        <p:spPr>
          <a:xfrm>
            <a:off x="1587500" y="5207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aaaa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AutoShape 21"/>
          <p:cNvSpPr/>
          <p:nvPr>
            <p:custDataLst>
              <p:tags r:id="rId26"/>
            </p:custDataLst>
          </p:nvPr>
        </p:nvSpPr>
        <p:spPr>
          <a:xfrm>
            <a:off x="1587500" y="5588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aaaaaaaaaaaaa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23" name="AutoShape 22"/>
          <p:cNvSpPr/>
          <p:nvPr>
            <p:custDataLst>
              <p:tags r:id="rId27"/>
            </p:custDataLst>
          </p:nvPr>
        </p:nvSpPr>
        <p:spPr>
          <a:xfrm>
            <a:off x="3321050" y="2032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24" name="Picture 23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75050" y="2273300"/>
            <a:ext cx="406400" cy="406400"/>
          </a:xfrm>
          <a:prstGeom prst="rect">
            <a:avLst/>
          </a:prstGeom>
        </p:spPr>
      </p:pic>
      <p:sp>
        <p:nvSpPr>
          <p:cNvPr id="25" name="AutoShape 26"/>
          <p:cNvSpPr/>
          <p:nvPr>
            <p:custDataLst>
              <p:tags r:id="rId31"/>
            </p:custDataLst>
          </p:nvPr>
        </p:nvSpPr>
        <p:spPr>
          <a:xfrm>
            <a:off x="3321050" y="3048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26" name="Picture 27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75050" y="3289300"/>
            <a:ext cx="406400" cy="406400"/>
          </a:xfrm>
          <a:prstGeom prst="rect">
            <a:avLst/>
          </a:prstGeom>
        </p:spPr>
      </p:pic>
      <p:sp>
        <p:nvSpPr>
          <p:cNvPr id="27" name="AutoShape 30"/>
          <p:cNvSpPr/>
          <p:nvPr>
            <p:custDataLst>
              <p:tags r:id="rId35"/>
            </p:custDataLst>
          </p:nvPr>
        </p:nvSpPr>
        <p:spPr>
          <a:xfrm>
            <a:off x="3321050" y="4064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28" name="Picture 31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75050" y="4305300"/>
            <a:ext cx="406400" cy="406400"/>
          </a:xfrm>
          <a:prstGeom prst="rect">
            <a:avLst/>
          </a:prstGeom>
        </p:spPr>
      </p:pic>
      <p:sp>
        <p:nvSpPr>
          <p:cNvPr id="29" name="AutoShape 34"/>
          <p:cNvSpPr/>
          <p:nvPr>
            <p:custDataLst>
              <p:tags r:id="rId39"/>
            </p:custDataLst>
          </p:nvPr>
        </p:nvSpPr>
        <p:spPr>
          <a:xfrm>
            <a:off x="3321050" y="5080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30" name="Picture 35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75050" y="5321300"/>
            <a:ext cx="406400" cy="406400"/>
          </a:xfrm>
          <a:prstGeom prst="rect">
            <a:avLst/>
          </a:prstGeom>
        </p:spPr>
      </p:pic>
      <p:sp>
        <p:nvSpPr>
          <p:cNvPr id="31" name="AutoShape 24"/>
          <p:cNvSpPr/>
          <p:nvPr>
            <p:custDataLst>
              <p:tags r:id="rId43"/>
            </p:custDataLst>
          </p:nvPr>
        </p:nvSpPr>
        <p:spPr>
          <a:xfrm>
            <a:off x="4146550" y="2159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aaaa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AutoShape 25"/>
          <p:cNvSpPr/>
          <p:nvPr>
            <p:custDataLst>
              <p:tags r:id="rId44"/>
            </p:custDataLst>
          </p:nvPr>
        </p:nvSpPr>
        <p:spPr>
          <a:xfrm>
            <a:off x="4146550" y="2540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aaaaaaaaa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3" name="AutoShape 28"/>
          <p:cNvSpPr/>
          <p:nvPr>
            <p:custDataLst>
              <p:tags r:id="rId45"/>
            </p:custDataLst>
          </p:nvPr>
        </p:nvSpPr>
        <p:spPr>
          <a:xfrm>
            <a:off x="4146550" y="3175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aaaa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AutoShape 29"/>
          <p:cNvSpPr/>
          <p:nvPr>
            <p:custDataLst>
              <p:tags r:id="rId46"/>
            </p:custDataLst>
          </p:nvPr>
        </p:nvSpPr>
        <p:spPr>
          <a:xfrm>
            <a:off x="4146550" y="3556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aaaaaaaaaaaaaaaaaaaaa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5" name="AutoShape 32"/>
          <p:cNvSpPr/>
          <p:nvPr>
            <p:custDataLst>
              <p:tags r:id="rId47"/>
            </p:custDataLst>
          </p:nvPr>
        </p:nvSpPr>
        <p:spPr>
          <a:xfrm>
            <a:off x="4146550" y="4191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aaaa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AutoShape 33"/>
          <p:cNvSpPr/>
          <p:nvPr>
            <p:custDataLst>
              <p:tags r:id="rId48"/>
            </p:custDataLst>
          </p:nvPr>
        </p:nvSpPr>
        <p:spPr>
          <a:xfrm>
            <a:off x="4146550" y="4572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aaaaaaaaaaaaaaaaa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7" name="AutoShape 36"/>
          <p:cNvSpPr/>
          <p:nvPr>
            <p:custDataLst>
              <p:tags r:id="rId49"/>
            </p:custDataLst>
          </p:nvPr>
        </p:nvSpPr>
        <p:spPr>
          <a:xfrm>
            <a:off x="4146550" y="5207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aaaaaa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8" name="AutoShape 37"/>
          <p:cNvSpPr/>
          <p:nvPr>
            <p:custDataLst>
              <p:tags r:id="rId50"/>
            </p:custDataLst>
          </p:nvPr>
        </p:nvSpPr>
        <p:spPr>
          <a:xfrm>
            <a:off x="4146550" y="5588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aaaaaaaaaaaaaa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9" name="AutoShape 4"/>
          <p:cNvSpPr/>
          <p:nvPr/>
        </p:nvSpPr>
        <p:spPr>
          <a:xfrm>
            <a:off x="784225" y="698500"/>
            <a:ext cx="184467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6600" i="0" u="none" strike="noStrike" kern="120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sym typeface="Arial" panose="020B0604020202020204" pitchFamily="34" charset="0"/>
              </a:rPr>
              <a:t>aa</a:t>
            </a:r>
            <a:endParaRPr lang="zh-CN" altLang="en-US" sz="6600" i="0" u="none" strike="noStrike" kern="120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40" name="AutoShape 4"/>
          <p:cNvSpPr/>
          <p:nvPr/>
        </p:nvSpPr>
        <p:spPr>
          <a:xfrm>
            <a:off x="762000" y="1016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4800" i="0" u="none" strike="noStrike" kern="120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  <a:alpha val="15000"/>
                      </a:prstClr>
                    </a:gs>
                    <a:gs pos="100000">
                      <a:srgbClr val="01D5F0">
                        <a:lumMod val="100000"/>
                        <a:alpha val="37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sym typeface="Arial" panose="020B0604020202020204" pitchFamily="34" charset="0"/>
              </a:rPr>
              <a:t>aaaaaaaa</a:t>
            </a:r>
            <a:endParaRPr lang="zh-CN" altLang="en-US" sz="4800" i="0" u="none" strike="noStrike" kern="120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  <a:alpha val="15000"/>
                    </a:prstClr>
                  </a:gs>
                  <a:gs pos="100000">
                    <a:srgbClr val="01D5F0">
                      <a:lumMod val="100000"/>
                      <a:alpha val="37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sym typeface="Arial" panose="020B0604020202020204" pitchFamily="34" charset="0"/>
            </a:endParaRPr>
          </a:p>
        </p:txBody>
      </p:sp>
      <p:pic>
        <p:nvPicPr>
          <p:cNvPr id="41" name="方能演亦38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547370" y="1199515"/>
            <a:ext cx="6296025" cy="1086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/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6095"/>
          </a:xfrm>
          <a:prstGeom prst="rect">
            <a:avLst/>
          </a:prstGeom>
        </p:spPr>
      </p:pic>
      <p:sp>
        <p:nvSpPr>
          <p:cNvPr id="4" name="Shape 34"/>
          <p:cNvSpPr/>
          <p:nvPr/>
        </p:nvSpPr>
        <p:spPr>
          <a:xfrm>
            <a:off x="386080" y="3500755"/>
            <a:ext cx="11420475" cy="2628265"/>
          </a:xfrm>
          <a:custGeom>
            <a:avLst/>
            <a:gdLst/>
            <a:ahLst/>
            <a:cxnLst/>
            <a:rect l="l" t="t" r="r" b="b"/>
            <a:pathLst>
              <a:path w="11420475" h="2409825">
                <a:moveTo>
                  <a:pt x="114298" y="0"/>
                </a:moveTo>
                <a:lnTo>
                  <a:pt x="11306177" y="0"/>
                </a:lnTo>
                <a:cubicBezTo>
                  <a:pt x="11369260" y="0"/>
                  <a:pt x="11420475" y="51215"/>
                  <a:pt x="11420475" y="114298"/>
                </a:cubicBezTo>
                <a:lnTo>
                  <a:pt x="11420475" y="2295527"/>
                </a:lnTo>
                <a:cubicBezTo>
                  <a:pt x="11420475" y="2358610"/>
                  <a:pt x="11369260" y="2409825"/>
                  <a:pt x="11306177" y="2409825"/>
                </a:cubicBezTo>
                <a:lnTo>
                  <a:pt x="114298" y="2409825"/>
                </a:lnTo>
                <a:cubicBezTo>
                  <a:pt x="51215" y="2409825"/>
                  <a:pt x="0" y="2358610"/>
                  <a:pt x="0" y="2295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pic>
        <p:nvPicPr>
          <p:cNvPr id="5" name="https://photo-static-api.fotomore.com/creative/vcg/400/new/VCG41N1189936983.jpg?uid=386&amp;timestamp=1774255669&amp;sign=a81113ae9a0c137e6ac8405f422fcc04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40395" y="3792855"/>
            <a:ext cx="3196590" cy="1598295"/>
          </a:xfrm>
          <a:prstGeom prst="rect">
            <a:avLst/>
          </a:prstGeom>
        </p:spPr>
      </p:pic>
      <p:sp>
        <p:nvSpPr>
          <p:cNvPr id="6" name="矩形 20"/>
          <p:cNvSpPr/>
          <p:nvPr/>
        </p:nvSpPr>
        <p:spPr>
          <a:xfrm>
            <a:off x="8291830" y="4914900"/>
            <a:ext cx="3145155" cy="44767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4000">
                <a:srgbClr val="0545B7">
                  <a:alpha val="50000"/>
                </a:srgbClr>
              </a:gs>
              <a:gs pos="50000">
                <a:srgbClr val="0545B7"/>
              </a:gs>
              <a:gs pos="83000">
                <a:srgbClr val="0545B7">
                  <a:alpha val="50000"/>
                </a:srgb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37"/>
          <p:cNvSpPr/>
          <p:nvPr/>
        </p:nvSpPr>
        <p:spPr>
          <a:xfrm>
            <a:off x="8017828" y="4981575"/>
            <a:ext cx="37433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00000"/>
              </a:lnSpc>
              <a:defRPr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8" name="https://photo-static-api.fotomore.com/creative/vcg/400/new/VCG41N1189936983.jpg?uid=386&amp;timestamp=1774255669&amp;sign=a81113ae9a0c137e6ac8405f422fcc04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37075" y="3792855"/>
            <a:ext cx="3196590" cy="1598295"/>
          </a:xfrm>
          <a:prstGeom prst="rect">
            <a:avLst/>
          </a:prstGeom>
        </p:spPr>
      </p:pic>
      <p:sp>
        <p:nvSpPr>
          <p:cNvPr id="9" name="矩形 16"/>
          <p:cNvSpPr/>
          <p:nvPr/>
        </p:nvSpPr>
        <p:spPr>
          <a:xfrm>
            <a:off x="4588510" y="4914900"/>
            <a:ext cx="3145155" cy="44767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4000">
                <a:srgbClr val="0545B7">
                  <a:alpha val="50000"/>
                </a:srgbClr>
              </a:gs>
              <a:gs pos="50000">
                <a:srgbClr val="0545B7"/>
              </a:gs>
              <a:gs pos="83000">
                <a:srgbClr val="0545B7">
                  <a:alpha val="50000"/>
                </a:srgb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37"/>
          <p:cNvSpPr/>
          <p:nvPr/>
        </p:nvSpPr>
        <p:spPr>
          <a:xfrm>
            <a:off x="4314508" y="4981575"/>
            <a:ext cx="37433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00000"/>
              </a:lnSpc>
              <a:defRPr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11" name="https://photo-static-api.fotomore.com/creative/vcg/400/new/VCG41N1189936983.jpg?uid=386&amp;timestamp=1774255669&amp;sign=a81113ae9a0c137e6ac8405f422fcc04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4055" y="3792855"/>
            <a:ext cx="3196590" cy="1598295"/>
          </a:xfrm>
          <a:prstGeom prst="rect">
            <a:avLst/>
          </a:prstGeom>
        </p:spPr>
      </p:pic>
      <p:sp>
        <p:nvSpPr>
          <p:cNvPr id="12" name="Shape 39"/>
          <p:cNvSpPr/>
          <p:nvPr/>
        </p:nvSpPr>
        <p:spPr>
          <a:xfrm>
            <a:off x="1695450" y="5791200"/>
            <a:ext cx="1295400" cy="304800"/>
          </a:xfrm>
          <a:custGeom>
            <a:avLst/>
            <a:gdLst/>
            <a:ahLst/>
            <a:cxnLst/>
            <a:rect l="l" t="t" r="r" b="b"/>
            <a:pathLst>
              <a:path w="1295400" h="304800">
                <a:moveTo>
                  <a:pt x="152400" y="0"/>
                </a:moveTo>
                <a:lnTo>
                  <a:pt x="1143000" y="0"/>
                </a:lnTo>
                <a:cubicBezTo>
                  <a:pt x="1227112" y="0"/>
                  <a:pt x="1295400" y="68288"/>
                  <a:pt x="1295400" y="152400"/>
                </a:cubicBezTo>
                <a:lnTo>
                  <a:pt x="1295400" y="152400"/>
                </a:lnTo>
                <a:cubicBezTo>
                  <a:pt x="1295400" y="236512"/>
                  <a:pt x="1227112" y="304800"/>
                  <a:pt x="11430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accent4">
              <a:lumMod val="90000"/>
              <a:alpha val="20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3" name="矩形 5258"/>
          <p:cNvSpPr/>
          <p:nvPr/>
        </p:nvSpPr>
        <p:spPr>
          <a:xfrm>
            <a:off x="745490" y="4914900"/>
            <a:ext cx="3145155" cy="44767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4000">
                <a:srgbClr val="0545B7">
                  <a:alpha val="50000"/>
                </a:srgbClr>
              </a:gs>
              <a:gs pos="50000">
                <a:srgbClr val="0545B7"/>
              </a:gs>
              <a:gs pos="83000">
                <a:srgbClr val="0545B7">
                  <a:alpha val="50000"/>
                </a:srgb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hape 45"/>
          <p:cNvSpPr/>
          <p:nvPr/>
        </p:nvSpPr>
        <p:spPr>
          <a:xfrm>
            <a:off x="5381625" y="5791200"/>
            <a:ext cx="1428750" cy="304800"/>
          </a:xfrm>
          <a:custGeom>
            <a:avLst/>
            <a:gdLst/>
            <a:ahLst/>
            <a:cxnLst/>
            <a:rect l="l" t="t" r="r" b="b"/>
            <a:pathLst>
              <a:path w="1428750" h="304800">
                <a:moveTo>
                  <a:pt x="152400" y="0"/>
                </a:moveTo>
                <a:lnTo>
                  <a:pt x="1276350" y="0"/>
                </a:lnTo>
                <a:cubicBezTo>
                  <a:pt x="1360462" y="0"/>
                  <a:pt x="1428750" y="68288"/>
                  <a:pt x="1428750" y="152400"/>
                </a:cubicBezTo>
                <a:lnTo>
                  <a:pt x="1428750" y="152400"/>
                </a:lnTo>
                <a:cubicBezTo>
                  <a:pt x="1428750" y="236512"/>
                  <a:pt x="1360462" y="304800"/>
                  <a:pt x="12763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accent4">
              <a:lumMod val="90000"/>
              <a:alpha val="20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Shape 49"/>
          <p:cNvSpPr/>
          <p:nvPr/>
        </p:nvSpPr>
        <p:spPr>
          <a:xfrm>
            <a:off x="9212610" y="5791200"/>
            <a:ext cx="1276350" cy="304800"/>
          </a:xfrm>
          <a:custGeom>
            <a:avLst/>
            <a:gdLst/>
            <a:ahLst/>
            <a:cxnLst/>
            <a:rect l="l" t="t" r="r" b="b"/>
            <a:pathLst>
              <a:path w="1276350" h="304800">
                <a:moveTo>
                  <a:pt x="152400" y="0"/>
                </a:moveTo>
                <a:lnTo>
                  <a:pt x="1123950" y="0"/>
                </a:lnTo>
                <a:cubicBezTo>
                  <a:pt x="1208062" y="0"/>
                  <a:pt x="1276350" y="68288"/>
                  <a:pt x="1276350" y="152400"/>
                </a:cubicBezTo>
                <a:lnTo>
                  <a:pt x="1276350" y="152400"/>
                </a:lnTo>
                <a:cubicBezTo>
                  <a:pt x="1276350" y="236512"/>
                  <a:pt x="1208062" y="304800"/>
                  <a:pt x="11239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accent4">
              <a:lumMod val="90000"/>
              <a:alpha val="20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6" name="矩形: 圆顶角 15"/>
          <p:cNvSpPr/>
          <p:nvPr/>
        </p:nvSpPr>
        <p:spPr>
          <a:xfrm rot="10800000">
            <a:off x="-384810" y="731520"/>
            <a:ext cx="12840970" cy="669290"/>
          </a:xfrm>
          <a:prstGeom prst="rect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chemeClr val="accent4">
                  <a:lumMod val="25000"/>
                </a:schemeClr>
              </a:gs>
            </a:gsLst>
            <a:lin ang="10800000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17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sp>
        <p:nvSpPr>
          <p:cNvPr id="18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19" name="文本框 65"/>
          <p:cNvSpPr txBox="1"/>
          <p:nvPr userDrawn="1"/>
        </p:nvSpPr>
        <p:spPr>
          <a:xfrm>
            <a:off x="2594610" y="118745"/>
            <a:ext cx="367665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b="1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aaaaaaaaaaa</a:t>
            </a:r>
            <a:endParaRPr lang="zh-CN" altLang="en-US" sz="2400" b="1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385763" y="1624013"/>
            <a:ext cx="3695700" cy="1876425"/>
          </a:xfrm>
          <a:custGeom>
            <a:avLst/>
            <a:gdLst/>
            <a:ahLst/>
            <a:cxnLst/>
            <a:rect l="l" t="t" r="r" b="b"/>
            <a:pathLst>
              <a:path w="3695700" h="1876425">
                <a:moveTo>
                  <a:pt x="114293" y="0"/>
                </a:moveTo>
                <a:lnTo>
                  <a:pt x="3581407" y="0"/>
                </a:lnTo>
                <a:cubicBezTo>
                  <a:pt x="3644529" y="0"/>
                  <a:pt x="3695700" y="51171"/>
                  <a:pt x="3695700" y="114293"/>
                </a:cubicBezTo>
                <a:lnTo>
                  <a:pt x="3695700" y="1762132"/>
                </a:lnTo>
                <a:cubicBezTo>
                  <a:pt x="3695700" y="1825254"/>
                  <a:pt x="3644529" y="1876425"/>
                  <a:pt x="3581407" y="1876425"/>
                </a:cubicBezTo>
                <a:lnTo>
                  <a:pt x="114293" y="1876425"/>
                </a:lnTo>
                <a:cubicBezTo>
                  <a:pt x="51171" y="1876425"/>
                  <a:pt x="0" y="1825254"/>
                  <a:pt x="0" y="1762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1" name="Shape 5"/>
          <p:cNvSpPr/>
          <p:nvPr/>
        </p:nvSpPr>
        <p:spPr>
          <a:xfrm>
            <a:off x="542925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189FF">
              <a:alpha val="20000"/>
            </a:srgbClr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2" name="Shape 6"/>
          <p:cNvSpPr/>
          <p:nvPr/>
        </p:nvSpPr>
        <p:spPr>
          <a:xfrm>
            <a:off x="676275" y="188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8813" y="1898"/>
                </a:moveTo>
                <a:cubicBezTo>
                  <a:pt x="92720" y="-633"/>
                  <a:pt x="97780" y="-633"/>
                  <a:pt x="101687" y="1898"/>
                </a:cubicBezTo>
                <a:lnTo>
                  <a:pt x="185031" y="55476"/>
                </a:lnTo>
                <a:cubicBezTo>
                  <a:pt x="189458" y="58341"/>
                  <a:pt x="191505" y="63773"/>
                  <a:pt x="190016" y="68833"/>
                </a:cubicBezTo>
                <a:cubicBezTo>
                  <a:pt x="188528" y="73893"/>
                  <a:pt x="183877" y="77391"/>
                  <a:pt x="178594" y="77391"/>
                </a:cubicBezTo>
                <a:lnTo>
                  <a:pt x="166688" y="77391"/>
                </a:lnTo>
                <a:lnTo>
                  <a:pt x="166688" y="154781"/>
                </a:lnTo>
                <a:lnTo>
                  <a:pt x="185738" y="169069"/>
                </a:lnTo>
                <a:cubicBezTo>
                  <a:pt x="188751" y="171301"/>
                  <a:pt x="190500" y="174836"/>
                  <a:pt x="190500" y="178594"/>
                </a:cubicBezTo>
                <a:cubicBezTo>
                  <a:pt x="190500" y="185179"/>
                  <a:pt x="185179" y="190500"/>
                  <a:pt x="178594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ubicBezTo>
                  <a:pt x="0" y="174836"/>
                  <a:pt x="1749" y="171301"/>
                  <a:pt x="4763" y="169069"/>
                </a:cubicBezTo>
                <a:lnTo>
                  <a:pt x="23812" y="154781"/>
                </a:lnTo>
                <a:lnTo>
                  <a:pt x="23812" y="154781"/>
                </a:lnTo>
                <a:lnTo>
                  <a:pt x="23812" y="77391"/>
                </a:lnTo>
                <a:lnTo>
                  <a:pt x="11906" y="77391"/>
                </a:lnTo>
                <a:cubicBezTo>
                  <a:pt x="6623" y="77391"/>
                  <a:pt x="1972" y="73893"/>
                  <a:pt x="484" y="68833"/>
                </a:cubicBezTo>
                <a:cubicBezTo>
                  <a:pt x="-1005" y="63773"/>
                  <a:pt x="1042" y="58303"/>
                  <a:pt x="5469" y="55476"/>
                </a:cubicBezTo>
                <a:lnTo>
                  <a:pt x="88813" y="1898"/>
                </a:lnTo>
                <a:close/>
                <a:moveTo>
                  <a:pt x="125016" y="77391"/>
                </a:moveTo>
                <a:lnTo>
                  <a:pt x="125016" y="154781"/>
                </a:lnTo>
                <a:lnTo>
                  <a:pt x="148828" y="154781"/>
                </a:lnTo>
                <a:lnTo>
                  <a:pt x="148828" y="77391"/>
                </a:lnTo>
                <a:lnTo>
                  <a:pt x="125016" y="77391"/>
                </a:lnTo>
                <a:close/>
                <a:moveTo>
                  <a:pt x="83344" y="154781"/>
                </a:moveTo>
                <a:lnTo>
                  <a:pt x="107156" y="154781"/>
                </a:lnTo>
                <a:lnTo>
                  <a:pt x="107156" y="77391"/>
                </a:lnTo>
                <a:lnTo>
                  <a:pt x="83344" y="77391"/>
                </a:lnTo>
                <a:lnTo>
                  <a:pt x="83344" y="154781"/>
                </a:lnTo>
                <a:close/>
                <a:moveTo>
                  <a:pt x="41672" y="77391"/>
                </a:moveTo>
                <a:lnTo>
                  <a:pt x="41672" y="154781"/>
                </a:lnTo>
                <a:lnTo>
                  <a:pt x="65484" y="154781"/>
                </a:lnTo>
                <a:lnTo>
                  <a:pt x="65484" y="77391"/>
                </a:lnTo>
                <a:lnTo>
                  <a:pt x="41672" y="77391"/>
                </a:lnTo>
                <a:close/>
              </a:path>
            </a:pathLst>
          </a:custGeom>
          <a:gradFill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46000"/>
                </a:srgbClr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3" name="Text 7"/>
          <p:cNvSpPr/>
          <p:nvPr/>
        </p:nvSpPr>
        <p:spPr>
          <a:xfrm>
            <a:off x="1114425" y="1847850"/>
            <a:ext cx="1028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2000" b="1" dirty="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aaa</a:t>
            </a:r>
            <a:endParaRPr lang="en-US" sz="2000" b="1" dirty="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561975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189FF"/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5" name="Text 9"/>
          <p:cNvSpPr/>
          <p:nvPr/>
        </p:nvSpPr>
        <p:spPr>
          <a:xfrm>
            <a:off x="809625" y="2324100"/>
            <a:ext cx="28479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10000"/>
              </a:lnSpc>
              <a:defRPr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aaaaaaaaaaaaaaaaaaaaaa</a:t>
            </a:r>
            <a:endParaRPr lang="en-US" sz="1200" dirty="0">
              <a:solidFill>
                <a:schemeClr val="accent6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561975" y="2647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189FF"/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7" name="Text 11"/>
          <p:cNvSpPr/>
          <p:nvPr/>
        </p:nvSpPr>
        <p:spPr>
          <a:xfrm>
            <a:off x="809625" y="2609850"/>
            <a:ext cx="29718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10000"/>
              </a:lnSpc>
              <a:defRPr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aaaaaaaaaaaaaaaaaaa</a:t>
            </a:r>
            <a:endParaRPr lang="en-US" sz="1200" dirty="0">
              <a:solidFill>
                <a:schemeClr val="accent6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8" name="Shape 12"/>
          <p:cNvSpPr/>
          <p:nvPr/>
        </p:nvSpPr>
        <p:spPr>
          <a:xfrm>
            <a:off x="561975" y="2933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189FF"/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9" name="Text 13"/>
          <p:cNvSpPr/>
          <p:nvPr/>
        </p:nvSpPr>
        <p:spPr>
          <a:xfrm>
            <a:off x="809625" y="2895600"/>
            <a:ext cx="17335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10000"/>
              </a:lnSpc>
              <a:defRPr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aaaaaaaaaaaa</a:t>
            </a:r>
            <a:endParaRPr lang="en-US" sz="1200" dirty="0">
              <a:solidFill>
                <a:schemeClr val="accent6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4246513" y="1624013"/>
            <a:ext cx="3695700" cy="1876425"/>
          </a:xfrm>
          <a:custGeom>
            <a:avLst/>
            <a:gdLst/>
            <a:ahLst/>
            <a:cxnLst/>
            <a:rect l="l" t="t" r="r" b="b"/>
            <a:pathLst>
              <a:path w="3695700" h="1876425">
                <a:moveTo>
                  <a:pt x="114293" y="0"/>
                </a:moveTo>
                <a:lnTo>
                  <a:pt x="3581407" y="0"/>
                </a:lnTo>
                <a:cubicBezTo>
                  <a:pt x="3644529" y="0"/>
                  <a:pt x="3695700" y="51171"/>
                  <a:pt x="3695700" y="114293"/>
                </a:cubicBezTo>
                <a:lnTo>
                  <a:pt x="3695700" y="1762132"/>
                </a:lnTo>
                <a:cubicBezTo>
                  <a:pt x="3695700" y="1825254"/>
                  <a:pt x="3644529" y="1876425"/>
                  <a:pt x="3581407" y="1876425"/>
                </a:cubicBezTo>
                <a:lnTo>
                  <a:pt x="114293" y="1876425"/>
                </a:lnTo>
                <a:cubicBezTo>
                  <a:pt x="51171" y="1876425"/>
                  <a:pt x="0" y="1825254"/>
                  <a:pt x="0" y="1762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1" name="Shape 15"/>
          <p:cNvSpPr/>
          <p:nvPr/>
        </p:nvSpPr>
        <p:spPr>
          <a:xfrm>
            <a:off x="4403675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189FF">
              <a:alpha val="20000"/>
            </a:srgbClr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2" name="Shape 16"/>
          <p:cNvSpPr/>
          <p:nvPr/>
        </p:nvSpPr>
        <p:spPr>
          <a:xfrm>
            <a:off x="4537025" y="188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gradFill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46000"/>
                </a:srgbClr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3" name="Text 17"/>
          <p:cNvSpPr/>
          <p:nvPr/>
        </p:nvSpPr>
        <p:spPr>
          <a:xfrm>
            <a:off x="4975225" y="1847850"/>
            <a:ext cx="1028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2000" b="1" dirty="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aaa</a:t>
            </a:r>
            <a:endParaRPr lang="en-US" sz="2000" b="1" dirty="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4422725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189FF"/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5" name="Text 19"/>
          <p:cNvSpPr/>
          <p:nvPr/>
        </p:nvSpPr>
        <p:spPr>
          <a:xfrm>
            <a:off x="4670375" y="2324100"/>
            <a:ext cx="24669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10000"/>
              </a:lnSpc>
              <a:defRPr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aaaaaaaaaaaaaaaaaaaaa</a:t>
            </a:r>
            <a:endParaRPr lang="en-US" sz="1200" dirty="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36" name="Shape 20"/>
          <p:cNvSpPr/>
          <p:nvPr/>
        </p:nvSpPr>
        <p:spPr>
          <a:xfrm>
            <a:off x="4422725" y="2647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189FF"/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7" name="Text 21"/>
          <p:cNvSpPr/>
          <p:nvPr/>
        </p:nvSpPr>
        <p:spPr>
          <a:xfrm>
            <a:off x="4670375" y="2609850"/>
            <a:ext cx="15049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l">
              <a:lnSpc>
                <a:spcPct val="110000"/>
              </a:lnSpc>
              <a:buSzTx/>
              <a:defRPr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</a:t>
            </a:r>
            <a:endParaRPr lang="en-US" sz="1200" dirty="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38" name="Shape 22"/>
          <p:cNvSpPr/>
          <p:nvPr/>
        </p:nvSpPr>
        <p:spPr>
          <a:xfrm>
            <a:off x="4422725" y="2933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189FF"/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9" name="Text 23"/>
          <p:cNvSpPr/>
          <p:nvPr/>
        </p:nvSpPr>
        <p:spPr>
          <a:xfrm>
            <a:off x="4670375" y="2895600"/>
            <a:ext cx="22098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10000"/>
              </a:lnSpc>
              <a:defRPr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aaaaaaaaaaaaaa</a:t>
            </a:r>
            <a:endParaRPr lang="en-US" sz="1200" dirty="0">
              <a:solidFill>
                <a:schemeClr val="accent6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0" name="Shape 24"/>
          <p:cNvSpPr/>
          <p:nvPr/>
        </p:nvSpPr>
        <p:spPr>
          <a:xfrm>
            <a:off x="8107338" y="1624013"/>
            <a:ext cx="3695700" cy="1876425"/>
          </a:xfrm>
          <a:custGeom>
            <a:avLst/>
            <a:gdLst/>
            <a:ahLst/>
            <a:cxnLst/>
            <a:rect l="l" t="t" r="r" b="b"/>
            <a:pathLst>
              <a:path w="3695700" h="1876425">
                <a:moveTo>
                  <a:pt x="114293" y="0"/>
                </a:moveTo>
                <a:lnTo>
                  <a:pt x="3581407" y="0"/>
                </a:lnTo>
                <a:cubicBezTo>
                  <a:pt x="3644529" y="0"/>
                  <a:pt x="3695700" y="51171"/>
                  <a:pt x="3695700" y="114293"/>
                </a:cubicBezTo>
                <a:lnTo>
                  <a:pt x="3695700" y="1762132"/>
                </a:lnTo>
                <a:cubicBezTo>
                  <a:pt x="3695700" y="1825254"/>
                  <a:pt x="3644529" y="1876425"/>
                  <a:pt x="3581407" y="1876425"/>
                </a:cubicBezTo>
                <a:lnTo>
                  <a:pt x="114293" y="1876425"/>
                </a:lnTo>
                <a:cubicBezTo>
                  <a:pt x="51171" y="1876425"/>
                  <a:pt x="0" y="1825254"/>
                  <a:pt x="0" y="1762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1" name="Shape 25"/>
          <p:cNvSpPr/>
          <p:nvPr/>
        </p:nvSpPr>
        <p:spPr>
          <a:xfrm>
            <a:off x="826450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189FF">
              <a:alpha val="20000"/>
            </a:srgbClr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pic>
        <p:nvPicPr>
          <p:cNvPr id="42" name="图片 67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58805" y="2524125"/>
            <a:ext cx="1143000" cy="967740"/>
          </a:xfrm>
          <a:prstGeom prst="rect">
            <a:avLst/>
          </a:prstGeom>
        </p:spPr>
      </p:pic>
      <p:pic>
        <p:nvPicPr>
          <p:cNvPr id="43" name="图片 32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13880" y="2514600"/>
            <a:ext cx="1143000" cy="967740"/>
          </a:xfrm>
          <a:prstGeom prst="rect">
            <a:avLst/>
          </a:prstGeom>
        </p:spPr>
      </p:pic>
      <p:pic>
        <p:nvPicPr>
          <p:cNvPr id="44" name="图片 33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72130" y="2514600"/>
            <a:ext cx="1143000" cy="967740"/>
          </a:xfrm>
          <a:prstGeom prst="rect">
            <a:avLst/>
          </a:prstGeom>
        </p:spPr>
      </p:pic>
      <p:sp>
        <p:nvSpPr>
          <p:cNvPr id="45" name="Shape 26"/>
          <p:cNvSpPr/>
          <p:nvPr/>
        </p:nvSpPr>
        <p:spPr>
          <a:xfrm>
            <a:off x="8397850" y="188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gradFill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46000"/>
                </a:srgbClr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6" name="Text 27"/>
          <p:cNvSpPr/>
          <p:nvPr/>
        </p:nvSpPr>
        <p:spPr>
          <a:xfrm>
            <a:off x="8836025" y="1847850"/>
            <a:ext cx="1028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2000" b="1" dirty="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aaa</a:t>
            </a:r>
            <a:endParaRPr lang="en-US" sz="2000" b="1" dirty="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7" name="Shape 28"/>
          <p:cNvSpPr/>
          <p:nvPr/>
        </p:nvSpPr>
        <p:spPr>
          <a:xfrm>
            <a:off x="8283550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189FF"/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8" name="Text 29"/>
          <p:cNvSpPr/>
          <p:nvPr/>
        </p:nvSpPr>
        <p:spPr>
          <a:xfrm>
            <a:off x="8531200" y="2324100"/>
            <a:ext cx="319087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10000"/>
              </a:lnSpc>
              <a:defRPr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aaaaaaaaaaaaaaaaaaaaaaaaaaaaaaaaaaaa</a:t>
            </a:r>
            <a:endParaRPr lang="en-US" sz="1200" dirty="0">
              <a:solidFill>
                <a:schemeClr val="accent6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Shape 30"/>
          <p:cNvSpPr/>
          <p:nvPr/>
        </p:nvSpPr>
        <p:spPr>
          <a:xfrm>
            <a:off x="8283550" y="2857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189FF"/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0" name="Text 31"/>
          <p:cNvSpPr/>
          <p:nvPr/>
        </p:nvSpPr>
        <p:spPr>
          <a:xfrm>
            <a:off x="8531200" y="281940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10000"/>
              </a:lnSpc>
              <a:defRPr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aaaaaaaaaaaaaaaaaa</a:t>
            </a:r>
            <a:endParaRPr lang="en-US" sz="1200" dirty="0">
              <a:solidFill>
                <a:schemeClr val="accent6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Shape 32"/>
          <p:cNvSpPr/>
          <p:nvPr/>
        </p:nvSpPr>
        <p:spPr>
          <a:xfrm>
            <a:off x="8283550" y="3143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189FF"/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2" name="Text 33"/>
          <p:cNvSpPr/>
          <p:nvPr/>
        </p:nvSpPr>
        <p:spPr>
          <a:xfrm>
            <a:off x="8531200" y="3105150"/>
            <a:ext cx="18573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10000"/>
              </a:lnSpc>
              <a:defRPr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aaaaaaaaaaaaa</a:t>
            </a:r>
            <a:endParaRPr lang="en-US" sz="1200" dirty="0">
              <a:solidFill>
                <a:schemeClr val="accent6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 37"/>
          <p:cNvSpPr/>
          <p:nvPr/>
        </p:nvSpPr>
        <p:spPr>
          <a:xfrm>
            <a:off x="471488" y="4981575"/>
            <a:ext cx="37433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00000"/>
              </a:lnSpc>
              <a:defRPr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54" name="Text 38"/>
          <p:cNvSpPr/>
          <p:nvPr/>
        </p:nvSpPr>
        <p:spPr>
          <a:xfrm>
            <a:off x="504825" y="5524500"/>
            <a:ext cx="3676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en-US" sz="1200" dirty="0">
                <a:solidFill>
                  <a:srgbClr val="8D99AE"/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aaaaaaaaa</a:t>
            </a:r>
            <a:endParaRPr lang="en-US" sz="1200" dirty="0">
              <a:solidFill>
                <a:srgbClr val="8D99AE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55" name="Shape 41"/>
          <p:cNvSpPr/>
          <p:nvPr/>
        </p:nvSpPr>
        <p:spPr>
          <a:xfrm>
            <a:off x="7891463" y="4981575"/>
            <a:ext cx="9525" cy="952500"/>
          </a:xfrm>
          <a:custGeom>
            <a:avLst/>
            <a:gdLst/>
            <a:ahLst/>
            <a:cxnLst/>
            <a:rect l="l" t="t" r="r" b="b"/>
            <a:pathLst>
              <a:path w="9525" h="952500">
                <a:moveTo>
                  <a:pt x="0" y="0"/>
                </a:moveTo>
                <a:lnTo>
                  <a:pt x="9525" y="0"/>
                </a:lnTo>
                <a:lnTo>
                  <a:pt x="952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6" name="Shape 42"/>
          <p:cNvSpPr/>
          <p:nvPr/>
        </p:nvSpPr>
        <p:spPr>
          <a:xfrm>
            <a:off x="4300538" y="4981575"/>
            <a:ext cx="9525" cy="952500"/>
          </a:xfrm>
          <a:custGeom>
            <a:avLst/>
            <a:gdLst/>
            <a:ahLst/>
            <a:cxnLst/>
            <a:rect l="l" t="t" r="r" b="b"/>
            <a:pathLst>
              <a:path w="9525" h="952500">
                <a:moveTo>
                  <a:pt x="0" y="0"/>
                </a:moveTo>
                <a:lnTo>
                  <a:pt x="9525" y="0"/>
                </a:lnTo>
                <a:lnTo>
                  <a:pt x="952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7" name="Text 44"/>
          <p:cNvSpPr/>
          <p:nvPr/>
        </p:nvSpPr>
        <p:spPr>
          <a:xfrm>
            <a:off x="4267200" y="55245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en-US" sz="1200" dirty="0">
                <a:solidFill>
                  <a:srgbClr val="8D99AE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</a:t>
            </a:r>
            <a:endParaRPr lang="en-US" sz="1200" dirty="0">
              <a:solidFill>
                <a:srgbClr val="8D99AE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58" name="Text 48"/>
          <p:cNvSpPr/>
          <p:nvPr/>
        </p:nvSpPr>
        <p:spPr>
          <a:xfrm>
            <a:off x="8010525" y="5524500"/>
            <a:ext cx="3676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en-US" sz="1200" dirty="0">
                <a:solidFill>
                  <a:srgbClr val="8D99AE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</a:t>
            </a:r>
            <a:endParaRPr lang="en-US" sz="1200" dirty="0">
              <a:solidFill>
                <a:srgbClr val="8D99AE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408384" y="63531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8D99AE"/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0" name="Text 52"/>
          <p:cNvSpPr/>
          <p:nvPr/>
        </p:nvSpPr>
        <p:spPr>
          <a:xfrm>
            <a:off x="609600" y="6324600"/>
            <a:ext cx="2009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rgbClr val="8D99AE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aaaaaaaaaaaaaaaa</a:t>
            </a:r>
            <a:endParaRPr lang="en-US" sz="1050" dirty="0">
              <a:solidFill>
                <a:srgbClr val="8D99AE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61" name="Shape 53"/>
          <p:cNvSpPr/>
          <p:nvPr/>
        </p:nvSpPr>
        <p:spPr>
          <a:xfrm>
            <a:off x="10725150" y="6381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2" name="Text 54"/>
          <p:cNvSpPr/>
          <p:nvPr/>
        </p:nvSpPr>
        <p:spPr>
          <a:xfrm>
            <a:off x="10877550" y="6324600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b="1" dirty="0">
                <a:solidFill>
                  <a:schemeClr val="accent6"/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</a:t>
            </a:r>
            <a:endParaRPr lang="en-US" sz="1050" b="1" dirty="0">
              <a:solidFill>
                <a:schemeClr val="accent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63" name="Text 3"/>
          <p:cNvSpPr/>
          <p:nvPr/>
        </p:nvSpPr>
        <p:spPr>
          <a:xfrm>
            <a:off x="2943225" y="914400"/>
            <a:ext cx="6305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zh-CN" altLang="en-US" sz="2800" b="1" kern="12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aaaaaaaaaaaaaaaaaa</a:t>
            </a:r>
            <a:endParaRPr lang="zh-CN" altLang="en-US" sz="2800" b="1" kern="12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矩形: 圆角 5262"/>
          <p:cNvSpPr/>
          <p:nvPr>
            <p:custDataLst>
              <p:tags r:id="rId6"/>
            </p:custDataLst>
          </p:nvPr>
        </p:nvSpPr>
        <p:spPr>
          <a:xfrm>
            <a:off x="4553444" y="3295749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aaaaaa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65" name="矩形: 圆角 5262"/>
          <p:cNvSpPr/>
          <p:nvPr>
            <p:custDataLst>
              <p:tags r:id="rId7"/>
            </p:custDataLst>
          </p:nvPr>
        </p:nvSpPr>
        <p:spPr>
          <a:xfrm>
            <a:off x="933450" y="5457825"/>
            <a:ext cx="2657475" cy="2952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aaaaaaaaa</a:t>
            </a:r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66" name="矩形: 圆角 5262"/>
          <p:cNvSpPr/>
          <p:nvPr>
            <p:custDataLst>
              <p:tags r:id="rId8"/>
            </p:custDataLst>
          </p:nvPr>
        </p:nvSpPr>
        <p:spPr>
          <a:xfrm>
            <a:off x="4794250" y="5457825"/>
            <a:ext cx="2657475" cy="2952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aaaaaaaaa</a:t>
            </a:r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67" name="矩形: 圆角 5262"/>
          <p:cNvSpPr/>
          <p:nvPr>
            <p:custDataLst>
              <p:tags r:id="rId9"/>
            </p:custDataLst>
          </p:nvPr>
        </p:nvSpPr>
        <p:spPr>
          <a:xfrm>
            <a:off x="8598535" y="5457825"/>
            <a:ext cx="2657475" cy="2952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aaaaaaaaaaa</a:t>
            </a:r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68" name="文本框 31"/>
          <p:cNvSpPr txBox="1"/>
          <p:nvPr/>
        </p:nvSpPr>
        <p:spPr>
          <a:xfrm>
            <a:off x="4128770" y="6266815"/>
            <a:ext cx="4064000" cy="461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zh-CN" altLang="en-US" sz="2400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aaaaaaaaaaa</a:t>
            </a:r>
            <a:endParaRPr lang="zh-CN" altLang="en-US" sz="24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9" name="图片 4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70" name="Text 40"/>
          <p:cNvSpPr/>
          <p:nvPr/>
        </p:nvSpPr>
        <p:spPr>
          <a:xfrm>
            <a:off x="1776730" y="5857875"/>
            <a:ext cx="1133391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</a:t>
            </a:r>
            <a:endParaRPr lang="en-US" sz="105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71" name="Text 46"/>
          <p:cNvSpPr/>
          <p:nvPr/>
        </p:nvSpPr>
        <p:spPr>
          <a:xfrm>
            <a:off x="5462633" y="5857875"/>
            <a:ext cx="1266731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aaaaaaaaa</a:t>
            </a:r>
            <a:endParaRPr lang="en-US" sz="105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72" name="Text 50"/>
          <p:cNvSpPr/>
          <p:nvPr/>
        </p:nvSpPr>
        <p:spPr>
          <a:xfrm>
            <a:off x="9293306" y="5857875"/>
            <a:ext cx="111053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</a:t>
            </a:r>
            <a:endParaRPr lang="en-US" sz="105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73" name="矩形: 圆顶角 15"/>
          <p:cNvSpPr/>
          <p:nvPr/>
        </p:nvSpPr>
        <p:spPr>
          <a:xfrm rot="10800000">
            <a:off x="-168696" y="0"/>
            <a:ext cx="2735580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74" name="文本框 98"/>
          <p:cNvSpPr txBox="1"/>
          <p:nvPr/>
        </p:nvSpPr>
        <p:spPr>
          <a:xfrm>
            <a:off x="202779" y="80645"/>
            <a:ext cx="2011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aaaa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75" name="图片 85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71541" y="424815"/>
            <a:ext cx="2910840" cy="449580"/>
          </a:xfrm>
          <a:prstGeom prst="rect">
            <a:avLst/>
          </a:prstGeom>
        </p:spPr>
      </p:pic>
      <p:sp>
        <p:nvSpPr>
          <p:cNvPr id="76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7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8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9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0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1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2" name="任意多边形: 形状 20"/>
          <p:cNvSpPr/>
          <p:nvPr/>
        </p:nvSpPr>
        <p:spPr>
          <a:xfrm>
            <a:off x="1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任意多边形: 形状 21"/>
          <p:cNvSpPr/>
          <p:nvPr/>
        </p:nvSpPr>
        <p:spPr>
          <a:xfrm flipH="1">
            <a:off x="731843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燕尾形 38"/>
          <p:cNvSpPr/>
          <p:nvPr userDrawn="1"/>
        </p:nvSpPr>
        <p:spPr>
          <a:xfrm>
            <a:off x="1569085" y="98679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5" name="燕尾形 39"/>
          <p:cNvSpPr/>
          <p:nvPr userDrawn="1"/>
        </p:nvSpPr>
        <p:spPr>
          <a:xfrm>
            <a:off x="1715135" y="98679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6" name="燕尾形 40"/>
          <p:cNvSpPr/>
          <p:nvPr userDrawn="1"/>
        </p:nvSpPr>
        <p:spPr>
          <a:xfrm>
            <a:off x="1861185" y="98679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7" name="燕尾形 43"/>
          <p:cNvSpPr/>
          <p:nvPr userDrawn="1"/>
        </p:nvSpPr>
        <p:spPr>
          <a:xfrm>
            <a:off x="2007235" y="98679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8" name="燕尾形 44"/>
          <p:cNvSpPr/>
          <p:nvPr userDrawn="1"/>
        </p:nvSpPr>
        <p:spPr>
          <a:xfrm>
            <a:off x="2153285" y="98679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9" name="燕尾形 45"/>
          <p:cNvSpPr/>
          <p:nvPr userDrawn="1"/>
        </p:nvSpPr>
        <p:spPr>
          <a:xfrm>
            <a:off x="2299335" y="98679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0" name="燕尾形 38"/>
          <p:cNvSpPr/>
          <p:nvPr userDrawn="1"/>
        </p:nvSpPr>
        <p:spPr>
          <a:xfrm>
            <a:off x="9591040" y="98679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1" name="燕尾形 39"/>
          <p:cNvSpPr/>
          <p:nvPr userDrawn="1"/>
        </p:nvSpPr>
        <p:spPr>
          <a:xfrm>
            <a:off x="9737090" y="98679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2" name="燕尾形 40"/>
          <p:cNvSpPr/>
          <p:nvPr userDrawn="1"/>
        </p:nvSpPr>
        <p:spPr>
          <a:xfrm>
            <a:off x="9883140" y="98679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3" name="燕尾形 43"/>
          <p:cNvSpPr/>
          <p:nvPr userDrawn="1"/>
        </p:nvSpPr>
        <p:spPr>
          <a:xfrm>
            <a:off x="10029190" y="98679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4" name="燕尾形 44"/>
          <p:cNvSpPr/>
          <p:nvPr userDrawn="1"/>
        </p:nvSpPr>
        <p:spPr>
          <a:xfrm>
            <a:off x="10175240" y="98679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5" name="燕尾形 45"/>
          <p:cNvSpPr/>
          <p:nvPr userDrawn="1"/>
        </p:nvSpPr>
        <p:spPr>
          <a:xfrm>
            <a:off x="10321290" y="98679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/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6095"/>
          </a:xfrm>
          <a:prstGeom prst="rect">
            <a:avLst/>
          </a:prstGeom>
        </p:spPr>
      </p:pic>
      <p:sp>
        <p:nvSpPr>
          <p:cNvPr id="4" name="梯形 189"/>
          <p:cNvSpPr/>
          <p:nvPr>
            <p:custDataLst>
              <p:tags r:id="rId2"/>
            </p:custDataLst>
          </p:nvPr>
        </p:nvSpPr>
        <p:spPr>
          <a:xfrm>
            <a:off x="475615" y="942975"/>
            <a:ext cx="11155045" cy="337185"/>
          </a:xfrm>
          <a:prstGeom prst="trapezoid">
            <a:avLst>
              <a:gd name="adj" fmla="val 328781"/>
            </a:avLst>
          </a:prstGeom>
          <a:gradFill flip="none" rotWithShape="1">
            <a:gsLst>
              <a:gs pos="51000">
                <a:schemeClr val="bg1"/>
              </a:gs>
              <a:gs pos="85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6"/>
                </a:gs>
                <a:gs pos="7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sp>
        <p:nvSpPr>
          <p:cNvPr id="6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7" name="文本框 65"/>
          <p:cNvSpPr txBox="1"/>
          <p:nvPr userDrawn="1"/>
        </p:nvSpPr>
        <p:spPr>
          <a:xfrm>
            <a:off x="2594610" y="11874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b="1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aaaaaaaa</a:t>
            </a:r>
            <a:endParaRPr lang="zh-CN" altLang="en-US" sz="2400" b="1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任意多边形: 形状 107"/>
          <p:cNvSpPr/>
          <p:nvPr/>
        </p:nvSpPr>
        <p:spPr>
          <a:xfrm>
            <a:off x="2755702" y="1319359"/>
            <a:ext cx="9226747" cy="5262416"/>
          </a:xfrm>
          <a:custGeom>
            <a:avLst/>
            <a:gdLst>
              <a:gd name="csX0" fmla="*/ 9116019 w 9226747"/>
              <a:gd name="csY0" fmla="*/ 0 h 5262416"/>
              <a:gd name="csX1" fmla="*/ 9226747 w 9226747"/>
              <a:gd name="csY1" fmla="*/ 0 h 5262416"/>
              <a:gd name="csX2" fmla="*/ 9226747 w 9226747"/>
              <a:gd name="csY2" fmla="*/ 5262416 h 5262416"/>
              <a:gd name="csX3" fmla="*/ 9116019 w 9226747"/>
              <a:gd name="csY3" fmla="*/ 5262416 h 5262416"/>
              <a:gd name="csX4" fmla="*/ 8924332 w 9226747"/>
              <a:gd name="csY4" fmla="*/ 5220047 h 5262416"/>
              <a:gd name="csX5" fmla="*/ 3657326 w 9226747"/>
              <a:gd name="csY5" fmla="*/ 4843998 h 5262416"/>
              <a:gd name="csX6" fmla="*/ 629685 w 9226747"/>
              <a:gd name="csY6" fmla="*/ 4946942 h 5262416"/>
              <a:gd name="csX7" fmla="*/ 0 w 9226747"/>
              <a:gd name="csY7" fmla="*/ 4999713 h 5262416"/>
              <a:gd name="csX8" fmla="*/ 0 w 9226747"/>
              <a:gd name="csY8" fmla="*/ 262704 h 5262416"/>
              <a:gd name="csX9" fmla="*/ 629685 w 9226747"/>
              <a:gd name="csY9" fmla="*/ 315474 h 5262416"/>
              <a:gd name="csX10" fmla="*/ 3657326 w 9226747"/>
              <a:gd name="csY10" fmla="*/ 418418 h 5262416"/>
              <a:gd name="csX11" fmla="*/ 8924332 w 9226747"/>
              <a:gd name="csY11" fmla="*/ 42370 h 5262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9226747" h="5262416">
                <a:moveTo>
                  <a:pt x="9116019" y="0"/>
                </a:moveTo>
                <a:lnTo>
                  <a:pt x="9226747" y="0"/>
                </a:lnTo>
                <a:lnTo>
                  <a:pt x="9226747" y="5262416"/>
                </a:lnTo>
                <a:lnTo>
                  <a:pt x="9116019" y="5262416"/>
                </a:lnTo>
                <a:lnTo>
                  <a:pt x="8924332" y="5220047"/>
                </a:lnTo>
                <a:cubicBezTo>
                  <a:pt x="7782869" y="4993167"/>
                  <a:pt x="5849825" y="4843998"/>
                  <a:pt x="3657326" y="4843998"/>
                </a:cubicBezTo>
                <a:cubicBezTo>
                  <a:pt x="2561077" y="4843998"/>
                  <a:pt x="1529691" y="4881290"/>
                  <a:pt x="629685" y="4946942"/>
                </a:cubicBezTo>
                <a:lnTo>
                  <a:pt x="0" y="4999713"/>
                </a:lnTo>
                <a:lnTo>
                  <a:pt x="0" y="262704"/>
                </a:lnTo>
                <a:lnTo>
                  <a:pt x="629685" y="315474"/>
                </a:lnTo>
                <a:cubicBezTo>
                  <a:pt x="1529691" y="381126"/>
                  <a:pt x="2561077" y="418418"/>
                  <a:pt x="3657326" y="418418"/>
                </a:cubicBezTo>
                <a:cubicBezTo>
                  <a:pt x="5849825" y="418418"/>
                  <a:pt x="7782869" y="269251"/>
                  <a:pt x="8924332" y="42370"/>
                </a:cubicBezTo>
                <a:close/>
              </a:path>
            </a:pathLst>
          </a:custGeom>
          <a:gradFill>
            <a:gsLst>
              <a:gs pos="7000">
                <a:srgbClr val="7CDFEF"/>
              </a:gs>
              <a:gs pos="100000">
                <a:srgbClr val="0189FF"/>
              </a:gs>
            </a:gsLst>
            <a:lin ang="16200000" scaled="1"/>
          </a:gradFill>
          <a:ln w="31750" cap="flat" cmpd="sng" algn="ctr">
            <a:noFill/>
            <a:prstDash val="solid"/>
            <a:miter lim="800000"/>
          </a:ln>
          <a:effectLst>
            <a:outerShdw blurRad="254000" dist="495300" dir="2700000" sx="96000" sy="96000" algn="tl" rotWithShape="0">
              <a:srgbClr val="00C7FD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思源黑体 CN Bold" panose="020B0800000000000000" charset="-122"/>
            </a:endParaRPr>
          </a:p>
        </p:txBody>
      </p:sp>
      <p:sp>
        <p:nvSpPr>
          <p:cNvPr id="9" name="明时PPT7"/>
          <p:cNvSpPr/>
          <p:nvPr/>
        </p:nvSpPr>
        <p:spPr>
          <a:xfrm>
            <a:off x="382905" y="1586230"/>
            <a:ext cx="3365500" cy="4926330"/>
          </a:xfrm>
          <a:prstGeom prst="roundRect">
            <a:avLst>
              <a:gd name="adj" fmla="val 1500"/>
            </a:avLst>
          </a:prstGeom>
          <a:solidFill>
            <a:sysClr val="window" lastClr="FFFFFF"/>
          </a:solidFill>
          <a:ln w="12700" cap="flat" cmpd="sng" algn="ctr">
            <a:gradFill flip="none" rotWithShape="1">
              <a:gsLst>
                <a:gs pos="0">
                  <a:srgbClr val="0068E6">
                    <a:alpha val="0"/>
                  </a:srgbClr>
                </a:gs>
                <a:gs pos="100000">
                  <a:srgbClr val="0068E6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54000" dist="177800" sx="97000" sy="97000" algn="l" rotWithShape="0">
              <a:srgbClr val="0068E6">
                <a:lumMod val="75000"/>
                <a:alpha val="47000"/>
              </a:srgbClr>
            </a:outerShdw>
          </a:effectLst>
        </p:spPr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10" name="Text 3"/>
          <p:cNvSpPr/>
          <p:nvPr/>
        </p:nvSpPr>
        <p:spPr>
          <a:xfrm>
            <a:off x="312420" y="864870"/>
            <a:ext cx="11614785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zh-CN" altLang="en-US" sz="2000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aaaaaaaaaaaaaaaaaaaaaaaaaaaa</a:t>
            </a:r>
            <a:endParaRPr lang="zh-CN" altLang="en-US" sz="20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: 圆角 5262"/>
          <p:cNvSpPr/>
          <p:nvPr>
            <p:custDataLst>
              <p:tags r:id="rId5"/>
            </p:custDataLst>
          </p:nvPr>
        </p:nvSpPr>
        <p:spPr>
          <a:xfrm>
            <a:off x="1049655" y="1431925"/>
            <a:ext cx="1998980" cy="3479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aaa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12" name="AutoShape 6"/>
          <p:cNvSpPr/>
          <p:nvPr/>
        </p:nvSpPr>
        <p:spPr>
          <a:xfrm>
            <a:off x="479425" y="339407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3" name="椭圆 42"/>
          <p:cNvSpPr/>
          <p:nvPr/>
        </p:nvSpPr>
        <p:spPr>
          <a:xfrm>
            <a:off x="1293813" y="1851660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4" name="AutoShape 8"/>
          <p:cNvSpPr/>
          <p:nvPr/>
        </p:nvSpPr>
        <p:spPr>
          <a:xfrm>
            <a:off x="657225" y="4375150"/>
            <a:ext cx="2606675" cy="2247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Arial" panose="020B0604020202020204" pitchFamily="34" charset="0"/>
              </a:rPr>
              <a:t>aaaaaaaaaaaaaaaaaa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en-US" sz="1200" b="1" i="0" u="none" strike="noStrike">
                <a:solidFill>
                  <a:schemeClr val="accent6">
                    <a:lumMod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aaaaaaaaaaaa</a:t>
            </a:r>
            <a:endParaRPr lang="en-US" sz="12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Arial" panose="020B0604020202020204" pitchFamily="34" charset="0"/>
              </a:rPr>
              <a:t>aaaaaaaaaaaaaaaaaaaa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Arial" panose="020B0604020202020204" pitchFamily="34" charset="0"/>
              </a:rPr>
              <a:t>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Arial" panose="020B0604020202020204" pitchFamily="34" charset="0"/>
              </a:rPr>
              <a:t>aaaaaaaaaaaaaaaaaaaa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5" name="文本框 98"/>
          <p:cNvSpPr txBox="1"/>
          <p:nvPr/>
        </p:nvSpPr>
        <p:spPr>
          <a:xfrm>
            <a:off x="617855" y="22167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aa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16" name="矩形: 圆角 5262"/>
          <p:cNvSpPr/>
          <p:nvPr>
            <p:custDataLst>
              <p:tags r:id="rId6"/>
            </p:custDataLst>
          </p:nvPr>
        </p:nvSpPr>
        <p:spPr>
          <a:xfrm>
            <a:off x="511669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aaaaaaa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17" name="矩形: 圆角 100"/>
          <p:cNvSpPr/>
          <p:nvPr>
            <p:custDataLst>
              <p:tags r:id="rId7"/>
            </p:custDataLst>
          </p:nvPr>
        </p:nvSpPr>
        <p:spPr>
          <a:xfrm>
            <a:off x="1053465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aaaaaa</a:t>
            </a:r>
            <a:endParaRPr lang="en-US" sz="2000" b="1" i="0" dirty="0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pic>
        <p:nvPicPr>
          <p:cNvPr id="18" name="图片 47" descr="pic_placeholder.png"/>
          <p:cNvPicPr>
            <a:picLocks noChangeAspect="1"/>
          </p:cNvPicPr>
          <p:nvPr/>
        </p:nvPicPr>
        <p:blipFill>
          <a:blip r:embed="rId3"/>
          <a:srcRect b="18596"/>
          <a:stretch>
            <a:fillRect/>
          </a:stretch>
        </p:blipFill>
        <p:spPr>
          <a:xfrm>
            <a:off x="868045" y="1710055"/>
            <a:ext cx="2319655" cy="1598295"/>
          </a:xfrm>
          <a:prstGeom prst="rect">
            <a:avLst/>
          </a:prstGeom>
        </p:spPr>
      </p:pic>
      <p:pic>
        <p:nvPicPr>
          <p:cNvPr id="19" name="图片 2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20" name="矩形: 圆顶角 15"/>
          <p:cNvSpPr/>
          <p:nvPr/>
        </p:nvSpPr>
        <p:spPr>
          <a:xfrm rot="10800000">
            <a:off x="-168696" y="0"/>
            <a:ext cx="2735580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21" name="文本框 98"/>
          <p:cNvSpPr txBox="1"/>
          <p:nvPr/>
        </p:nvSpPr>
        <p:spPr>
          <a:xfrm>
            <a:off x="202779" y="80645"/>
            <a:ext cx="2011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aaaa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22" name="图片 85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71541" y="424815"/>
            <a:ext cx="2910840" cy="449580"/>
          </a:xfrm>
          <a:prstGeom prst="rect">
            <a:avLst/>
          </a:prstGeom>
        </p:spPr>
      </p:pic>
      <p:sp>
        <p:nvSpPr>
          <p:cNvPr id="23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4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5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6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9" name="任意多边形: 形状 20"/>
          <p:cNvSpPr/>
          <p:nvPr/>
        </p:nvSpPr>
        <p:spPr>
          <a:xfrm>
            <a:off x="1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: 形状 21"/>
          <p:cNvSpPr/>
          <p:nvPr/>
        </p:nvSpPr>
        <p:spPr>
          <a:xfrm flipH="1">
            <a:off x="731843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任意多边形: 形状 510" descr="现代汽车零部件工厂中工作的自动焊接机器人机械臂"/>
          <p:cNvSpPr/>
          <p:nvPr/>
        </p:nvSpPr>
        <p:spPr>
          <a:xfrm>
            <a:off x="9112454" y="1652905"/>
            <a:ext cx="2573450" cy="2230120"/>
          </a:xfrm>
          <a:custGeom>
            <a:avLst/>
            <a:gdLst>
              <a:gd name="connsiteX0" fmla="*/ 2823219 w 2944416"/>
              <a:gd name="connsiteY0" fmla="*/ 0 h 2291158"/>
              <a:gd name="connsiteX1" fmla="*/ 2944416 w 2944416"/>
              <a:gd name="connsiteY1" fmla="*/ 0 h 2291158"/>
              <a:gd name="connsiteX2" fmla="*/ 2944416 w 2944416"/>
              <a:gd name="connsiteY2" fmla="*/ 2243364 h 2291158"/>
              <a:gd name="connsiteX3" fmla="*/ 2823219 w 2944416"/>
              <a:gd name="connsiteY3" fmla="*/ 2243364 h 2291158"/>
              <a:gd name="connsiteX4" fmla="*/ 2613408 w 2944416"/>
              <a:gd name="connsiteY4" fmla="*/ 2249599 h 2291158"/>
              <a:gd name="connsiteX5" fmla="*/ 162316 w 2944416"/>
              <a:gd name="connsiteY5" fmla="*/ 2289790 h 2291158"/>
              <a:gd name="connsiteX6" fmla="*/ 0 w 2944416"/>
              <a:gd name="connsiteY6" fmla="*/ 2291158 h 2291158"/>
              <a:gd name="connsiteX7" fmla="*/ 0 w 2944416"/>
              <a:gd name="connsiteY7" fmla="*/ 293250 h 2291158"/>
              <a:gd name="connsiteX8" fmla="*/ 524845 w 2944416"/>
              <a:gd name="connsiteY8" fmla="*/ 261138 h 2291158"/>
              <a:gd name="connsiteX9" fmla="*/ 2613408 w 2944416"/>
              <a:gd name="connsiteY9" fmla="*/ 38213 h 2291158"/>
              <a:gd name="connsiteX10" fmla="*/ 2823219 w 2944416"/>
              <a:gd name="connsiteY10" fmla="*/ 0 h 2291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44416" h="2291158">
                <a:moveTo>
                  <a:pt x="2823219" y="0"/>
                </a:moveTo>
                <a:lnTo>
                  <a:pt x="2944416" y="0"/>
                </a:lnTo>
                <a:lnTo>
                  <a:pt x="2944416" y="2243364"/>
                </a:lnTo>
                <a:lnTo>
                  <a:pt x="2823219" y="2243364"/>
                </a:lnTo>
                <a:lnTo>
                  <a:pt x="2613408" y="2249599"/>
                </a:lnTo>
                <a:cubicBezTo>
                  <a:pt x="1988715" y="2266294"/>
                  <a:pt x="1147416" y="2280129"/>
                  <a:pt x="162316" y="2289790"/>
                </a:cubicBezTo>
                <a:lnTo>
                  <a:pt x="0" y="2291158"/>
                </a:lnTo>
                <a:lnTo>
                  <a:pt x="0" y="293250"/>
                </a:lnTo>
                <a:lnTo>
                  <a:pt x="524845" y="261138"/>
                </a:lnTo>
                <a:cubicBezTo>
                  <a:pt x="1354356" y="203843"/>
                  <a:pt x="2066802" y="127736"/>
                  <a:pt x="2613408" y="38213"/>
                </a:cubicBezTo>
                <a:lnTo>
                  <a:pt x="2823219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 w="25400" cap="flat" cmpd="sng" algn="ctr">
            <a:gradFill flip="none" rotWithShape="1">
              <a:gsLst>
                <a:gs pos="42000">
                  <a:srgbClr val="FFFFFF"/>
                </a:gs>
                <a:gs pos="83000">
                  <a:srgbClr val="FFFFFF">
                    <a:alpha val="0"/>
                  </a:srgbClr>
                </a:gs>
              </a:gsLst>
              <a:lin ang="2700000" scaled="1"/>
              <a:tileRect/>
            </a:gradFill>
            <a:prstDash val="solid"/>
            <a:miter lim="800000"/>
          </a:ln>
          <a:effectLst>
            <a:outerShdw blurRad="254000" dist="495300" dir="2700000" sx="96000" sy="96000" algn="tl" rotWithShape="0">
              <a:srgbClr val="00C7FD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思源黑体 CN Bold" panose="020B0800000000000000" charset="-122"/>
            </a:endParaRPr>
          </a:p>
        </p:txBody>
      </p:sp>
      <p:sp>
        <p:nvSpPr>
          <p:cNvPr id="32" name="任意多边形: 形状 63" descr="现代汽车零部件工厂中工作的自动焊接机器人机械臂"/>
          <p:cNvSpPr/>
          <p:nvPr/>
        </p:nvSpPr>
        <p:spPr>
          <a:xfrm>
            <a:off x="3698875" y="1946275"/>
            <a:ext cx="2573450" cy="1950085"/>
          </a:xfrm>
          <a:custGeom>
            <a:avLst/>
            <a:gdLst>
              <a:gd name="connsiteX0" fmla="*/ 0 w 2944417"/>
              <a:gd name="connsiteY0" fmla="*/ 0 h 2003448"/>
              <a:gd name="connsiteX1" fmla="*/ 663013 w 2944417"/>
              <a:gd name="connsiteY1" fmla="*/ 30885 h 2003448"/>
              <a:gd name="connsiteX2" fmla="*/ 2127999 w 2944417"/>
              <a:gd name="connsiteY2" fmla="*/ 69778 h 2003448"/>
              <a:gd name="connsiteX3" fmla="*/ 2944417 w 2944417"/>
              <a:gd name="connsiteY3" fmla="*/ 75476 h 2003448"/>
              <a:gd name="connsiteX4" fmla="*/ 2944417 w 2944417"/>
              <a:gd name="connsiteY4" fmla="*/ 2003448 h 2003448"/>
              <a:gd name="connsiteX5" fmla="*/ 2127999 w 2944417"/>
              <a:gd name="connsiteY5" fmla="*/ 2002518 h 2003448"/>
              <a:gd name="connsiteX6" fmla="*/ 663013 w 2944417"/>
              <a:gd name="connsiteY6" fmla="*/ 1996172 h 2003448"/>
              <a:gd name="connsiteX7" fmla="*/ 0 w 2944417"/>
              <a:gd name="connsiteY7" fmla="*/ 1991133 h 2003448"/>
              <a:gd name="connsiteX8" fmla="*/ 0 w 2944417"/>
              <a:gd name="connsiteY8" fmla="*/ 0 h 2003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4417" h="2003448">
                <a:moveTo>
                  <a:pt x="0" y="0"/>
                </a:moveTo>
                <a:lnTo>
                  <a:pt x="663013" y="30885"/>
                </a:lnTo>
                <a:cubicBezTo>
                  <a:pt x="1130204" y="49451"/>
                  <a:pt x="1620565" y="62641"/>
                  <a:pt x="2127999" y="69778"/>
                </a:cubicBezTo>
                <a:lnTo>
                  <a:pt x="2944417" y="75476"/>
                </a:lnTo>
                <a:lnTo>
                  <a:pt x="2944417" y="2003448"/>
                </a:lnTo>
                <a:lnTo>
                  <a:pt x="2127999" y="2002518"/>
                </a:lnTo>
                <a:cubicBezTo>
                  <a:pt x="1620565" y="2001354"/>
                  <a:pt x="1130204" y="1999202"/>
                  <a:pt x="663013" y="1996172"/>
                </a:cubicBezTo>
                <a:lnTo>
                  <a:pt x="0" y="19911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 w="25400" cap="flat" cmpd="sng" algn="ctr">
            <a:gradFill flip="none" rotWithShape="1">
              <a:gsLst>
                <a:gs pos="42000">
                  <a:srgbClr val="FFFFFF"/>
                </a:gs>
                <a:gs pos="83000">
                  <a:srgbClr val="FFFFFF">
                    <a:alpha val="0"/>
                  </a:srgbClr>
                </a:gs>
              </a:gsLst>
              <a:lin ang="2700000" scaled="1"/>
              <a:tileRect/>
            </a:gradFill>
            <a:prstDash val="solid"/>
            <a:miter lim="800000"/>
          </a:ln>
          <a:effectLst>
            <a:outerShdw blurRad="254000" dist="495300" dir="2700000" sx="96000" sy="96000" algn="tl" rotWithShape="0">
              <a:srgbClr val="00C7FD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思源黑体 CN Bold" panose="020B0800000000000000" charset="-122"/>
            </a:endParaRPr>
          </a:p>
        </p:txBody>
      </p:sp>
      <p:sp>
        <p:nvSpPr>
          <p:cNvPr id="33" name="任意多边形: 形状 64" descr="现代汽车零部件工厂中工作的自动焊接机器人机械臂"/>
          <p:cNvSpPr/>
          <p:nvPr/>
        </p:nvSpPr>
        <p:spPr>
          <a:xfrm>
            <a:off x="6408204" y="1946275"/>
            <a:ext cx="2573450" cy="1950085"/>
          </a:xfrm>
          <a:custGeom>
            <a:avLst/>
            <a:gdLst>
              <a:gd name="connsiteX0" fmla="*/ 2944416 w 2944416"/>
              <a:gd name="connsiteY0" fmla="*/ 0 h 2003448"/>
              <a:gd name="connsiteX1" fmla="*/ 2944416 w 2944416"/>
              <a:gd name="connsiteY1" fmla="*/ 1990908 h 2003448"/>
              <a:gd name="connsiteX2" fmla="*/ 2480193 w 2944416"/>
              <a:gd name="connsiteY2" fmla="*/ 1994820 h 2003448"/>
              <a:gd name="connsiteX3" fmla="*/ 816418 w 2944416"/>
              <a:gd name="connsiteY3" fmla="*/ 2002518 h 2003448"/>
              <a:gd name="connsiteX4" fmla="*/ 0 w 2944416"/>
              <a:gd name="connsiteY4" fmla="*/ 2003448 h 2003448"/>
              <a:gd name="connsiteX5" fmla="*/ 0 w 2944416"/>
              <a:gd name="connsiteY5" fmla="*/ 75476 h 2003448"/>
              <a:gd name="connsiteX6" fmla="*/ 816418 w 2944416"/>
              <a:gd name="connsiteY6" fmla="*/ 69778 h 2003448"/>
              <a:gd name="connsiteX7" fmla="*/ 2281405 w 2944416"/>
              <a:gd name="connsiteY7" fmla="*/ 30885 h 2003448"/>
              <a:gd name="connsiteX8" fmla="*/ 2944416 w 2944416"/>
              <a:gd name="connsiteY8" fmla="*/ 0 h 2003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4416" h="2003448">
                <a:moveTo>
                  <a:pt x="2944416" y="0"/>
                </a:moveTo>
                <a:lnTo>
                  <a:pt x="2944416" y="1990908"/>
                </a:lnTo>
                <a:lnTo>
                  <a:pt x="2480193" y="1994820"/>
                </a:lnTo>
                <a:cubicBezTo>
                  <a:pt x="1953968" y="1998566"/>
                  <a:pt x="1396343" y="2001187"/>
                  <a:pt x="816418" y="2002518"/>
                </a:cubicBezTo>
                <a:lnTo>
                  <a:pt x="0" y="2003448"/>
                </a:lnTo>
                <a:lnTo>
                  <a:pt x="0" y="75476"/>
                </a:lnTo>
                <a:lnTo>
                  <a:pt x="816418" y="69778"/>
                </a:lnTo>
                <a:cubicBezTo>
                  <a:pt x="1323852" y="62641"/>
                  <a:pt x="1814214" y="49451"/>
                  <a:pt x="2281405" y="30885"/>
                </a:cubicBezTo>
                <a:lnTo>
                  <a:pt x="2944416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 w="25400" cap="flat" cmpd="sng" algn="ctr">
            <a:gradFill flip="none" rotWithShape="1">
              <a:gsLst>
                <a:gs pos="42000">
                  <a:srgbClr val="FFFFFF"/>
                </a:gs>
                <a:gs pos="83000">
                  <a:srgbClr val="FFFFFF">
                    <a:alpha val="0"/>
                  </a:srgbClr>
                </a:gs>
              </a:gsLst>
              <a:lin ang="2700000" scaled="1"/>
              <a:tileRect/>
            </a:gradFill>
            <a:prstDash val="solid"/>
            <a:miter lim="800000"/>
          </a:ln>
          <a:effectLst>
            <a:outerShdw blurRad="254000" dist="495300" dir="2700000" sx="96000" sy="96000" algn="tl" rotWithShape="0">
              <a:srgbClr val="00C7FD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思源黑体 CN Bold" panose="020B0800000000000000" charset="-122"/>
            </a:endParaRPr>
          </a:p>
        </p:txBody>
      </p:sp>
      <p:sp>
        <p:nvSpPr>
          <p:cNvPr id="34" name="任意多边形: 形状 65" descr="现代汽车零部件工厂中工作的自动焊接机器人机械臂"/>
          <p:cNvSpPr/>
          <p:nvPr/>
        </p:nvSpPr>
        <p:spPr>
          <a:xfrm>
            <a:off x="3698875" y="4029075"/>
            <a:ext cx="2573450" cy="1950085"/>
          </a:xfrm>
          <a:custGeom>
            <a:avLst/>
            <a:gdLst>
              <a:gd name="connsiteX0" fmla="*/ 2944417 w 2944417"/>
              <a:gd name="connsiteY0" fmla="*/ 0 h 2003450"/>
              <a:gd name="connsiteX1" fmla="*/ 2944417 w 2944417"/>
              <a:gd name="connsiteY1" fmla="*/ 1927973 h 2003450"/>
              <a:gd name="connsiteX2" fmla="*/ 2127999 w 2944417"/>
              <a:gd name="connsiteY2" fmla="*/ 1933672 h 2003450"/>
              <a:gd name="connsiteX3" fmla="*/ 663013 w 2944417"/>
              <a:gd name="connsiteY3" fmla="*/ 1972565 h 2003450"/>
              <a:gd name="connsiteX4" fmla="*/ 0 w 2944417"/>
              <a:gd name="connsiteY4" fmla="*/ 2003450 h 2003450"/>
              <a:gd name="connsiteX5" fmla="*/ 0 w 2944417"/>
              <a:gd name="connsiteY5" fmla="*/ 12316 h 2003450"/>
              <a:gd name="connsiteX6" fmla="*/ 663013 w 2944417"/>
              <a:gd name="connsiteY6" fmla="*/ 7276 h 2003450"/>
              <a:gd name="connsiteX7" fmla="*/ 2127999 w 2944417"/>
              <a:gd name="connsiteY7" fmla="*/ 930 h 2003450"/>
              <a:gd name="connsiteX8" fmla="*/ 2944417 w 2944417"/>
              <a:gd name="connsiteY8" fmla="*/ 0 h 200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4417" h="2003450">
                <a:moveTo>
                  <a:pt x="2944417" y="0"/>
                </a:moveTo>
                <a:lnTo>
                  <a:pt x="2944417" y="1927973"/>
                </a:lnTo>
                <a:lnTo>
                  <a:pt x="2127999" y="1933672"/>
                </a:lnTo>
                <a:cubicBezTo>
                  <a:pt x="1620565" y="1940809"/>
                  <a:pt x="1130204" y="1953999"/>
                  <a:pt x="663013" y="1972565"/>
                </a:cubicBezTo>
                <a:lnTo>
                  <a:pt x="0" y="2003450"/>
                </a:lnTo>
                <a:lnTo>
                  <a:pt x="0" y="12316"/>
                </a:lnTo>
                <a:lnTo>
                  <a:pt x="663013" y="7276"/>
                </a:lnTo>
                <a:cubicBezTo>
                  <a:pt x="1130204" y="4247"/>
                  <a:pt x="1620565" y="2095"/>
                  <a:pt x="2127999" y="930"/>
                </a:cubicBezTo>
                <a:lnTo>
                  <a:pt x="2944417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 w="25400" cap="flat" cmpd="sng" algn="ctr">
            <a:gradFill flip="none" rotWithShape="1">
              <a:gsLst>
                <a:gs pos="42000">
                  <a:srgbClr val="FFFFFF"/>
                </a:gs>
                <a:gs pos="83000">
                  <a:srgbClr val="FFFFFF">
                    <a:alpha val="0"/>
                  </a:srgbClr>
                </a:gs>
              </a:gsLst>
              <a:lin ang="2700000" scaled="1"/>
              <a:tileRect/>
            </a:gradFill>
            <a:prstDash val="solid"/>
            <a:miter lim="800000"/>
          </a:ln>
          <a:effectLst>
            <a:outerShdw blurRad="254000" dist="495300" dir="2700000" sx="96000" sy="96000" algn="tl" rotWithShape="0">
              <a:srgbClr val="00C7FD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思源黑体 CN Bold" panose="020B0800000000000000" charset="-122"/>
            </a:endParaRPr>
          </a:p>
        </p:txBody>
      </p:sp>
      <p:sp>
        <p:nvSpPr>
          <p:cNvPr id="35" name="任意多边形: 形状 66" descr="现代汽车零部件工厂中工作的自动焊接机器人机械臂"/>
          <p:cNvSpPr/>
          <p:nvPr/>
        </p:nvSpPr>
        <p:spPr>
          <a:xfrm>
            <a:off x="6408204" y="4029075"/>
            <a:ext cx="2573450" cy="1950085"/>
          </a:xfrm>
          <a:custGeom>
            <a:avLst/>
            <a:gdLst>
              <a:gd name="connsiteX0" fmla="*/ 0 w 2944416"/>
              <a:gd name="connsiteY0" fmla="*/ 0 h 2003450"/>
              <a:gd name="connsiteX1" fmla="*/ 816418 w 2944416"/>
              <a:gd name="connsiteY1" fmla="*/ 930 h 2003450"/>
              <a:gd name="connsiteX2" fmla="*/ 2480193 w 2944416"/>
              <a:gd name="connsiteY2" fmla="*/ 8628 h 2003450"/>
              <a:gd name="connsiteX3" fmla="*/ 2944416 w 2944416"/>
              <a:gd name="connsiteY3" fmla="*/ 12540 h 2003450"/>
              <a:gd name="connsiteX4" fmla="*/ 2944416 w 2944416"/>
              <a:gd name="connsiteY4" fmla="*/ 2003450 h 2003450"/>
              <a:gd name="connsiteX5" fmla="*/ 2281405 w 2944416"/>
              <a:gd name="connsiteY5" fmla="*/ 1972565 h 2003450"/>
              <a:gd name="connsiteX6" fmla="*/ 816418 w 2944416"/>
              <a:gd name="connsiteY6" fmla="*/ 1933672 h 2003450"/>
              <a:gd name="connsiteX7" fmla="*/ 0 w 2944416"/>
              <a:gd name="connsiteY7" fmla="*/ 1927973 h 2003450"/>
              <a:gd name="connsiteX8" fmla="*/ 0 w 2944416"/>
              <a:gd name="connsiteY8" fmla="*/ 0 h 200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4416" h="2003450">
                <a:moveTo>
                  <a:pt x="0" y="0"/>
                </a:moveTo>
                <a:lnTo>
                  <a:pt x="816418" y="930"/>
                </a:lnTo>
                <a:cubicBezTo>
                  <a:pt x="1396343" y="2261"/>
                  <a:pt x="1953968" y="4882"/>
                  <a:pt x="2480193" y="8628"/>
                </a:cubicBezTo>
                <a:lnTo>
                  <a:pt x="2944416" y="12540"/>
                </a:lnTo>
                <a:lnTo>
                  <a:pt x="2944416" y="2003450"/>
                </a:lnTo>
                <a:lnTo>
                  <a:pt x="2281405" y="1972565"/>
                </a:lnTo>
                <a:cubicBezTo>
                  <a:pt x="1814214" y="1953999"/>
                  <a:pt x="1323852" y="1940809"/>
                  <a:pt x="816418" y="1933672"/>
                </a:cubicBezTo>
                <a:lnTo>
                  <a:pt x="0" y="1927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 w="25400" cap="flat" cmpd="sng" algn="ctr">
            <a:gradFill flip="none" rotWithShape="1">
              <a:gsLst>
                <a:gs pos="42000">
                  <a:srgbClr val="FFFFFF"/>
                </a:gs>
                <a:gs pos="83000">
                  <a:srgbClr val="FFFFFF">
                    <a:alpha val="0"/>
                  </a:srgbClr>
                </a:gs>
              </a:gsLst>
              <a:lin ang="2700000" scaled="1"/>
              <a:tileRect/>
            </a:gradFill>
            <a:prstDash val="solid"/>
            <a:miter lim="800000"/>
          </a:ln>
          <a:effectLst>
            <a:outerShdw blurRad="254000" dist="495300" dir="2700000" sx="96000" sy="96000" algn="tl" rotWithShape="0">
              <a:srgbClr val="00C7FD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思源黑体 CN Bold" panose="020B0800000000000000" charset="-122"/>
            </a:endParaRPr>
          </a:p>
        </p:txBody>
      </p:sp>
      <p:sp>
        <p:nvSpPr>
          <p:cNvPr id="36" name="任意多边形: 形状 68" descr="现代汽车零部件工厂中工作的自动焊接机器人机械臂"/>
          <p:cNvSpPr/>
          <p:nvPr/>
        </p:nvSpPr>
        <p:spPr>
          <a:xfrm>
            <a:off x="9112454" y="4042410"/>
            <a:ext cx="2573450" cy="2230120"/>
          </a:xfrm>
          <a:custGeom>
            <a:avLst/>
            <a:gdLst>
              <a:gd name="connsiteX0" fmla="*/ 0 w 2944416"/>
              <a:gd name="connsiteY0" fmla="*/ 0 h 2291159"/>
              <a:gd name="connsiteX1" fmla="*/ 162316 w 2944416"/>
              <a:gd name="connsiteY1" fmla="*/ 1368 h 2291159"/>
              <a:gd name="connsiteX2" fmla="*/ 2613408 w 2944416"/>
              <a:gd name="connsiteY2" fmla="*/ 41559 h 2291159"/>
              <a:gd name="connsiteX3" fmla="*/ 2823219 w 2944416"/>
              <a:gd name="connsiteY3" fmla="*/ 47794 h 2291159"/>
              <a:gd name="connsiteX4" fmla="*/ 2944416 w 2944416"/>
              <a:gd name="connsiteY4" fmla="*/ 47794 h 2291159"/>
              <a:gd name="connsiteX5" fmla="*/ 2944416 w 2944416"/>
              <a:gd name="connsiteY5" fmla="*/ 2291159 h 2291159"/>
              <a:gd name="connsiteX6" fmla="*/ 2823219 w 2944416"/>
              <a:gd name="connsiteY6" fmla="*/ 2291159 h 2291159"/>
              <a:gd name="connsiteX7" fmla="*/ 2613408 w 2944416"/>
              <a:gd name="connsiteY7" fmla="*/ 2252946 h 2291159"/>
              <a:gd name="connsiteX8" fmla="*/ 524845 w 2944416"/>
              <a:gd name="connsiteY8" fmla="*/ 2030021 h 2291159"/>
              <a:gd name="connsiteX9" fmla="*/ 0 w 2944416"/>
              <a:gd name="connsiteY9" fmla="*/ 1997910 h 2291159"/>
              <a:gd name="connsiteX10" fmla="*/ 0 w 2944416"/>
              <a:gd name="connsiteY10" fmla="*/ 0 h 2291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44416" h="2291159">
                <a:moveTo>
                  <a:pt x="0" y="0"/>
                </a:moveTo>
                <a:lnTo>
                  <a:pt x="162316" y="1368"/>
                </a:lnTo>
                <a:cubicBezTo>
                  <a:pt x="1147416" y="11030"/>
                  <a:pt x="1988715" y="24865"/>
                  <a:pt x="2613408" y="41559"/>
                </a:cubicBezTo>
                <a:lnTo>
                  <a:pt x="2823219" y="47794"/>
                </a:lnTo>
                <a:lnTo>
                  <a:pt x="2944416" y="47794"/>
                </a:lnTo>
                <a:lnTo>
                  <a:pt x="2944416" y="2291159"/>
                </a:lnTo>
                <a:lnTo>
                  <a:pt x="2823219" y="2291159"/>
                </a:lnTo>
                <a:lnTo>
                  <a:pt x="2613408" y="2252946"/>
                </a:lnTo>
                <a:cubicBezTo>
                  <a:pt x="2066802" y="2163424"/>
                  <a:pt x="1354356" y="2087317"/>
                  <a:pt x="524845" y="2030021"/>
                </a:cubicBezTo>
                <a:lnTo>
                  <a:pt x="0" y="1997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 w="25400" cap="flat" cmpd="sng" algn="ctr">
            <a:gradFill flip="none" rotWithShape="1">
              <a:gsLst>
                <a:gs pos="42000">
                  <a:srgbClr val="FFFFFF"/>
                </a:gs>
                <a:gs pos="83000">
                  <a:srgbClr val="FFFFFF">
                    <a:alpha val="0"/>
                  </a:srgbClr>
                </a:gs>
              </a:gsLst>
              <a:lin ang="2700000" scaled="1"/>
              <a:tileRect/>
            </a:gradFill>
            <a:prstDash val="solid"/>
            <a:miter lim="800000"/>
          </a:ln>
          <a:effectLst>
            <a:outerShdw blurRad="254000" dist="495300" dir="2700000" sx="96000" sy="96000" algn="tl" rotWithShape="0">
              <a:srgbClr val="00C7FD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思源黑体 CN Bold" panose="020B0800000000000000" charset="-122"/>
            </a:endParaRPr>
          </a:p>
        </p:txBody>
      </p:sp>
      <p:sp>
        <p:nvSpPr>
          <p:cNvPr id="37" name="燕尾形 38"/>
          <p:cNvSpPr/>
          <p:nvPr userDrawn="1"/>
        </p:nvSpPr>
        <p:spPr>
          <a:xfrm>
            <a:off x="9213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燕尾形 39"/>
          <p:cNvSpPr/>
          <p:nvPr userDrawn="1"/>
        </p:nvSpPr>
        <p:spPr>
          <a:xfrm>
            <a:off x="10674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燕尾形 40"/>
          <p:cNvSpPr/>
          <p:nvPr userDrawn="1"/>
        </p:nvSpPr>
        <p:spPr>
          <a:xfrm>
            <a:off x="12134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燕尾形 43"/>
          <p:cNvSpPr/>
          <p:nvPr userDrawn="1"/>
        </p:nvSpPr>
        <p:spPr>
          <a:xfrm>
            <a:off x="13595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燕尾形 44"/>
          <p:cNvSpPr/>
          <p:nvPr userDrawn="1"/>
        </p:nvSpPr>
        <p:spPr>
          <a:xfrm>
            <a:off x="15055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燕尾形 45"/>
          <p:cNvSpPr/>
          <p:nvPr userDrawn="1"/>
        </p:nvSpPr>
        <p:spPr>
          <a:xfrm>
            <a:off x="16516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燕尾形 38"/>
          <p:cNvSpPr/>
          <p:nvPr userDrawn="1"/>
        </p:nvSpPr>
        <p:spPr>
          <a:xfrm>
            <a:off x="103759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燕尾形 39"/>
          <p:cNvSpPr/>
          <p:nvPr userDrawn="1"/>
        </p:nvSpPr>
        <p:spPr>
          <a:xfrm>
            <a:off x="105219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燕尾形 40"/>
          <p:cNvSpPr/>
          <p:nvPr userDrawn="1"/>
        </p:nvSpPr>
        <p:spPr>
          <a:xfrm>
            <a:off x="106680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6" name="燕尾形 43"/>
          <p:cNvSpPr/>
          <p:nvPr userDrawn="1"/>
        </p:nvSpPr>
        <p:spPr>
          <a:xfrm>
            <a:off x="108140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燕尾形 44"/>
          <p:cNvSpPr/>
          <p:nvPr userDrawn="1"/>
        </p:nvSpPr>
        <p:spPr>
          <a:xfrm>
            <a:off x="109601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8" name="燕尾形 45"/>
          <p:cNvSpPr/>
          <p:nvPr userDrawn="1"/>
        </p:nvSpPr>
        <p:spPr>
          <a:xfrm>
            <a:off x="111061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矩形 8"/>
          <p:cNvSpPr/>
          <p:nvPr/>
        </p:nvSpPr>
        <p:spPr>
          <a:xfrm>
            <a:off x="3937407" y="3473450"/>
            <a:ext cx="2171997" cy="44704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4000">
                <a:srgbClr val="0545B7">
                  <a:alpha val="50000"/>
                </a:srgbClr>
              </a:gs>
              <a:gs pos="50000">
                <a:srgbClr val="0545B7"/>
              </a:gs>
              <a:gs pos="83000">
                <a:srgbClr val="0545B7">
                  <a:alpha val="50000"/>
                </a:srgb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 37"/>
          <p:cNvSpPr/>
          <p:nvPr/>
        </p:nvSpPr>
        <p:spPr>
          <a:xfrm>
            <a:off x="3748405" y="3540030"/>
            <a:ext cx="2585085" cy="3424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00000"/>
              </a:lnSpc>
              <a:defRPr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51" name="矩形 14"/>
          <p:cNvSpPr/>
          <p:nvPr/>
        </p:nvSpPr>
        <p:spPr>
          <a:xfrm>
            <a:off x="6585992" y="3600450"/>
            <a:ext cx="2171997" cy="44704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4000">
                <a:srgbClr val="0545B7">
                  <a:alpha val="50000"/>
                </a:srgbClr>
              </a:gs>
              <a:gs pos="50000">
                <a:srgbClr val="0545B7"/>
              </a:gs>
              <a:gs pos="83000">
                <a:srgbClr val="0545B7">
                  <a:alpha val="50000"/>
                </a:srgb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 37"/>
          <p:cNvSpPr/>
          <p:nvPr/>
        </p:nvSpPr>
        <p:spPr>
          <a:xfrm>
            <a:off x="6396990" y="3667030"/>
            <a:ext cx="2585085" cy="3424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00000"/>
              </a:lnSpc>
              <a:defRPr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53" name="矩形 23"/>
          <p:cNvSpPr/>
          <p:nvPr/>
        </p:nvSpPr>
        <p:spPr>
          <a:xfrm>
            <a:off x="9301887" y="3473450"/>
            <a:ext cx="2171997" cy="44704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4000">
                <a:srgbClr val="0545B7">
                  <a:alpha val="50000"/>
                </a:srgbClr>
              </a:gs>
              <a:gs pos="50000">
                <a:srgbClr val="0545B7"/>
              </a:gs>
              <a:gs pos="83000">
                <a:srgbClr val="0545B7">
                  <a:alpha val="50000"/>
                </a:srgb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 37"/>
          <p:cNvSpPr/>
          <p:nvPr/>
        </p:nvSpPr>
        <p:spPr>
          <a:xfrm>
            <a:off x="9112885" y="3540030"/>
            <a:ext cx="2585085" cy="3424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00000"/>
              </a:lnSpc>
              <a:defRPr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55" name="矩形 33"/>
          <p:cNvSpPr/>
          <p:nvPr/>
        </p:nvSpPr>
        <p:spPr>
          <a:xfrm>
            <a:off x="3650387" y="5551170"/>
            <a:ext cx="2171997" cy="44704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4000">
                <a:srgbClr val="0545B7">
                  <a:alpha val="50000"/>
                </a:srgbClr>
              </a:gs>
              <a:gs pos="50000">
                <a:srgbClr val="0545B7"/>
              </a:gs>
              <a:gs pos="83000">
                <a:srgbClr val="0545B7">
                  <a:alpha val="50000"/>
                </a:srgb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 37"/>
          <p:cNvSpPr/>
          <p:nvPr/>
        </p:nvSpPr>
        <p:spPr>
          <a:xfrm>
            <a:off x="3461385" y="5617750"/>
            <a:ext cx="2585085" cy="3424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00000"/>
              </a:lnSpc>
              <a:defRPr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57" name="矩形 36"/>
          <p:cNvSpPr/>
          <p:nvPr/>
        </p:nvSpPr>
        <p:spPr>
          <a:xfrm>
            <a:off x="6737122" y="5551170"/>
            <a:ext cx="2171997" cy="44704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4000">
                <a:srgbClr val="0545B7">
                  <a:alpha val="50000"/>
                </a:srgbClr>
              </a:gs>
              <a:gs pos="50000">
                <a:srgbClr val="0545B7"/>
              </a:gs>
              <a:gs pos="83000">
                <a:srgbClr val="0545B7">
                  <a:alpha val="50000"/>
                </a:srgb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 37"/>
          <p:cNvSpPr/>
          <p:nvPr/>
        </p:nvSpPr>
        <p:spPr>
          <a:xfrm>
            <a:off x="6548120" y="5617750"/>
            <a:ext cx="2585085" cy="3424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00000"/>
              </a:lnSpc>
              <a:defRPr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59" name="矩形 39"/>
          <p:cNvSpPr/>
          <p:nvPr/>
        </p:nvSpPr>
        <p:spPr>
          <a:xfrm>
            <a:off x="9396502" y="5735320"/>
            <a:ext cx="2171997" cy="44704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4000">
                <a:srgbClr val="0545B7">
                  <a:alpha val="50000"/>
                </a:srgbClr>
              </a:gs>
              <a:gs pos="50000">
                <a:srgbClr val="0545B7"/>
              </a:gs>
              <a:gs pos="83000">
                <a:srgbClr val="0545B7">
                  <a:alpha val="50000"/>
                </a:srgb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 37"/>
          <p:cNvSpPr/>
          <p:nvPr/>
        </p:nvSpPr>
        <p:spPr>
          <a:xfrm>
            <a:off x="9207500" y="5801900"/>
            <a:ext cx="2585085" cy="3424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00000"/>
              </a:lnSpc>
              <a:defRPr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>
            <p:custDataLst>
              <p:tags r:id="rId1"/>
            </p:custDataLst>
          </p:nvPr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梯形 189"/>
          <p:cNvSpPr/>
          <p:nvPr>
            <p:custDataLst>
              <p:tags r:id="rId3"/>
            </p:custDataLst>
          </p:nvPr>
        </p:nvSpPr>
        <p:spPr>
          <a:xfrm>
            <a:off x="475615" y="942975"/>
            <a:ext cx="11155045" cy="337185"/>
          </a:xfrm>
          <a:prstGeom prst="trapezoid">
            <a:avLst>
              <a:gd name="adj" fmla="val 328781"/>
            </a:avLst>
          </a:prstGeom>
          <a:gradFill flip="none" rotWithShape="1">
            <a:gsLst>
              <a:gs pos="51000">
                <a:schemeClr val="bg1"/>
              </a:gs>
              <a:gs pos="85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6"/>
                </a:gs>
                <a:gs pos="7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pic>
        <p:nvPicPr>
          <p:cNvPr id="6" name="图片 170" descr="pic_placeholder.png"/>
          <p:cNvPicPr>
            <a:picLocks noChangeAspect="1"/>
          </p:cNvPicPr>
          <p:nvPr/>
        </p:nvPicPr>
        <p:blipFill>
          <a:blip r:embed="rId3"/>
          <a:srcRect r="557"/>
          <a:stretch>
            <a:fillRect/>
          </a:stretch>
        </p:blipFill>
        <p:spPr>
          <a:xfrm>
            <a:off x="-120650" y="1624965"/>
            <a:ext cx="12360910" cy="3027045"/>
          </a:xfrm>
          <a:prstGeom prst="rect">
            <a:avLst/>
          </a:prstGeom>
        </p:spPr>
      </p:pic>
      <p:sp>
        <p:nvSpPr>
          <p:cNvPr id="7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8" name="文本框 65"/>
          <p:cNvSpPr txBox="1"/>
          <p:nvPr userDrawn="1"/>
        </p:nvSpPr>
        <p:spPr>
          <a:xfrm>
            <a:off x="2594610" y="11874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b="1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aaaaaaaa</a:t>
            </a:r>
            <a:endParaRPr lang="zh-CN" altLang="en-US" sz="2400" b="1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Text 3"/>
          <p:cNvSpPr/>
          <p:nvPr/>
        </p:nvSpPr>
        <p:spPr>
          <a:xfrm>
            <a:off x="312420" y="864870"/>
            <a:ext cx="11614785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zh-CN" altLang="en-US" sz="2000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aaaaaaaaaaaaaaaaaaaaaaaaaaaa</a:t>
            </a:r>
            <a:endParaRPr lang="zh-CN" altLang="en-US" sz="20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4"/>
          <p:cNvSpPr/>
          <p:nvPr>
            <p:custDataLst>
              <p:tags r:id="rId10"/>
            </p:custDataLst>
          </p:nvPr>
        </p:nvSpPr>
        <p:spPr>
          <a:xfrm>
            <a:off x="762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1" name="AutoShape 6"/>
          <p:cNvSpPr/>
          <p:nvPr/>
        </p:nvSpPr>
        <p:spPr>
          <a:xfrm>
            <a:off x="889000" y="339407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2" name="椭圆 20"/>
          <p:cNvSpPr/>
          <p:nvPr>
            <p:custDataLst>
              <p:tags r:id="rId11"/>
            </p:custDataLst>
          </p:nvPr>
        </p:nvSpPr>
        <p:spPr>
          <a:xfrm>
            <a:off x="1703388" y="1851660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3" name="AutoShape 8"/>
          <p:cNvSpPr/>
          <p:nvPr>
            <p:custDataLst>
              <p:tags r:id="rId12"/>
            </p:custDataLst>
          </p:nvPr>
        </p:nvSpPr>
        <p:spPr>
          <a:xfrm>
            <a:off x="1066800" y="4375150"/>
            <a:ext cx="2606675" cy="2247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Arial" panose="020B0604020202020204" pitchFamily="34" charset="0"/>
              </a:rPr>
              <a:t>aaaaaaaaaaaaaaaaaa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en-US" sz="1200" b="1" i="0" u="none" strike="noStrike">
                <a:solidFill>
                  <a:schemeClr val="accent6">
                    <a:lumMod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aaaaaaaaaaaa</a:t>
            </a:r>
            <a:endParaRPr lang="en-US" sz="12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Arial" panose="020B0604020202020204" pitchFamily="34" charset="0"/>
              </a:rPr>
              <a:t>aaaaaaaaaaaaaaaaaaaa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Arial" panose="020B0604020202020204" pitchFamily="34" charset="0"/>
              </a:rPr>
              <a:t>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Arial" panose="020B0604020202020204" pitchFamily="34" charset="0"/>
              </a:rPr>
              <a:t>aaaaaaaaaaaaaaaaaaaa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4" name="AutoShape 9"/>
          <p:cNvSpPr/>
          <p:nvPr>
            <p:custDataLst>
              <p:tags r:id="rId13"/>
            </p:custDataLst>
          </p:nvPr>
        </p:nvSpPr>
        <p:spPr>
          <a:xfrm>
            <a:off x="4445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5" name="AutoShape 10"/>
          <p:cNvSpPr/>
          <p:nvPr/>
        </p:nvSpPr>
        <p:spPr>
          <a:xfrm>
            <a:off x="4255770" y="77184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AutoShape 12"/>
          <p:cNvSpPr/>
          <p:nvPr>
            <p:custDataLst>
              <p:tags r:id="rId14"/>
            </p:custDataLst>
          </p:nvPr>
        </p:nvSpPr>
        <p:spPr>
          <a:xfrm>
            <a:off x="4749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1" i="0" u="none" strike="noStrike">
                <a:solidFill>
                  <a:schemeClr val="accent6">
                    <a:lumMod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</a:t>
            </a:r>
            <a:endParaRPr lang="en-US" sz="12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1" i="0" u="none" strike="noStrike">
                <a:solidFill>
                  <a:schemeClr val="accent6">
                    <a:lumMod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aaaaaaaaaaaaaa</a:t>
            </a:r>
            <a:endParaRPr lang="en-US" sz="12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AutoShape 13"/>
          <p:cNvSpPr/>
          <p:nvPr>
            <p:custDataLst>
              <p:tags r:id="rId15"/>
            </p:custDataLst>
          </p:nvPr>
        </p:nvSpPr>
        <p:spPr>
          <a:xfrm>
            <a:off x="8128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8" name="椭圆 21"/>
          <p:cNvSpPr/>
          <p:nvPr>
            <p:custDataLst>
              <p:tags r:id="rId16"/>
            </p:custDataLst>
          </p:nvPr>
        </p:nvSpPr>
        <p:spPr>
          <a:xfrm>
            <a:off x="5434965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9" name="椭圆 22"/>
          <p:cNvSpPr/>
          <p:nvPr>
            <p:custDataLst>
              <p:tags r:id="rId17"/>
            </p:custDataLst>
          </p:nvPr>
        </p:nvSpPr>
        <p:spPr>
          <a:xfrm>
            <a:off x="9085580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20" name="AutoShape 17"/>
          <p:cNvSpPr/>
          <p:nvPr>
            <p:custDataLst>
              <p:tags r:id="rId18"/>
            </p:custDataLst>
          </p:nvPr>
        </p:nvSpPr>
        <p:spPr>
          <a:xfrm>
            <a:off x="8432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SzTx/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aaaaaaaaaaaaaaaaaaaaaa</a:t>
            </a:r>
            <a:endParaRPr lang="en-US" sz="12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schemeClr val="accent6">
                    <a:lumMod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aaaaaaaaaaaaaaaaaaaaaa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666666"/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Arial" panose="020B0604020202020204" pitchFamily="34" charset="0"/>
              </a:rPr>
              <a:t>aaaaaaaaaaaaaaa</a:t>
            </a: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17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59985" y="1253490"/>
            <a:ext cx="2319655" cy="1963420"/>
          </a:xfrm>
          <a:prstGeom prst="rect">
            <a:avLst/>
          </a:prstGeom>
        </p:spPr>
      </p:pic>
      <p:pic>
        <p:nvPicPr>
          <p:cNvPr id="22" name="图片 18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40155" y="1211580"/>
            <a:ext cx="2319655" cy="1963420"/>
          </a:xfrm>
          <a:prstGeom prst="rect">
            <a:avLst/>
          </a:prstGeom>
        </p:spPr>
      </p:pic>
      <p:pic>
        <p:nvPicPr>
          <p:cNvPr id="23" name="图片 19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40445" y="1211580"/>
            <a:ext cx="2319655" cy="1963420"/>
          </a:xfrm>
          <a:prstGeom prst="rect">
            <a:avLst/>
          </a:prstGeom>
        </p:spPr>
      </p:pic>
      <p:sp>
        <p:nvSpPr>
          <p:cNvPr id="24" name="文本框 98"/>
          <p:cNvSpPr txBox="1"/>
          <p:nvPr>
            <p:custDataLst>
              <p:tags r:id="rId23"/>
            </p:custDataLst>
          </p:nvPr>
        </p:nvSpPr>
        <p:spPr>
          <a:xfrm>
            <a:off x="1027430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aa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5" name="文本框 98"/>
          <p:cNvSpPr txBox="1"/>
          <p:nvPr>
            <p:custDataLst>
              <p:tags r:id="rId24"/>
            </p:custDataLst>
          </p:nvPr>
        </p:nvSpPr>
        <p:spPr>
          <a:xfrm>
            <a:off x="4730750" y="1842453"/>
            <a:ext cx="70421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aa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a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6" name="文本框 98"/>
          <p:cNvSpPr txBox="1"/>
          <p:nvPr>
            <p:custDataLst>
              <p:tags r:id="rId25"/>
            </p:custDataLst>
          </p:nvPr>
        </p:nvSpPr>
        <p:spPr>
          <a:xfrm>
            <a:off x="8381365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aa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7" name="矩形: 圆角 5262"/>
          <p:cNvSpPr/>
          <p:nvPr>
            <p:custDataLst>
              <p:tags r:id="rId26"/>
            </p:custDataLst>
          </p:nvPr>
        </p:nvSpPr>
        <p:spPr>
          <a:xfrm>
            <a:off x="92124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aaaaaaa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8" name="矩形: 圆角 5262"/>
          <p:cNvSpPr/>
          <p:nvPr>
            <p:custDataLst>
              <p:tags r:id="rId27"/>
            </p:custDataLst>
          </p:nvPr>
        </p:nvSpPr>
        <p:spPr>
          <a:xfrm>
            <a:off x="4556619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aaaaaaaaaaa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9" name="矩形: 圆角 5262"/>
          <p:cNvSpPr/>
          <p:nvPr>
            <p:custDataLst>
              <p:tags r:id="rId28"/>
            </p:custDataLst>
          </p:nvPr>
        </p:nvSpPr>
        <p:spPr>
          <a:xfrm>
            <a:off x="822882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aaaaaaa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30" name="矩形: 圆角 100"/>
          <p:cNvSpPr/>
          <p:nvPr>
            <p:custDataLst>
              <p:tags r:id="rId29"/>
            </p:custDataLst>
          </p:nvPr>
        </p:nvSpPr>
        <p:spPr>
          <a:xfrm>
            <a:off x="146304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aaaaaa</a:t>
            </a:r>
            <a:endParaRPr lang="en-US" sz="2000" b="1" i="0" dirty="0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1" name="矩形: 圆角 100"/>
          <p:cNvSpPr/>
          <p:nvPr>
            <p:custDataLst>
              <p:tags r:id="rId30"/>
            </p:custDataLst>
          </p:nvPr>
        </p:nvSpPr>
        <p:spPr>
          <a:xfrm>
            <a:off x="514223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aaaaaa</a:t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2" name="矩形: 圆角 100"/>
          <p:cNvSpPr/>
          <p:nvPr>
            <p:custDataLst>
              <p:tags r:id="rId31"/>
            </p:custDataLst>
          </p:nvPr>
        </p:nvSpPr>
        <p:spPr>
          <a:xfrm>
            <a:off x="882142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aaaaaa</a:t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pic>
        <p:nvPicPr>
          <p:cNvPr id="33" name="图片 4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34" name="矩形: 圆顶角 15"/>
          <p:cNvSpPr/>
          <p:nvPr/>
        </p:nvSpPr>
        <p:spPr>
          <a:xfrm rot="10800000">
            <a:off x="-168696" y="0"/>
            <a:ext cx="2735580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35" name="文本框 98"/>
          <p:cNvSpPr txBox="1"/>
          <p:nvPr/>
        </p:nvSpPr>
        <p:spPr>
          <a:xfrm>
            <a:off x="202779" y="80645"/>
            <a:ext cx="2011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aaaa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36" name="图片 85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71541" y="424815"/>
            <a:ext cx="2910840" cy="449580"/>
          </a:xfrm>
          <a:prstGeom prst="rect">
            <a:avLst/>
          </a:prstGeom>
        </p:spPr>
      </p:pic>
      <p:sp>
        <p:nvSpPr>
          <p:cNvPr id="37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燕尾形 38"/>
          <p:cNvSpPr/>
          <p:nvPr userDrawn="1"/>
        </p:nvSpPr>
        <p:spPr>
          <a:xfrm>
            <a:off x="9213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燕尾形 39"/>
          <p:cNvSpPr/>
          <p:nvPr userDrawn="1"/>
        </p:nvSpPr>
        <p:spPr>
          <a:xfrm>
            <a:off x="10674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燕尾形 40"/>
          <p:cNvSpPr/>
          <p:nvPr userDrawn="1"/>
        </p:nvSpPr>
        <p:spPr>
          <a:xfrm>
            <a:off x="12134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6" name="燕尾形 43"/>
          <p:cNvSpPr/>
          <p:nvPr userDrawn="1"/>
        </p:nvSpPr>
        <p:spPr>
          <a:xfrm>
            <a:off x="13595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燕尾形 44"/>
          <p:cNvSpPr/>
          <p:nvPr userDrawn="1"/>
        </p:nvSpPr>
        <p:spPr>
          <a:xfrm>
            <a:off x="15055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8" name="燕尾形 45"/>
          <p:cNvSpPr/>
          <p:nvPr userDrawn="1"/>
        </p:nvSpPr>
        <p:spPr>
          <a:xfrm>
            <a:off x="16516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燕尾形 38"/>
          <p:cNvSpPr/>
          <p:nvPr userDrawn="1"/>
        </p:nvSpPr>
        <p:spPr>
          <a:xfrm>
            <a:off x="103759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燕尾形 39"/>
          <p:cNvSpPr/>
          <p:nvPr userDrawn="1"/>
        </p:nvSpPr>
        <p:spPr>
          <a:xfrm>
            <a:off x="105219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1" name="燕尾形 40"/>
          <p:cNvSpPr/>
          <p:nvPr userDrawn="1"/>
        </p:nvSpPr>
        <p:spPr>
          <a:xfrm>
            <a:off x="106680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燕尾形 43"/>
          <p:cNvSpPr/>
          <p:nvPr userDrawn="1"/>
        </p:nvSpPr>
        <p:spPr>
          <a:xfrm>
            <a:off x="108140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3" name="燕尾形 44"/>
          <p:cNvSpPr/>
          <p:nvPr userDrawn="1"/>
        </p:nvSpPr>
        <p:spPr>
          <a:xfrm>
            <a:off x="109601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4" name="燕尾形 45"/>
          <p:cNvSpPr/>
          <p:nvPr userDrawn="1"/>
        </p:nvSpPr>
        <p:spPr>
          <a:xfrm>
            <a:off x="111061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5" name="任意多边形: 形状 20"/>
          <p:cNvSpPr/>
          <p:nvPr>
            <p:custDataLst>
              <p:tags r:id="rId8"/>
            </p:custDataLst>
          </p:nvPr>
        </p:nvSpPr>
        <p:spPr>
          <a:xfrm>
            <a:off x="-10159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56" name="任意多边形: 形状 21"/>
          <p:cNvSpPr/>
          <p:nvPr>
            <p:custDataLst>
              <p:tags r:id="rId9"/>
            </p:custDataLst>
          </p:nvPr>
        </p:nvSpPr>
        <p:spPr>
          <a:xfrm flipH="1">
            <a:off x="730827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>
            <p:custDataLst>
              <p:tags r:id="rId1"/>
            </p:custDataLst>
          </p:nvPr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6095"/>
          </a:xfrm>
          <a:prstGeom prst="rect">
            <a:avLst/>
          </a:prstGeom>
        </p:spPr>
      </p:pic>
      <p:sp>
        <p:nvSpPr>
          <p:cNvPr id="4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sp>
        <p:nvSpPr>
          <p:cNvPr id="5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6080" y="1079500"/>
            <a:ext cx="3305175" cy="3743325"/>
          </a:xfrm>
          <a:custGeom>
            <a:avLst/>
            <a:gdLst/>
            <a:ahLst/>
            <a:cxnLst/>
            <a:rect l="l" t="t" r="r" b="b"/>
            <a:pathLst>
              <a:path w="5591175" h="3743325">
                <a:moveTo>
                  <a:pt x="114284" y="0"/>
                </a:moveTo>
                <a:lnTo>
                  <a:pt x="5476891" y="0"/>
                </a:lnTo>
                <a:cubicBezTo>
                  <a:pt x="5540008" y="0"/>
                  <a:pt x="5591175" y="51167"/>
                  <a:pt x="5591175" y="114284"/>
                </a:cubicBezTo>
                <a:lnTo>
                  <a:pt x="5591175" y="3629041"/>
                </a:lnTo>
                <a:cubicBezTo>
                  <a:pt x="5591175" y="3692158"/>
                  <a:pt x="5540008" y="3743325"/>
                  <a:pt x="5476891" y="3743325"/>
                </a:cubicBezTo>
                <a:lnTo>
                  <a:pt x="114284" y="3743325"/>
                </a:lnTo>
                <a:cubicBezTo>
                  <a:pt x="51167" y="3743325"/>
                  <a:pt x="0" y="3692158"/>
                  <a:pt x="0" y="362904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Text 6"/>
          <p:cNvSpPr/>
          <p:nvPr/>
        </p:nvSpPr>
        <p:spPr>
          <a:xfrm>
            <a:off x="981075" y="127444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8" name="Shape 7"/>
          <p:cNvSpPr/>
          <p:nvPr>
            <p:custDataLst>
              <p:tags r:id="rId4"/>
            </p:custDataLst>
          </p:nvPr>
        </p:nvSpPr>
        <p:spPr>
          <a:xfrm>
            <a:off x="581025" y="1358265"/>
            <a:ext cx="290576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Shape 8"/>
          <p:cNvSpPr/>
          <p:nvPr>
            <p:custDataLst>
              <p:tags r:id="rId5"/>
            </p:custDataLst>
          </p:nvPr>
        </p:nvSpPr>
        <p:spPr>
          <a:xfrm>
            <a:off x="740569" y="151066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40184" y="85725"/>
                </a:moveTo>
                <a:cubicBezTo>
                  <a:pt x="35730" y="85725"/>
                  <a:pt x="32147" y="89308"/>
                  <a:pt x="32147" y="93762"/>
                </a:cubicBezTo>
                <a:cubicBezTo>
                  <a:pt x="32147" y="98215"/>
                  <a:pt x="35730" y="101798"/>
                  <a:pt x="40184" y="101798"/>
                </a:cubicBezTo>
                <a:lnTo>
                  <a:pt x="88404" y="101798"/>
                </a:lnTo>
                <a:cubicBezTo>
                  <a:pt x="92858" y="101798"/>
                  <a:pt x="96441" y="98215"/>
                  <a:pt x="96441" y="93762"/>
                </a:cubicBezTo>
                <a:cubicBezTo>
                  <a:pt x="96441" y="89308"/>
                  <a:pt x="92858" y="85725"/>
                  <a:pt x="88404" y="85725"/>
                </a:cubicBezTo>
                <a:lnTo>
                  <a:pt x="40184" y="85725"/>
                </a:lnTo>
                <a:close/>
                <a:moveTo>
                  <a:pt x="40184" y="117872"/>
                </a:moveTo>
                <a:cubicBezTo>
                  <a:pt x="35730" y="117872"/>
                  <a:pt x="32147" y="121455"/>
                  <a:pt x="32147" y="125909"/>
                </a:cubicBezTo>
                <a:cubicBezTo>
                  <a:pt x="32147" y="130362"/>
                  <a:pt x="35730" y="133945"/>
                  <a:pt x="40184" y="133945"/>
                </a:cubicBezTo>
                <a:lnTo>
                  <a:pt x="88404" y="133945"/>
                </a:lnTo>
                <a:cubicBezTo>
                  <a:pt x="92858" y="133945"/>
                  <a:pt x="96441" y="130362"/>
                  <a:pt x="96441" y="125909"/>
                </a:cubicBezTo>
                <a:cubicBezTo>
                  <a:pt x="96441" y="121455"/>
                  <a:pt x="92858" y="117872"/>
                  <a:pt x="88404" y="117872"/>
                </a:cubicBezTo>
                <a:lnTo>
                  <a:pt x="40184" y="117872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Text 9"/>
          <p:cNvSpPr/>
          <p:nvPr>
            <p:custDataLst>
              <p:tags r:id="rId6"/>
            </p:custDataLst>
          </p:nvPr>
        </p:nvSpPr>
        <p:spPr>
          <a:xfrm>
            <a:off x="1023938" y="1472565"/>
            <a:ext cx="1809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1" name="Text 10"/>
          <p:cNvSpPr/>
          <p:nvPr>
            <p:custDataLst>
              <p:tags r:id="rId7"/>
            </p:custDataLst>
          </p:nvPr>
        </p:nvSpPr>
        <p:spPr>
          <a:xfrm>
            <a:off x="1023938" y="1739265"/>
            <a:ext cx="1800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2" name="Shape 11"/>
          <p:cNvSpPr/>
          <p:nvPr>
            <p:custDataLst>
              <p:tags r:id="rId8"/>
            </p:custDataLst>
          </p:nvPr>
        </p:nvSpPr>
        <p:spPr>
          <a:xfrm>
            <a:off x="581025" y="2158365"/>
            <a:ext cx="290576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3" name="Shape 12"/>
          <p:cNvSpPr/>
          <p:nvPr>
            <p:custDataLst>
              <p:tags r:id="rId9"/>
            </p:custDataLst>
          </p:nvPr>
        </p:nvSpPr>
        <p:spPr>
          <a:xfrm>
            <a:off x="740569" y="231076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40184" y="85725"/>
                </a:moveTo>
                <a:cubicBezTo>
                  <a:pt x="35730" y="85725"/>
                  <a:pt x="32147" y="89308"/>
                  <a:pt x="32147" y="93762"/>
                </a:cubicBezTo>
                <a:cubicBezTo>
                  <a:pt x="32147" y="98215"/>
                  <a:pt x="35730" y="101798"/>
                  <a:pt x="40184" y="101798"/>
                </a:cubicBezTo>
                <a:lnTo>
                  <a:pt x="88404" y="101798"/>
                </a:lnTo>
                <a:cubicBezTo>
                  <a:pt x="92858" y="101798"/>
                  <a:pt x="96441" y="98215"/>
                  <a:pt x="96441" y="93762"/>
                </a:cubicBezTo>
                <a:cubicBezTo>
                  <a:pt x="96441" y="89308"/>
                  <a:pt x="92858" y="85725"/>
                  <a:pt x="88404" y="85725"/>
                </a:cubicBezTo>
                <a:lnTo>
                  <a:pt x="40184" y="85725"/>
                </a:lnTo>
                <a:close/>
                <a:moveTo>
                  <a:pt x="40184" y="117872"/>
                </a:moveTo>
                <a:cubicBezTo>
                  <a:pt x="35730" y="117872"/>
                  <a:pt x="32147" y="121455"/>
                  <a:pt x="32147" y="125909"/>
                </a:cubicBezTo>
                <a:cubicBezTo>
                  <a:pt x="32147" y="130362"/>
                  <a:pt x="35730" y="133945"/>
                  <a:pt x="40184" y="133945"/>
                </a:cubicBezTo>
                <a:lnTo>
                  <a:pt x="88404" y="133945"/>
                </a:lnTo>
                <a:cubicBezTo>
                  <a:pt x="92858" y="133945"/>
                  <a:pt x="96441" y="130362"/>
                  <a:pt x="96441" y="125909"/>
                </a:cubicBezTo>
                <a:cubicBezTo>
                  <a:pt x="96441" y="121455"/>
                  <a:pt x="92858" y="117872"/>
                  <a:pt x="88404" y="117872"/>
                </a:cubicBezTo>
                <a:lnTo>
                  <a:pt x="40184" y="117872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4" name="Text 13"/>
          <p:cNvSpPr/>
          <p:nvPr>
            <p:custDataLst>
              <p:tags r:id="rId10"/>
            </p:custDataLst>
          </p:nvPr>
        </p:nvSpPr>
        <p:spPr>
          <a:xfrm>
            <a:off x="1023938" y="2272665"/>
            <a:ext cx="2114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5" name="Text 14"/>
          <p:cNvSpPr/>
          <p:nvPr>
            <p:custDataLst>
              <p:tags r:id="rId11"/>
            </p:custDataLst>
          </p:nvPr>
        </p:nvSpPr>
        <p:spPr>
          <a:xfrm>
            <a:off x="1023938" y="2539365"/>
            <a:ext cx="2105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6" name="Shape 15"/>
          <p:cNvSpPr/>
          <p:nvPr>
            <p:custDataLst>
              <p:tags r:id="rId12"/>
            </p:custDataLst>
          </p:nvPr>
        </p:nvSpPr>
        <p:spPr>
          <a:xfrm>
            <a:off x="581025" y="2958465"/>
            <a:ext cx="290576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7" name="Shape 16"/>
          <p:cNvSpPr/>
          <p:nvPr>
            <p:custDataLst>
              <p:tags r:id="rId13"/>
            </p:custDataLst>
          </p:nvPr>
        </p:nvSpPr>
        <p:spPr>
          <a:xfrm>
            <a:off x="719138" y="31108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8" name="Text 17"/>
          <p:cNvSpPr/>
          <p:nvPr>
            <p:custDataLst>
              <p:tags r:id="rId14"/>
            </p:custDataLst>
          </p:nvPr>
        </p:nvSpPr>
        <p:spPr>
          <a:xfrm>
            <a:off x="1023938" y="3072765"/>
            <a:ext cx="1943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19" name="Text 18"/>
          <p:cNvSpPr/>
          <p:nvPr>
            <p:custDataLst>
              <p:tags r:id="rId15"/>
            </p:custDataLst>
          </p:nvPr>
        </p:nvSpPr>
        <p:spPr>
          <a:xfrm>
            <a:off x="1023938" y="3339465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839210" y="1079500"/>
            <a:ext cx="7967345" cy="3743325"/>
          </a:xfrm>
          <a:custGeom>
            <a:avLst/>
            <a:gdLst/>
            <a:ahLst/>
            <a:cxnLst/>
            <a:rect l="l" t="t" r="r" b="b"/>
            <a:pathLst>
              <a:path w="5591175" h="3743325">
                <a:moveTo>
                  <a:pt x="114284" y="0"/>
                </a:moveTo>
                <a:lnTo>
                  <a:pt x="5476891" y="0"/>
                </a:lnTo>
                <a:cubicBezTo>
                  <a:pt x="5540008" y="0"/>
                  <a:pt x="5591175" y="51167"/>
                  <a:pt x="5591175" y="114284"/>
                </a:cubicBezTo>
                <a:lnTo>
                  <a:pt x="5591175" y="3629041"/>
                </a:lnTo>
                <a:cubicBezTo>
                  <a:pt x="5591175" y="3692158"/>
                  <a:pt x="5540008" y="3743325"/>
                  <a:pt x="5476891" y="3743325"/>
                </a:cubicBezTo>
                <a:lnTo>
                  <a:pt x="114284" y="3743325"/>
                </a:lnTo>
                <a:cubicBezTo>
                  <a:pt x="51167" y="3743325"/>
                  <a:pt x="0" y="3692158"/>
                  <a:pt x="0" y="362904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1" name="Text 21"/>
          <p:cNvSpPr/>
          <p:nvPr/>
        </p:nvSpPr>
        <p:spPr>
          <a:xfrm>
            <a:off x="6848475" y="127444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22" name="矩形: 圆角 5262"/>
          <p:cNvSpPr/>
          <p:nvPr>
            <p:custDataLst>
              <p:tags r:id="rId16"/>
            </p:custDataLst>
          </p:nvPr>
        </p:nvSpPr>
        <p:spPr>
          <a:xfrm>
            <a:off x="905510" y="866775"/>
            <a:ext cx="2268220" cy="3479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aaaa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3" name="矩形: 圆角 5262"/>
          <p:cNvSpPr/>
          <p:nvPr>
            <p:custDataLst>
              <p:tags r:id="rId17"/>
            </p:custDataLst>
          </p:nvPr>
        </p:nvSpPr>
        <p:spPr>
          <a:xfrm>
            <a:off x="6854825" y="926465"/>
            <a:ext cx="2268220" cy="3479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aaaa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4" name="Shape 7"/>
          <p:cNvSpPr/>
          <p:nvPr>
            <p:custDataLst>
              <p:tags r:id="rId18"/>
            </p:custDataLst>
          </p:nvPr>
        </p:nvSpPr>
        <p:spPr>
          <a:xfrm>
            <a:off x="581025" y="3796665"/>
            <a:ext cx="290576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5" name="Shape 8"/>
          <p:cNvSpPr/>
          <p:nvPr>
            <p:custDataLst>
              <p:tags r:id="rId19"/>
            </p:custDataLst>
          </p:nvPr>
        </p:nvSpPr>
        <p:spPr>
          <a:xfrm>
            <a:off x="740410" y="3949065"/>
            <a:ext cx="128905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40184" y="85725"/>
                </a:moveTo>
                <a:cubicBezTo>
                  <a:pt x="35730" y="85725"/>
                  <a:pt x="32147" y="89308"/>
                  <a:pt x="32147" y="93762"/>
                </a:cubicBezTo>
                <a:cubicBezTo>
                  <a:pt x="32147" y="98215"/>
                  <a:pt x="35730" y="101798"/>
                  <a:pt x="40184" y="101798"/>
                </a:cubicBezTo>
                <a:lnTo>
                  <a:pt x="88404" y="101798"/>
                </a:lnTo>
                <a:cubicBezTo>
                  <a:pt x="92858" y="101798"/>
                  <a:pt x="96441" y="98215"/>
                  <a:pt x="96441" y="93762"/>
                </a:cubicBezTo>
                <a:cubicBezTo>
                  <a:pt x="96441" y="89308"/>
                  <a:pt x="92858" y="85725"/>
                  <a:pt x="88404" y="85725"/>
                </a:cubicBezTo>
                <a:lnTo>
                  <a:pt x="40184" y="85725"/>
                </a:lnTo>
                <a:close/>
                <a:moveTo>
                  <a:pt x="40184" y="117872"/>
                </a:moveTo>
                <a:cubicBezTo>
                  <a:pt x="35730" y="117872"/>
                  <a:pt x="32147" y="121455"/>
                  <a:pt x="32147" y="125909"/>
                </a:cubicBezTo>
                <a:cubicBezTo>
                  <a:pt x="32147" y="130362"/>
                  <a:pt x="35730" y="133945"/>
                  <a:pt x="40184" y="133945"/>
                </a:cubicBezTo>
                <a:lnTo>
                  <a:pt x="88404" y="133945"/>
                </a:lnTo>
                <a:cubicBezTo>
                  <a:pt x="92858" y="133945"/>
                  <a:pt x="96441" y="130362"/>
                  <a:pt x="96441" y="125909"/>
                </a:cubicBezTo>
                <a:cubicBezTo>
                  <a:pt x="96441" y="121455"/>
                  <a:pt x="92858" y="117872"/>
                  <a:pt x="88404" y="117872"/>
                </a:cubicBezTo>
                <a:lnTo>
                  <a:pt x="40184" y="117872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6" name="Text 9"/>
          <p:cNvSpPr/>
          <p:nvPr>
            <p:custDataLst>
              <p:tags r:id="rId20"/>
            </p:custDataLst>
          </p:nvPr>
        </p:nvSpPr>
        <p:spPr>
          <a:xfrm>
            <a:off x="1024255" y="3910965"/>
            <a:ext cx="1809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7" name="Text 10"/>
          <p:cNvSpPr/>
          <p:nvPr>
            <p:custDataLst>
              <p:tags r:id="rId21"/>
            </p:custDataLst>
          </p:nvPr>
        </p:nvSpPr>
        <p:spPr>
          <a:xfrm>
            <a:off x="1024255" y="4177665"/>
            <a:ext cx="1800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8" name="Shape 11"/>
          <p:cNvSpPr/>
          <p:nvPr>
            <p:custDataLst>
              <p:tags r:id="rId22"/>
            </p:custDataLst>
          </p:nvPr>
        </p:nvSpPr>
        <p:spPr>
          <a:xfrm>
            <a:off x="581025" y="4596765"/>
            <a:ext cx="290576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9" name="Shape 12"/>
          <p:cNvSpPr/>
          <p:nvPr>
            <p:custDataLst>
              <p:tags r:id="rId23"/>
            </p:custDataLst>
          </p:nvPr>
        </p:nvSpPr>
        <p:spPr>
          <a:xfrm>
            <a:off x="740410" y="4749165"/>
            <a:ext cx="128905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40184" y="85725"/>
                </a:moveTo>
                <a:cubicBezTo>
                  <a:pt x="35730" y="85725"/>
                  <a:pt x="32147" y="89308"/>
                  <a:pt x="32147" y="93762"/>
                </a:cubicBezTo>
                <a:cubicBezTo>
                  <a:pt x="32147" y="98215"/>
                  <a:pt x="35730" y="101798"/>
                  <a:pt x="40184" y="101798"/>
                </a:cubicBezTo>
                <a:lnTo>
                  <a:pt x="88404" y="101798"/>
                </a:lnTo>
                <a:cubicBezTo>
                  <a:pt x="92858" y="101798"/>
                  <a:pt x="96441" y="98215"/>
                  <a:pt x="96441" y="93762"/>
                </a:cubicBezTo>
                <a:cubicBezTo>
                  <a:pt x="96441" y="89308"/>
                  <a:pt x="92858" y="85725"/>
                  <a:pt x="88404" y="85725"/>
                </a:cubicBezTo>
                <a:lnTo>
                  <a:pt x="40184" y="85725"/>
                </a:lnTo>
                <a:close/>
                <a:moveTo>
                  <a:pt x="40184" y="117872"/>
                </a:moveTo>
                <a:cubicBezTo>
                  <a:pt x="35730" y="117872"/>
                  <a:pt x="32147" y="121455"/>
                  <a:pt x="32147" y="125909"/>
                </a:cubicBezTo>
                <a:cubicBezTo>
                  <a:pt x="32147" y="130362"/>
                  <a:pt x="35730" y="133945"/>
                  <a:pt x="40184" y="133945"/>
                </a:cubicBezTo>
                <a:lnTo>
                  <a:pt x="88404" y="133945"/>
                </a:lnTo>
                <a:cubicBezTo>
                  <a:pt x="92858" y="133945"/>
                  <a:pt x="96441" y="130362"/>
                  <a:pt x="96441" y="125909"/>
                </a:cubicBezTo>
                <a:cubicBezTo>
                  <a:pt x="96441" y="121455"/>
                  <a:pt x="92858" y="117872"/>
                  <a:pt x="88404" y="117872"/>
                </a:cubicBezTo>
                <a:lnTo>
                  <a:pt x="40184" y="117872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0" name="Text 13"/>
          <p:cNvSpPr/>
          <p:nvPr>
            <p:custDataLst>
              <p:tags r:id="rId24"/>
            </p:custDataLst>
          </p:nvPr>
        </p:nvSpPr>
        <p:spPr>
          <a:xfrm>
            <a:off x="1024255" y="4711065"/>
            <a:ext cx="2114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31" name="Text 14"/>
          <p:cNvSpPr/>
          <p:nvPr>
            <p:custDataLst>
              <p:tags r:id="rId25"/>
            </p:custDataLst>
          </p:nvPr>
        </p:nvSpPr>
        <p:spPr>
          <a:xfrm>
            <a:off x="1024255" y="4977765"/>
            <a:ext cx="2105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32" name="Shape 15"/>
          <p:cNvSpPr/>
          <p:nvPr>
            <p:custDataLst>
              <p:tags r:id="rId26"/>
            </p:custDataLst>
          </p:nvPr>
        </p:nvSpPr>
        <p:spPr>
          <a:xfrm>
            <a:off x="581025" y="5396865"/>
            <a:ext cx="290576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3" name="Shape 16"/>
          <p:cNvSpPr/>
          <p:nvPr>
            <p:custDataLst>
              <p:tags r:id="rId27"/>
            </p:custDataLst>
          </p:nvPr>
        </p:nvSpPr>
        <p:spPr>
          <a:xfrm>
            <a:off x="719455" y="55492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4" name="Text 17"/>
          <p:cNvSpPr/>
          <p:nvPr>
            <p:custDataLst>
              <p:tags r:id="rId28"/>
            </p:custDataLst>
          </p:nvPr>
        </p:nvSpPr>
        <p:spPr>
          <a:xfrm>
            <a:off x="1024255" y="5511165"/>
            <a:ext cx="1943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35" name="Text 18"/>
          <p:cNvSpPr/>
          <p:nvPr>
            <p:custDataLst>
              <p:tags r:id="rId29"/>
            </p:custDataLst>
          </p:nvPr>
        </p:nvSpPr>
        <p:spPr>
          <a:xfrm>
            <a:off x="1024255" y="5777865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36" name="Shape 22"/>
          <p:cNvSpPr/>
          <p:nvPr>
            <p:custDataLst>
              <p:tags r:id="rId30"/>
            </p:custDataLst>
          </p:nvPr>
        </p:nvSpPr>
        <p:spPr>
          <a:xfrm>
            <a:off x="7941945" y="1358265"/>
            <a:ext cx="3523615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7" name="Shape 23"/>
          <p:cNvSpPr/>
          <p:nvPr>
            <p:custDataLst>
              <p:tags r:id="rId31"/>
            </p:custDataLst>
          </p:nvPr>
        </p:nvSpPr>
        <p:spPr>
          <a:xfrm>
            <a:off x="8080375" y="15106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144661"/>
                </a:lnTo>
                <a:cubicBezTo>
                  <a:pt x="0" y="153535"/>
                  <a:pt x="7200" y="160734"/>
                  <a:pt x="16073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50966"/>
                </a:lnTo>
                <a:cubicBezTo>
                  <a:pt x="171450" y="44872"/>
                  <a:pt x="164954" y="41021"/>
                  <a:pt x="159596" y="43901"/>
                </a:cubicBezTo>
                <a:lnTo>
                  <a:pt x="107156" y="72130"/>
                </a:lnTo>
                <a:lnTo>
                  <a:pt x="107156" y="50966"/>
                </a:lnTo>
                <a:cubicBezTo>
                  <a:pt x="107156" y="44872"/>
                  <a:pt x="100660" y="41021"/>
                  <a:pt x="95302" y="43901"/>
                </a:cubicBezTo>
                <a:lnTo>
                  <a:pt x="42863" y="72130"/>
                </a:lnTo>
                <a:lnTo>
                  <a:pt x="42863" y="21431"/>
                </a:lnTo>
                <a:cubicBezTo>
                  <a:pt x="42863" y="15504"/>
                  <a:pt x="38074" y="10716"/>
                  <a:pt x="32147" y="10716"/>
                </a:cubicBezTo>
                <a:lnTo>
                  <a:pt x="10716" y="10716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8" name="Text 24"/>
          <p:cNvSpPr/>
          <p:nvPr>
            <p:custDataLst>
              <p:tags r:id="rId32"/>
            </p:custDataLst>
          </p:nvPr>
        </p:nvSpPr>
        <p:spPr>
          <a:xfrm>
            <a:off x="8385175" y="1472565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39" name="Text 25"/>
          <p:cNvSpPr/>
          <p:nvPr>
            <p:custDataLst>
              <p:tags r:id="rId33"/>
            </p:custDataLst>
          </p:nvPr>
        </p:nvSpPr>
        <p:spPr>
          <a:xfrm>
            <a:off x="8385175" y="1739265"/>
            <a:ext cx="2714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40" name="Shape 26"/>
          <p:cNvSpPr/>
          <p:nvPr>
            <p:custDataLst>
              <p:tags r:id="rId34"/>
            </p:custDataLst>
          </p:nvPr>
        </p:nvSpPr>
        <p:spPr>
          <a:xfrm>
            <a:off x="7941945" y="2158365"/>
            <a:ext cx="3523615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1" name="Shape 27"/>
          <p:cNvSpPr/>
          <p:nvPr>
            <p:custDataLst>
              <p:tags r:id="rId35"/>
            </p:custDataLst>
          </p:nvPr>
        </p:nvSpPr>
        <p:spPr>
          <a:xfrm>
            <a:off x="8080375" y="23107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9932" y="1708"/>
                </a:moveTo>
                <a:cubicBezTo>
                  <a:pt x="83448" y="-569"/>
                  <a:pt x="88002" y="-569"/>
                  <a:pt x="91518" y="1708"/>
                </a:cubicBezTo>
                <a:lnTo>
                  <a:pt x="166528" y="49928"/>
                </a:lnTo>
                <a:cubicBezTo>
                  <a:pt x="170512" y="52507"/>
                  <a:pt x="172354" y="57396"/>
                  <a:pt x="171015" y="61950"/>
                </a:cubicBezTo>
                <a:cubicBezTo>
                  <a:pt x="169675" y="66504"/>
                  <a:pt x="165489" y="69652"/>
                  <a:pt x="160734" y="69652"/>
                </a:cubicBezTo>
                <a:lnTo>
                  <a:pt x="150019" y="69652"/>
                </a:lnTo>
                <a:lnTo>
                  <a:pt x="150019" y="139303"/>
                </a:lnTo>
                <a:lnTo>
                  <a:pt x="167164" y="152162"/>
                </a:lnTo>
                <a:cubicBezTo>
                  <a:pt x="169876" y="154171"/>
                  <a:pt x="171450" y="157352"/>
                  <a:pt x="171450" y="160734"/>
                </a:cubicBezTo>
                <a:cubicBezTo>
                  <a:pt x="171450" y="166661"/>
                  <a:pt x="166661" y="171450"/>
                  <a:pt x="160734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ubicBezTo>
                  <a:pt x="0" y="157352"/>
                  <a:pt x="1574" y="154171"/>
                  <a:pt x="4286" y="152162"/>
                </a:cubicBezTo>
                <a:lnTo>
                  <a:pt x="21431" y="139303"/>
                </a:lnTo>
                <a:lnTo>
                  <a:pt x="21431" y="139303"/>
                </a:lnTo>
                <a:lnTo>
                  <a:pt x="21431" y="69652"/>
                </a:lnTo>
                <a:lnTo>
                  <a:pt x="10716" y="69652"/>
                </a:lnTo>
                <a:cubicBezTo>
                  <a:pt x="5961" y="69652"/>
                  <a:pt x="1775" y="66504"/>
                  <a:pt x="435" y="61950"/>
                </a:cubicBezTo>
                <a:cubicBezTo>
                  <a:pt x="-904" y="57396"/>
                  <a:pt x="938" y="52473"/>
                  <a:pt x="4922" y="49928"/>
                </a:cubicBezTo>
                <a:lnTo>
                  <a:pt x="79932" y="1708"/>
                </a:lnTo>
                <a:close/>
                <a:moveTo>
                  <a:pt x="112514" y="69652"/>
                </a:moveTo>
                <a:lnTo>
                  <a:pt x="112514" y="139303"/>
                </a:lnTo>
                <a:lnTo>
                  <a:pt x="133945" y="139303"/>
                </a:lnTo>
                <a:lnTo>
                  <a:pt x="133945" y="69652"/>
                </a:lnTo>
                <a:lnTo>
                  <a:pt x="112514" y="69652"/>
                </a:lnTo>
                <a:close/>
                <a:moveTo>
                  <a:pt x="75009" y="139303"/>
                </a:moveTo>
                <a:lnTo>
                  <a:pt x="96441" y="139303"/>
                </a:lnTo>
                <a:lnTo>
                  <a:pt x="96441" y="69652"/>
                </a:lnTo>
                <a:lnTo>
                  <a:pt x="75009" y="69652"/>
                </a:lnTo>
                <a:lnTo>
                  <a:pt x="75009" y="139303"/>
                </a:lnTo>
                <a:close/>
                <a:moveTo>
                  <a:pt x="37505" y="69652"/>
                </a:moveTo>
                <a:lnTo>
                  <a:pt x="37505" y="139303"/>
                </a:lnTo>
                <a:lnTo>
                  <a:pt x="58936" y="139303"/>
                </a:lnTo>
                <a:lnTo>
                  <a:pt x="58936" y="69652"/>
                </a:lnTo>
                <a:lnTo>
                  <a:pt x="37505" y="69652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2" name="Text 28"/>
          <p:cNvSpPr/>
          <p:nvPr>
            <p:custDataLst>
              <p:tags r:id="rId36"/>
            </p:custDataLst>
          </p:nvPr>
        </p:nvSpPr>
        <p:spPr>
          <a:xfrm>
            <a:off x="8385175" y="2272665"/>
            <a:ext cx="2324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3" name="Text 29"/>
          <p:cNvSpPr/>
          <p:nvPr>
            <p:custDataLst>
              <p:tags r:id="rId37"/>
            </p:custDataLst>
          </p:nvPr>
        </p:nvSpPr>
        <p:spPr>
          <a:xfrm>
            <a:off x="8385175" y="2539365"/>
            <a:ext cx="2314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4" name="Shape 30"/>
          <p:cNvSpPr/>
          <p:nvPr>
            <p:custDataLst>
              <p:tags r:id="rId38"/>
            </p:custDataLst>
          </p:nvPr>
        </p:nvSpPr>
        <p:spPr>
          <a:xfrm>
            <a:off x="7941945" y="2958465"/>
            <a:ext cx="3523615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5" name="Shape 31"/>
          <p:cNvSpPr/>
          <p:nvPr>
            <p:custDataLst>
              <p:tags r:id="rId39"/>
            </p:custDataLst>
          </p:nvPr>
        </p:nvSpPr>
        <p:spPr>
          <a:xfrm>
            <a:off x="8080375" y="31108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936" y="8037"/>
                </a:moveTo>
                <a:cubicBezTo>
                  <a:pt x="58936" y="3583"/>
                  <a:pt x="55353" y="0"/>
                  <a:pt x="50899" y="0"/>
                </a:cubicBezTo>
                <a:cubicBezTo>
                  <a:pt x="46446" y="0"/>
                  <a:pt x="42863" y="3583"/>
                  <a:pt x="42863" y="8037"/>
                </a:cubicBezTo>
                <a:lnTo>
                  <a:pt x="42863" y="21431"/>
                </a:lnTo>
                <a:cubicBezTo>
                  <a:pt x="31042" y="21431"/>
                  <a:pt x="21431" y="31042"/>
                  <a:pt x="21431" y="42863"/>
                </a:cubicBezTo>
                <a:lnTo>
                  <a:pt x="8037" y="42863"/>
                </a:lnTo>
                <a:cubicBezTo>
                  <a:pt x="3583" y="42863"/>
                  <a:pt x="0" y="46446"/>
                  <a:pt x="0" y="50899"/>
                </a:cubicBezTo>
                <a:cubicBezTo>
                  <a:pt x="0" y="55353"/>
                  <a:pt x="3583" y="58936"/>
                  <a:pt x="8037" y="58936"/>
                </a:cubicBezTo>
                <a:lnTo>
                  <a:pt x="21431" y="58936"/>
                </a:lnTo>
                <a:lnTo>
                  <a:pt x="21431" y="77688"/>
                </a:lnTo>
                <a:lnTo>
                  <a:pt x="8037" y="77688"/>
                </a:lnTo>
                <a:cubicBezTo>
                  <a:pt x="3583" y="77688"/>
                  <a:pt x="0" y="81271"/>
                  <a:pt x="0" y="85725"/>
                </a:cubicBezTo>
                <a:cubicBezTo>
                  <a:pt x="0" y="90179"/>
                  <a:pt x="3583" y="93762"/>
                  <a:pt x="8037" y="93762"/>
                </a:cubicBezTo>
                <a:lnTo>
                  <a:pt x="21431" y="93762"/>
                </a:lnTo>
                <a:lnTo>
                  <a:pt x="21431" y="112514"/>
                </a:lnTo>
                <a:lnTo>
                  <a:pt x="8037" y="112514"/>
                </a:lnTo>
                <a:cubicBezTo>
                  <a:pt x="3583" y="112514"/>
                  <a:pt x="0" y="116097"/>
                  <a:pt x="0" y="120551"/>
                </a:cubicBezTo>
                <a:cubicBezTo>
                  <a:pt x="0" y="125004"/>
                  <a:pt x="3583" y="128588"/>
                  <a:pt x="8037" y="128588"/>
                </a:cubicBezTo>
                <a:lnTo>
                  <a:pt x="21431" y="128588"/>
                </a:lnTo>
                <a:cubicBezTo>
                  <a:pt x="21431" y="140408"/>
                  <a:pt x="31042" y="150019"/>
                  <a:pt x="42863" y="150019"/>
                </a:cubicBezTo>
                <a:lnTo>
                  <a:pt x="42863" y="163413"/>
                </a:lnTo>
                <a:cubicBezTo>
                  <a:pt x="42863" y="167867"/>
                  <a:pt x="46446" y="171450"/>
                  <a:pt x="50899" y="171450"/>
                </a:cubicBezTo>
                <a:cubicBezTo>
                  <a:pt x="55353" y="171450"/>
                  <a:pt x="58936" y="167867"/>
                  <a:pt x="58936" y="163413"/>
                </a:cubicBezTo>
                <a:lnTo>
                  <a:pt x="58936" y="150019"/>
                </a:lnTo>
                <a:lnTo>
                  <a:pt x="77688" y="150019"/>
                </a:lnTo>
                <a:lnTo>
                  <a:pt x="77688" y="163413"/>
                </a:lnTo>
                <a:cubicBezTo>
                  <a:pt x="77688" y="167867"/>
                  <a:pt x="81271" y="171450"/>
                  <a:pt x="85725" y="171450"/>
                </a:cubicBezTo>
                <a:cubicBezTo>
                  <a:pt x="90179" y="171450"/>
                  <a:pt x="93762" y="167867"/>
                  <a:pt x="93762" y="163413"/>
                </a:cubicBezTo>
                <a:lnTo>
                  <a:pt x="93762" y="150019"/>
                </a:lnTo>
                <a:lnTo>
                  <a:pt x="112514" y="150019"/>
                </a:lnTo>
                <a:lnTo>
                  <a:pt x="112514" y="163413"/>
                </a:lnTo>
                <a:cubicBezTo>
                  <a:pt x="112514" y="167867"/>
                  <a:pt x="116097" y="171450"/>
                  <a:pt x="120551" y="171450"/>
                </a:cubicBezTo>
                <a:cubicBezTo>
                  <a:pt x="125004" y="171450"/>
                  <a:pt x="128588" y="167867"/>
                  <a:pt x="128588" y="163413"/>
                </a:cubicBezTo>
                <a:lnTo>
                  <a:pt x="128588" y="150019"/>
                </a:lnTo>
                <a:cubicBezTo>
                  <a:pt x="140408" y="150019"/>
                  <a:pt x="150019" y="140408"/>
                  <a:pt x="150019" y="128588"/>
                </a:cubicBezTo>
                <a:lnTo>
                  <a:pt x="163413" y="128588"/>
                </a:lnTo>
                <a:cubicBezTo>
                  <a:pt x="167867" y="128588"/>
                  <a:pt x="171450" y="125004"/>
                  <a:pt x="171450" y="120551"/>
                </a:cubicBezTo>
                <a:cubicBezTo>
                  <a:pt x="171450" y="116097"/>
                  <a:pt x="167867" y="112514"/>
                  <a:pt x="163413" y="112514"/>
                </a:cubicBezTo>
                <a:lnTo>
                  <a:pt x="150019" y="112514"/>
                </a:lnTo>
                <a:lnTo>
                  <a:pt x="150019" y="93762"/>
                </a:lnTo>
                <a:lnTo>
                  <a:pt x="163413" y="93762"/>
                </a:lnTo>
                <a:cubicBezTo>
                  <a:pt x="167867" y="93762"/>
                  <a:pt x="171450" y="90179"/>
                  <a:pt x="171450" y="85725"/>
                </a:cubicBezTo>
                <a:cubicBezTo>
                  <a:pt x="171450" y="81271"/>
                  <a:pt x="167867" y="77688"/>
                  <a:pt x="163413" y="77688"/>
                </a:cubicBezTo>
                <a:lnTo>
                  <a:pt x="150019" y="77688"/>
                </a:lnTo>
                <a:lnTo>
                  <a:pt x="150019" y="58936"/>
                </a:lnTo>
                <a:lnTo>
                  <a:pt x="163413" y="58936"/>
                </a:lnTo>
                <a:cubicBezTo>
                  <a:pt x="167867" y="58936"/>
                  <a:pt x="171450" y="55353"/>
                  <a:pt x="171450" y="50899"/>
                </a:cubicBezTo>
                <a:cubicBezTo>
                  <a:pt x="171450" y="46446"/>
                  <a:pt x="167867" y="42863"/>
                  <a:pt x="163413" y="42863"/>
                </a:cubicBez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28588" y="8037"/>
                </a:lnTo>
                <a:cubicBezTo>
                  <a:pt x="128588" y="3583"/>
                  <a:pt x="125004" y="0"/>
                  <a:pt x="120551" y="0"/>
                </a:cubicBezTo>
                <a:cubicBezTo>
                  <a:pt x="116097" y="0"/>
                  <a:pt x="112514" y="3583"/>
                  <a:pt x="112514" y="8037"/>
                </a:cubicBezTo>
                <a:lnTo>
                  <a:pt x="112514" y="21431"/>
                </a:lnTo>
                <a:lnTo>
                  <a:pt x="93762" y="21431"/>
                </a:lnTo>
                <a:lnTo>
                  <a:pt x="93762" y="8037"/>
                </a:lnTo>
                <a:cubicBezTo>
                  <a:pt x="93762" y="3583"/>
                  <a:pt x="90179" y="0"/>
                  <a:pt x="85725" y="0"/>
                </a:cubicBezTo>
                <a:cubicBezTo>
                  <a:pt x="81271" y="0"/>
                  <a:pt x="77688" y="3583"/>
                  <a:pt x="77688" y="8037"/>
                </a:cubicBezTo>
                <a:lnTo>
                  <a:pt x="77688" y="21431"/>
                </a:lnTo>
                <a:lnTo>
                  <a:pt x="58936" y="21431"/>
                </a:lnTo>
                <a:lnTo>
                  <a:pt x="58936" y="8037"/>
                </a:lnTo>
                <a:close/>
                <a:moveTo>
                  <a:pt x="53578" y="42863"/>
                </a:moveTo>
                <a:lnTo>
                  <a:pt x="117872" y="42863"/>
                </a:lnTo>
                <a:cubicBezTo>
                  <a:pt x="123799" y="42863"/>
                  <a:pt x="128588" y="47651"/>
                  <a:pt x="128588" y="53578"/>
                </a:cubicBezTo>
                <a:lnTo>
                  <a:pt x="128588" y="117872"/>
                </a:lnTo>
                <a:cubicBezTo>
                  <a:pt x="128588" y="123799"/>
                  <a:pt x="123799" y="128588"/>
                  <a:pt x="117872" y="128588"/>
                </a:cubicBezTo>
                <a:lnTo>
                  <a:pt x="53578" y="128588"/>
                </a:lnTo>
                <a:cubicBezTo>
                  <a:pt x="47651" y="128588"/>
                  <a:pt x="42863" y="123799"/>
                  <a:pt x="42863" y="117872"/>
                </a:cubicBezTo>
                <a:lnTo>
                  <a:pt x="42863" y="53578"/>
                </a:lnTo>
                <a:cubicBezTo>
                  <a:pt x="42863" y="47651"/>
                  <a:pt x="47651" y="42863"/>
                  <a:pt x="53578" y="42863"/>
                </a:cubicBezTo>
                <a:close/>
                <a:moveTo>
                  <a:pt x="58936" y="58936"/>
                </a:moveTo>
                <a:lnTo>
                  <a:pt x="58936" y="112514"/>
                </a:lnTo>
                <a:lnTo>
                  <a:pt x="112514" y="112514"/>
                </a:lnTo>
                <a:lnTo>
                  <a:pt x="112514" y="58936"/>
                </a:lnTo>
                <a:lnTo>
                  <a:pt x="58936" y="58936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6" name="Text 32"/>
          <p:cNvSpPr/>
          <p:nvPr>
            <p:custDataLst>
              <p:tags r:id="rId40"/>
            </p:custDataLst>
          </p:nvPr>
        </p:nvSpPr>
        <p:spPr>
          <a:xfrm>
            <a:off x="8385175" y="3072765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47" name="Text 33"/>
          <p:cNvSpPr/>
          <p:nvPr>
            <p:custDataLst>
              <p:tags r:id="rId41"/>
            </p:custDataLst>
          </p:nvPr>
        </p:nvSpPr>
        <p:spPr>
          <a:xfrm>
            <a:off x="8385175" y="3339465"/>
            <a:ext cx="2200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48" name="Shape 22"/>
          <p:cNvSpPr/>
          <p:nvPr>
            <p:custDataLst>
              <p:tags r:id="rId42"/>
            </p:custDataLst>
          </p:nvPr>
        </p:nvSpPr>
        <p:spPr>
          <a:xfrm>
            <a:off x="7941945" y="3796665"/>
            <a:ext cx="3523615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9" name="Shape 23"/>
          <p:cNvSpPr/>
          <p:nvPr>
            <p:custDataLst>
              <p:tags r:id="rId43"/>
            </p:custDataLst>
          </p:nvPr>
        </p:nvSpPr>
        <p:spPr>
          <a:xfrm>
            <a:off x="8080375" y="39490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144661"/>
                </a:lnTo>
                <a:cubicBezTo>
                  <a:pt x="0" y="153535"/>
                  <a:pt x="7200" y="160734"/>
                  <a:pt x="16073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50966"/>
                </a:lnTo>
                <a:cubicBezTo>
                  <a:pt x="171450" y="44872"/>
                  <a:pt x="164954" y="41021"/>
                  <a:pt x="159596" y="43901"/>
                </a:cubicBezTo>
                <a:lnTo>
                  <a:pt x="107156" y="72130"/>
                </a:lnTo>
                <a:lnTo>
                  <a:pt x="107156" y="50966"/>
                </a:lnTo>
                <a:cubicBezTo>
                  <a:pt x="107156" y="44872"/>
                  <a:pt x="100660" y="41021"/>
                  <a:pt x="95302" y="43901"/>
                </a:cubicBezTo>
                <a:lnTo>
                  <a:pt x="42863" y="72130"/>
                </a:lnTo>
                <a:lnTo>
                  <a:pt x="42863" y="21431"/>
                </a:lnTo>
                <a:cubicBezTo>
                  <a:pt x="42863" y="15504"/>
                  <a:pt x="38074" y="10716"/>
                  <a:pt x="32147" y="10716"/>
                </a:cubicBezTo>
                <a:lnTo>
                  <a:pt x="10716" y="10716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0" name="Text 24"/>
          <p:cNvSpPr/>
          <p:nvPr>
            <p:custDataLst>
              <p:tags r:id="rId44"/>
            </p:custDataLst>
          </p:nvPr>
        </p:nvSpPr>
        <p:spPr>
          <a:xfrm>
            <a:off x="8385175" y="3910965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51" name="Text 25"/>
          <p:cNvSpPr/>
          <p:nvPr>
            <p:custDataLst>
              <p:tags r:id="rId45"/>
            </p:custDataLst>
          </p:nvPr>
        </p:nvSpPr>
        <p:spPr>
          <a:xfrm>
            <a:off x="8385175" y="4177665"/>
            <a:ext cx="2714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52" name="Shape 26"/>
          <p:cNvSpPr/>
          <p:nvPr>
            <p:custDataLst>
              <p:tags r:id="rId46"/>
            </p:custDataLst>
          </p:nvPr>
        </p:nvSpPr>
        <p:spPr>
          <a:xfrm>
            <a:off x="7941945" y="4596765"/>
            <a:ext cx="3523615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3" name="Shape 27"/>
          <p:cNvSpPr/>
          <p:nvPr>
            <p:custDataLst>
              <p:tags r:id="rId47"/>
            </p:custDataLst>
          </p:nvPr>
        </p:nvSpPr>
        <p:spPr>
          <a:xfrm>
            <a:off x="8080375" y="47491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9932" y="1708"/>
                </a:moveTo>
                <a:cubicBezTo>
                  <a:pt x="83448" y="-569"/>
                  <a:pt x="88002" y="-569"/>
                  <a:pt x="91518" y="1708"/>
                </a:cubicBezTo>
                <a:lnTo>
                  <a:pt x="166528" y="49928"/>
                </a:lnTo>
                <a:cubicBezTo>
                  <a:pt x="170512" y="52507"/>
                  <a:pt x="172354" y="57396"/>
                  <a:pt x="171015" y="61950"/>
                </a:cubicBezTo>
                <a:cubicBezTo>
                  <a:pt x="169675" y="66504"/>
                  <a:pt x="165489" y="69652"/>
                  <a:pt x="160734" y="69652"/>
                </a:cubicBezTo>
                <a:lnTo>
                  <a:pt x="150019" y="69652"/>
                </a:lnTo>
                <a:lnTo>
                  <a:pt x="150019" y="139303"/>
                </a:lnTo>
                <a:lnTo>
                  <a:pt x="167164" y="152162"/>
                </a:lnTo>
                <a:cubicBezTo>
                  <a:pt x="169876" y="154171"/>
                  <a:pt x="171450" y="157352"/>
                  <a:pt x="171450" y="160734"/>
                </a:cubicBezTo>
                <a:cubicBezTo>
                  <a:pt x="171450" y="166661"/>
                  <a:pt x="166661" y="171450"/>
                  <a:pt x="160734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ubicBezTo>
                  <a:pt x="0" y="157352"/>
                  <a:pt x="1574" y="154171"/>
                  <a:pt x="4286" y="152162"/>
                </a:cubicBezTo>
                <a:lnTo>
                  <a:pt x="21431" y="139303"/>
                </a:lnTo>
                <a:lnTo>
                  <a:pt x="21431" y="139303"/>
                </a:lnTo>
                <a:lnTo>
                  <a:pt x="21431" y="69652"/>
                </a:lnTo>
                <a:lnTo>
                  <a:pt x="10716" y="69652"/>
                </a:lnTo>
                <a:cubicBezTo>
                  <a:pt x="5961" y="69652"/>
                  <a:pt x="1775" y="66504"/>
                  <a:pt x="435" y="61950"/>
                </a:cubicBezTo>
                <a:cubicBezTo>
                  <a:pt x="-904" y="57396"/>
                  <a:pt x="938" y="52473"/>
                  <a:pt x="4922" y="49928"/>
                </a:cubicBezTo>
                <a:lnTo>
                  <a:pt x="79932" y="1708"/>
                </a:lnTo>
                <a:close/>
                <a:moveTo>
                  <a:pt x="112514" y="69652"/>
                </a:moveTo>
                <a:lnTo>
                  <a:pt x="112514" y="139303"/>
                </a:lnTo>
                <a:lnTo>
                  <a:pt x="133945" y="139303"/>
                </a:lnTo>
                <a:lnTo>
                  <a:pt x="133945" y="69652"/>
                </a:lnTo>
                <a:lnTo>
                  <a:pt x="112514" y="69652"/>
                </a:lnTo>
                <a:close/>
                <a:moveTo>
                  <a:pt x="75009" y="139303"/>
                </a:moveTo>
                <a:lnTo>
                  <a:pt x="96441" y="139303"/>
                </a:lnTo>
                <a:lnTo>
                  <a:pt x="96441" y="69652"/>
                </a:lnTo>
                <a:lnTo>
                  <a:pt x="75009" y="69652"/>
                </a:lnTo>
                <a:lnTo>
                  <a:pt x="75009" y="139303"/>
                </a:lnTo>
                <a:close/>
                <a:moveTo>
                  <a:pt x="37505" y="69652"/>
                </a:moveTo>
                <a:lnTo>
                  <a:pt x="37505" y="139303"/>
                </a:lnTo>
                <a:lnTo>
                  <a:pt x="58936" y="139303"/>
                </a:lnTo>
                <a:lnTo>
                  <a:pt x="58936" y="69652"/>
                </a:lnTo>
                <a:lnTo>
                  <a:pt x="37505" y="69652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4" name="Text 28"/>
          <p:cNvSpPr/>
          <p:nvPr>
            <p:custDataLst>
              <p:tags r:id="rId48"/>
            </p:custDataLst>
          </p:nvPr>
        </p:nvSpPr>
        <p:spPr>
          <a:xfrm>
            <a:off x="8385175" y="4711065"/>
            <a:ext cx="2324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55" name="Text 29"/>
          <p:cNvSpPr/>
          <p:nvPr>
            <p:custDataLst>
              <p:tags r:id="rId49"/>
            </p:custDataLst>
          </p:nvPr>
        </p:nvSpPr>
        <p:spPr>
          <a:xfrm>
            <a:off x="8385175" y="4977765"/>
            <a:ext cx="2314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56" name="Shape 30"/>
          <p:cNvSpPr/>
          <p:nvPr>
            <p:custDataLst>
              <p:tags r:id="rId50"/>
            </p:custDataLst>
          </p:nvPr>
        </p:nvSpPr>
        <p:spPr>
          <a:xfrm>
            <a:off x="7941945" y="5396865"/>
            <a:ext cx="3523615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7" name="Shape 31"/>
          <p:cNvSpPr/>
          <p:nvPr>
            <p:custDataLst>
              <p:tags r:id="rId51"/>
            </p:custDataLst>
          </p:nvPr>
        </p:nvSpPr>
        <p:spPr>
          <a:xfrm>
            <a:off x="8080375" y="55492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936" y="8037"/>
                </a:moveTo>
                <a:cubicBezTo>
                  <a:pt x="58936" y="3583"/>
                  <a:pt x="55353" y="0"/>
                  <a:pt x="50899" y="0"/>
                </a:cubicBezTo>
                <a:cubicBezTo>
                  <a:pt x="46446" y="0"/>
                  <a:pt x="42863" y="3583"/>
                  <a:pt x="42863" y="8037"/>
                </a:cubicBezTo>
                <a:lnTo>
                  <a:pt x="42863" y="21431"/>
                </a:lnTo>
                <a:cubicBezTo>
                  <a:pt x="31042" y="21431"/>
                  <a:pt x="21431" y="31042"/>
                  <a:pt x="21431" y="42863"/>
                </a:cubicBezTo>
                <a:lnTo>
                  <a:pt x="8037" y="42863"/>
                </a:lnTo>
                <a:cubicBezTo>
                  <a:pt x="3583" y="42863"/>
                  <a:pt x="0" y="46446"/>
                  <a:pt x="0" y="50899"/>
                </a:cubicBezTo>
                <a:cubicBezTo>
                  <a:pt x="0" y="55353"/>
                  <a:pt x="3583" y="58936"/>
                  <a:pt x="8037" y="58936"/>
                </a:cubicBezTo>
                <a:lnTo>
                  <a:pt x="21431" y="58936"/>
                </a:lnTo>
                <a:lnTo>
                  <a:pt x="21431" y="77688"/>
                </a:lnTo>
                <a:lnTo>
                  <a:pt x="8037" y="77688"/>
                </a:lnTo>
                <a:cubicBezTo>
                  <a:pt x="3583" y="77688"/>
                  <a:pt x="0" y="81271"/>
                  <a:pt x="0" y="85725"/>
                </a:cubicBezTo>
                <a:cubicBezTo>
                  <a:pt x="0" y="90179"/>
                  <a:pt x="3583" y="93762"/>
                  <a:pt x="8037" y="93762"/>
                </a:cubicBezTo>
                <a:lnTo>
                  <a:pt x="21431" y="93762"/>
                </a:lnTo>
                <a:lnTo>
                  <a:pt x="21431" y="112514"/>
                </a:lnTo>
                <a:lnTo>
                  <a:pt x="8037" y="112514"/>
                </a:lnTo>
                <a:cubicBezTo>
                  <a:pt x="3583" y="112514"/>
                  <a:pt x="0" y="116097"/>
                  <a:pt x="0" y="120551"/>
                </a:cubicBezTo>
                <a:cubicBezTo>
                  <a:pt x="0" y="125004"/>
                  <a:pt x="3583" y="128588"/>
                  <a:pt x="8037" y="128588"/>
                </a:cubicBezTo>
                <a:lnTo>
                  <a:pt x="21431" y="128588"/>
                </a:lnTo>
                <a:cubicBezTo>
                  <a:pt x="21431" y="140408"/>
                  <a:pt x="31042" y="150019"/>
                  <a:pt x="42863" y="150019"/>
                </a:cubicBezTo>
                <a:lnTo>
                  <a:pt x="42863" y="163413"/>
                </a:lnTo>
                <a:cubicBezTo>
                  <a:pt x="42863" y="167867"/>
                  <a:pt x="46446" y="171450"/>
                  <a:pt x="50899" y="171450"/>
                </a:cubicBezTo>
                <a:cubicBezTo>
                  <a:pt x="55353" y="171450"/>
                  <a:pt x="58936" y="167867"/>
                  <a:pt x="58936" y="163413"/>
                </a:cubicBezTo>
                <a:lnTo>
                  <a:pt x="58936" y="150019"/>
                </a:lnTo>
                <a:lnTo>
                  <a:pt x="77688" y="150019"/>
                </a:lnTo>
                <a:lnTo>
                  <a:pt x="77688" y="163413"/>
                </a:lnTo>
                <a:cubicBezTo>
                  <a:pt x="77688" y="167867"/>
                  <a:pt x="81271" y="171450"/>
                  <a:pt x="85725" y="171450"/>
                </a:cubicBezTo>
                <a:cubicBezTo>
                  <a:pt x="90179" y="171450"/>
                  <a:pt x="93762" y="167867"/>
                  <a:pt x="93762" y="163413"/>
                </a:cubicBezTo>
                <a:lnTo>
                  <a:pt x="93762" y="150019"/>
                </a:lnTo>
                <a:lnTo>
                  <a:pt x="112514" y="150019"/>
                </a:lnTo>
                <a:lnTo>
                  <a:pt x="112514" y="163413"/>
                </a:lnTo>
                <a:cubicBezTo>
                  <a:pt x="112514" y="167867"/>
                  <a:pt x="116097" y="171450"/>
                  <a:pt x="120551" y="171450"/>
                </a:cubicBezTo>
                <a:cubicBezTo>
                  <a:pt x="125004" y="171450"/>
                  <a:pt x="128588" y="167867"/>
                  <a:pt x="128588" y="163413"/>
                </a:cubicBezTo>
                <a:lnTo>
                  <a:pt x="128588" y="150019"/>
                </a:lnTo>
                <a:cubicBezTo>
                  <a:pt x="140408" y="150019"/>
                  <a:pt x="150019" y="140408"/>
                  <a:pt x="150019" y="128588"/>
                </a:cubicBezTo>
                <a:lnTo>
                  <a:pt x="163413" y="128588"/>
                </a:lnTo>
                <a:cubicBezTo>
                  <a:pt x="167867" y="128588"/>
                  <a:pt x="171450" y="125004"/>
                  <a:pt x="171450" y="120551"/>
                </a:cubicBezTo>
                <a:cubicBezTo>
                  <a:pt x="171450" y="116097"/>
                  <a:pt x="167867" y="112514"/>
                  <a:pt x="163413" y="112514"/>
                </a:cubicBezTo>
                <a:lnTo>
                  <a:pt x="150019" y="112514"/>
                </a:lnTo>
                <a:lnTo>
                  <a:pt x="150019" y="93762"/>
                </a:lnTo>
                <a:lnTo>
                  <a:pt x="163413" y="93762"/>
                </a:lnTo>
                <a:cubicBezTo>
                  <a:pt x="167867" y="93762"/>
                  <a:pt x="171450" y="90179"/>
                  <a:pt x="171450" y="85725"/>
                </a:cubicBezTo>
                <a:cubicBezTo>
                  <a:pt x="171450" y="81271"/>
                  <a:pt x="167867" y="77688"/>
                  <a:pt x="163413" y="77688"/>
                </a:cubicBezTo>
                <a:lnTo>
                  <a:pt x="150019" y="77688"/>
                </a:lnTo>
                <a:lnTo>
                  <a:pt x="150019" y="58936"/>
                </a:lnTo>
                <a:lnTo>
                  <a:pt x="163413" y="58936"/>
                </a:lnTo>
                <a:cubicBezTo>
                  <a:pt x="167867" y="58936"/>
                  <a:pt x="171450" y="55353"/>
                  <a:pt x="171450" y="50899"/>
                </a:cubicBezTo>
                <a:cubicBezTo>
                  <a:pt x="171450" y="46446"/>
                  <a:pt x="167867" y="42863"/>
                  <a:pt x="163413" y="42863"/>
                </a:cubicBez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28588" y="8037"/>
                </a:lnTo>
                <a:cubicBezTo>
                  <a:pt x="128588" y="3583"/>
                  <a:pt x="125004" y="0"/>
                  <a:pt x="120551" y="0"/>
                </a:cubicBezTo>
                <a:cubicBezTo>
                  <a:pt x="116097" y="0"/>
                  <a:pt x="112514" y="3583"/>
                  <a:pt x="112514" y="8037"/>
                </a:cubicBezTo>
                <a:lnTo>
                  <a:pt x="112514" y="21431"/>
                </a:lnTo>
                <a:lnTo>
                  <a:pt x="93762" y="21431"/>
                </a:lnTo>
                <a:lnTo>
                  <a:pt x="93762" y="8037"/>
                </a:lnTo>
                <a:cubicBezTo>
                  <a:pt x="93762" y="3583"/>
                  <a:pt x="90179" y="0"/>
                  <a:pt x="85725" y="0"/>
                </a:cubicBezTo>
                <a:cubicBezTo>
                  <a:pt x="81271" y="0"/>
                  <a:pt x="77688" y="3583"/>
                  <a:pt x="77688" y="8037"/>
                </a:cubicBezTo>
                <a:lnTo>
                  <a:pt x="77688" y="21431"/>
                </a:lnTo>
                <a:lnTo>
                  <a:pt x="58936" y="21431"/>
                </a:lnTo>
                <a:lnTo>
                  <a:pt x="58936" y="8037"/>
                </a:lnTo>
                <a:close/>
                <a:moveTo>
                  <a:pt x="53578" y="42863"/>
                </a:moveTo>
                <a:lnTo>
                  <a:pt x="117872" y="42863"/>
                </a:lnTo>
                <a:cubicBezTo>
                  <a:pt x="123799" y="42863"/>
                  <a:pt x="128588" y="47651"/>
                  <a:pt x="128588" y="53578"/>
                </a:cubicBezTo>
                <a:lnTo>
                  <a:pt x="128588" y="117872"/>
                </a:lnTo>
                <a:cubicBezTo>
                  <a:pt x="128588" y="123799"/>
                  <a:pt x="123799" y="128588"/>
                  <a:pt x="117872" y="128588"/>
                </a:cubicBezTo>
                <a:lnTo>
                  <a:pt x="53578" y="128588"/>
                </a:lnTo>
                <a:cubicBezTo>
                  <a:pt x="47651" y="128588"/>
                  <a:pt x="42863" y="123799"/>
                  <a:pt x="42863" y="117872"/>
                </a:cubicBezTo>
                <a:lnTo>
                  <a:pt x="42863" y="53578"/>
                </a:lnTo>
                <a:cubicBezTo>
                  <a:pt x="42863" y="47651"/>
                  <a:pt x="47651" y="42863"/>
                  <a:pt x="53578" y="42863"/>
                </a:cubicBezTo>
                <a:close/>
                <a:moveTo>
                  <a:pt x="58936" y="58936"/>
                </a:moveTo>
                <a:lnTo>
                  <a:pt x="58936" y="112514"/>
                </a:lnTo>
                <a:lnTo>
                  <a:pt x="112514" y="112514"/>
                </a:lnTo>
                <a:lnTo>
                  <a:pt x="112514" y="58936"/>
                </a:lnTo>
                <a:lnTo>
                  <a:pt x="58936" y="58936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8" name="Text 32"/>
          <p:cNvSpPr/>
          <p:nvPr>
            <p:custDataLst>
              <p:tags r:id="rId52"/>
            </p:custDataLst>
          </p:nvPr>
        </p:nvSpPr>
        <p:spPr>
          <a:xfrm>
            <a:off x="8385175" y="5511165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59" name="Text 33"/>
          <p:cNvSpPr/>
          <p:nvPr>
            <p:custDataLst>
              <p:tags r:id="rId53"/>
            </p:custDataLst>
          </p:nvPr>
        </p:nvSpPr>
        <p:spPr>
          <a:xfrm>
            <a:off x="8385175" y="5777865"/>
            <a:ext cx="2200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4573905" y="127444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61" name="Shape 22"/>
          <p:cNvSpPr/>
          <p:nvPr>
            <p:custDataLst>
              <p:tags r:id="rId54"/>
            </p:custDataLst>
          </p:nvPr>
        </p:nvSpPr>
        <p:spPr>
          <a:xfrm>
            <a:off x="4173855" y="1358265"/>
            <a:ext cx="3523615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2" name="Shape 23"/>
          <p:cNvSpPr/>
          <p:nvPr>
            <p:custDataLst>
              <p:tags r:id="rId55"/>
            </p:custDataLst>
          </p:nvPr>
        </p:nvSpPr>
        <p:spPr>
          <a:xfrm>
            <a:off x="4312285" y="15106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144661"/>
                </a:lnTo>
                <a:cubicBezTo>
                  <a:pt x="0" y="153535"/>
                  <a:pt x="7200" y="160734"/>
                  <a:pt x="16073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50966"/>
                </a:lnTo>
                <a:cubicBezTo>
                  <a:pt x="171450" y="44872"/>
                  <a:pt x="164954" y="41021"/>
                  <a:pt x="159596" y="43901"/>
                </a:cubicBezTo>
                <a:lnTo>
                  <a:pt x="107156" y="72130"/>
                </a:lnTo>
                <a:lnTo>
                  <a:pt x="107156" y="50966"/>
                </a:lnTo>
                <a:cubicBezTo>
                  <a:pt x="107156" y="44872"/>
                  <a:pt x="100660" y="41021"/>
                  <a:pt x="95302" y="43901"/>
                </a:cubicBezTo>
                <a:lnTo>
                  <a:pt x="42863" y="72130"/>
                </a:lnTo>
                <a:lnTo>
                  <a:pt x="42863" y="21431"/>
                </a:lnTo>
                <a:cubicBezTo>
                  <a:pt x="42863" y="15504"/>
                  <a:pt x="38074" y="10716"/>
                  <a:pt x="32147" y="10716"/>
                </a:cubicBezTo>
                <a:lnTo>
                  <a:pt x="10716" y="10716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3" name="Text 24"/>
          <p:cNvSpPr/>
          <p:nvPr>
            <p:custDataLst>
              <p:tags r:id="rId56"/>
            </p:custDataLst>
          </p:nvPr>
        </p:nvSpPr>
        <p:spPr>
          <a:xfrm>
            <a:off x="4617085" y="1472565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64" name="Text 25"/>
          <p:cNvSpPr/>
          <p:nvPr>
            <p:custDataLst>
              <p:tags r:id="rId57"/>
            </p:custDataLst>
          </p:nvPr>
        </p:nvSpPr>
        <p:spPr>
          <a:xfrm>
            <a:off x="4617085" y="1739265"/>
            <a:ext cx="2714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65" name="Shape 26"/>
          <p:cNvSpPr/>
          <p:nvPr>
            <p:custDataLst>
              <p:tags r:id="rId58"/>
            </p:custDataLst>
          </p:nvPr>
        </p:nvSpPr>
        <p:spPr>
          <a:xfrm>
            <a:off x="4173855" y="2158365"/>
            <a:ext cx="3523615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6" name="Shape 27"/>
          <p:cNvSpPr/>
          <p:nvPr>
            <p:custDataLst>
              <p:tags r:id="rId59"/>
            </p:custDataLst>
          </p:nvPr>
        </p:nvSpPr>
        <p:spPr>
          <a:xfrm>
            <a:off x="4312285" y="23107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9932" y="1708"/>
                </a:moveTo>
                <a:cubicBezTo>
                  <a:pt x="83448" y="-569"/>
                  <a:pt x="88002" y="-569"/>
                  <a:pt x="91518" y="1708"/>
                </a:cubicBezTo>
                <a:lnTo>
                  <a:pt x="166528" y="49928"/>
                </a:lnTo>
                <a:cubicBezTo>
                  <a:pt x="170512" y="52507"/>
                  <a:pt x="172354" y="57396"/>
                  <a:pt x="171015" y="61950"/>
                </a:cubicBezTo>
                <a:cubicBezTo>
                  <a:pt x="169675" y="66504"/>
                  <a:pt x="165489" y="69652"/>
                  <a:pt x="160734" y="69652"/>
                </a:cubicBezTo>
                <a:lnTo>
                  <a:pt x="150019" y="69652"/>
                </a:lnTo>
                <a:lnTo>
                  <a:pt x="150019" y="139303"/>
                </a:lnTo>
                <a:lnTo>
                  <a:pt x="167164" y="152162"/>
                </a:lnTo>
                <a:cubicBezTo>
                  <a:pt x="169876" y="154171"/>
                  <a:pt x="171450" y="157352"/>
                  <a:pt x="171450" y="160734"/>
                </a:cubicBezTo>
                <a:cubicBezTo>
                  <a:pt x="171450" y="166661"/>
                  <a:pt x="166661" y="171450"/>
                  <a:pt x="160734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ubicBezTo>
                  <a:pt x="0" y="157352"/>
                  <a:pt x="1574" y="154171"/>
                  <a:pt x="4286" y="152162"/>
                </a:cubicBezTo>
                <a:lnTo>
                  <a:pt x="21431" y="139303"/>
                </a:lnTo>
                <a:lnTo>
                  <a:pt x="21431" y="139303"/>
                </a:lnTo>
                <a:lnTo>
                  <a:pt x="21431" y="69652"/>
                </a:lnTo>
                <a:lnTo>
                  <a:pt x="10716" y="69652"/>
                </a:lnTo>
                <a:cubicBezTo>
                  <a:pt x="5961" y="69652"/>
                  <a:pt x="1775" y="66504"/>
                  <a:pt x="435" y="61950"/>
                </a:cubicBezTo>
                <a:cubicBezTo>
                  <a:pt x="-904" y="57396"/>
                  <a:pt x="938" y="52473"/>
                  <a:pt x="4922" y="49928"/>
                </a:cubicBezTo>
                <a:lnTo>
                  <a:pt x="79932" y="1708"/>
                </a:lnTo>
                <a:close/>
                <a:moveTo>
                  <a:pt x="112514" y="69652"/>
                </a:moveTo>
                <a:lnTo>
                  <a:pt x="112514" y="139303"/>
                </a:lnTo>
                <a:lnTo>
                  <a:pt x="133945" y="139303"/>
                </a:lnTo>
                <a:lnTo>
                  <a:pt x="133945" y="69652"/>
                </a:lnTo>
                <a:lnTo>
                  <a:pt x="112514" y="69652"/>
                </a:lnTo>
                <a:close/>
                <a:moveTo>
                  <a:pt x="75009" y="139303"/>
                </a:moveTo>
                <a:lnTo>
                  <a:pt x="96441" y="139303"/>
                </a:lnTo>
                <a:lnTo>
                  <a:pt x="96441" y="69652"/>
                </a:lnTo>
                <a:lnTo>
                  <a:pt x="75009" y="69652"/>
                </a:lnTo>
                <a:lnTo>
                  <a:pt x="75009" y="139303"/>
                </a:lnTo>
                <a:close/>
                <a:moveTo>
                  <a:pt x="37505" y="69652"/>
                </a:moveTo>
                <a:lnTo>
                  <a:pt x="37505" y="139303"/>
                </a:lnTo>
                <a:lnTo>
                  <a:pt x="58936" y="139303"/>
                </a:lnTo>
                <a:lnTo>
                  <a:pt x="58936" y="69652"/>
                </a:lnTo>
                <a:lnTo>
                  <a:pt x="37505" y="69652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7" name="Text 28"/>
          <p:cNvSpPr/>
          <p:nvPr>
            <p:custDataLst>
              <p:tags r:id="rId60"/>
            </p:custDataLst>
          </p:nvPr>
        </p:nvSpPr>
        <p:spPr>
          <a:xfrm>
            <a:off x="4617085" y="2272665"/>
            <a:ext cx="2324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68" name="Text 29"/>
          <p:cNvSpPr/>
          <p:nvPr>
            <p:custDataLst>
              <p:tags r:id="rId61"/>
            </p:custDataLst>
          </p:nvPr>
        </p:nvSpPr>
        <p:spPr>
          <a:xfrm>
            <a:off x="4617085" y="2539365"/>
            <a:ext cx="2314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69" name="Shape 30"/>
          <p:cNvSpPr/>
          <p:nvPr>
            <p:custDataLst>
              <p:tags r:id="rId62"/>
            </p:custDataLst>
          </p:nvPr>
        </p:nvSpPr>
        <p:spPr>
          <a:xfrm>
            <a:off x="4173855" y="2958465"/>
            <a:ext cx="3523615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0" name="Shape 31"/>
          <p:cNvSpPr/>
          <p:nvPr>
            <p:custDataLst>
              <p:tags r:id="rId63"/>
            </p:custDataLst>
          </p:nvPr>
        </p:nvSpPr>
        <p:spPr>
          <a:xfrm>
            <a:off x="4312285" y="31108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936" y="8037"/>
                </a:moveTo>
                <a:cubicBezTo>
                  <a:pt x="58936" y="3583"/>
                  <a:pt x="55353" y="0"/>
                  <a:pt x="50899" y="0"/>
                </a:cubicBezTo>
                <a:cubicBezTo>
                  <a:pt x="46446" y="0"/>
                  <a:pt x="42863" y="3583"/>
                  <a:pt x="42863" y="8037"/>
                </a:cubicBezTo>
                <a:lnTo>
                  <a:pt x="42863" y="21431"/>
                </a:lnTo>
                <a:cubicBezTo>
                  <a:pt x="31042" y="21431"/>
                  <a:pt x="21431" y="31042"/>
                  <a:pt x="21431" y="42863"/>
                </a:cubicBezTo>
                <a:lnTo>
                  <a:pt x="8037" y="42863"/>
                </a:lnTo>
                <a:cubicBezTo>
                  <a:pt x="3583" y="42863"/>
                  <a:pt x="0" y="46446"/>
                  <a:pt x="0" y="50899"/>
                </a:cubicBezTo>
                <a:cubicBezTo>
                  <a:pt x="0" y="55353"/>
                  <a:pt x="3583" y="58936"/>
                  <a:pt x="8037" y="58936"/>
                </a:cubicBezTo>
                <a:lnTo>
                  <a:pt x="21431" y="58936"/>
                </a:lnTo>
                <a:lnTo>
                  <a:pt x="21431" y="77688"/>
                </a:lnTo>
                <a:lnTo>
                  <a:pt x="8037" y="77688"/>
                </a:lnTo>
                <a:cubicBezTo>
                  <a:pt x="3583" y="77688"/>
                  <a:pt x="0" y="81271"/>
                  <a:pt x="0" y="85725"/>
                </a:cubicBezTo>
                <a:cubicBezTo>
                  <a:pt x="0" y="90179"/>
                  <a:pt x="3583" y="93762"/>
                  <a:pt x="8037" y="93762"/>
                </a:cubicBezTo>
                <a:lnTo>
                  <a:pt x="21431" y="93762"/>
                </a:lnTo>
                <a:lnTo>
                  <a:pt x="21431" y="112514"/>
                </a:lnTo>
                <a:lnTo>
                  <a:pt x="8037" y="112514"/>
                </a:lnTo>
                <a:cubicBezTo>
                  <a:pt x="3583" y="112514"/>
                  <a:pt x="0" y="116097"/>
                  <a:pt x="0" y="120551"/>
                </a:cubicBezTo>
                <a:cubicBezTo>
                  <a:pt x="0" y="125004"/>
                  <a:pt x="3583" y="128588"/>
                  <a:pt x="8037" y="128588"/>
                </a:cubicBezTo>
                <a:lnTo>
                  <a:pt x="21431" y="128588"/>
                </a:lnTo>
                <a:cubicBezTo>
                  <a:pt x="21431" y="140408"/>
                  <a:pt x="31042" y="150019"/>
                  <a:pt x="42863" y="150019"/>
                </a:cubicBezTo>
                <a:lnTo>
                  <a:pt x="42863" y="163413"/>
                </a:lnTo>
                <a:cubicBezTo>
                  <a:pt x="42863" y="167867"/>
                  <a:pt x="46446" y="171450"/>
                  <a:pt x="50899" y="171450"/>
                </a:cubicBezTo>
                <a:cubicBezTo>
                  <a:pt x="55353" y="171450"/>
                  <a:pt x="58936" y="167867"/>
                  <a:pt x="58936" y="163413"/>
                </a:cubicBezTo>
                <a:lnTo>
                  <a:pt x="58936" y="150019"/>
                </a:lnTo>
                <a:lnTo>
                  <a:pt x="77688" y="150019"/>
                </a:lnTo>
                <a:lnTo>
                  <a:pt x="77688" y="163413"/>
                </a:lnTo>
                <a:cubicBezTo>
                  <a:pt x="77688" y="167867"/>
                  <a:pt x="81271" y="171450"/>
                  <a:pt x="85725" y="171450"/>
                </a:cubicBezTo>
                <a:cubicBezTo>
                  <a:pt x="90179" y="171450"/>
                  <a:pt x="93762" y="167867"/>
                  <a:pt x="93762" y="163413"/>
                </a:cubicBezTo>
                <a:lnTo>
                  <a:pt x="93762" y="150019"/>
                </a:lnTo>
                <a:lnTo>
                  <a:pt x="112514" y="150019"/>
                </a:lnTo>
                <a:lnTo>
                  <a:pt x="112514" y="163413"/>
                </a:lnTo>
                <a:cubicBezTo>
                  <a:pt x="112514" y="167867"/>
                  <a:pt x="116097" y="171450"/>
                  <a:pt x="120551" y="171450"/>
                </a:cubicBezTo>
                <a:cubicBezTo>
                  <a:pt x="125004" y="171450"/>
                  <a:pt x="128588" y="167867"/>
                  <a:pt x="128588" y="163413"/>
                </a:cubicBezTo>
                <a:lnTo>
                  <a:pt x="128588" y="150019"/>
                </a:lnTo>
                <a:cubicBezTo>
                  <a:pt x="140408" y="150019"/>
                  <a:pt x="150019" y="140408"/>
                  <a:pt x="150019" y="128588"/>
                </a:cubicBezTo>
                <a:lnTo>
                  <a:pt x="163413" y="128588"/>
                </a:lnTo>
                <a:cubicBezTo>
                  <a:pt x="167867" y="128588"/>
                  <a:pt x="171450" y="125004"/>
                  <a:pt x="171450" y="120551"/>
                </a:cubicBezTo>
                <a:cubicBezTo>
                  <a:pt x="171450" y="116097"/>
                  <a:pt x="167867" y="112514"/>
                  <a:pt x="163413" y="112514"/>
                </a:cubicBezTo>
                <a:lnTo>
                  <a:pt x="150019" y="112514"/>
                </a:lnTo>
                <a:lnTo>
                  <a:pt x="150019" y="93762"/>
                </a:lnTo>
                <a:lnTo>
                  <a:pt x="163413" y="93762"/>
                </a:lnTo>
                <a:cubicBezTo>
                  <a:pt x="167867" y="93762"/>
                  <a:pt x="171450" y="90179"/>
                  <a:pt x="171450" y="85725"/>
                </a:cubicBezTo>
                <a:cubicBezTo>
                  <a:pt x="171450" y="81271"/>
                  <a:pt x="167867" y="77688"/>
                  <a:pt x="163413" y="77688"/>
                </a:cubicBezTo>
                <a:lnTo>
                  <a:pt x="150019" y="77688"/>
                </a:lnTo>
                <a:lnTo>
                  <a:pt x="150019" y="58936"/>
                </a:lnTo>
                <a:lnTo>
                  <a:pt x="163413" y="58936"/>
                </a:lnTo>
                <a:cubicBezTo>
                  <a:pt x="167867" y="58936"/>
                  <a:pt x="171450" y="55353"/>
                  <a:pt x="171450" y="50899"/>
                </a:cubicBezTo>
                <a:cubicBezTo>
                  <a:pt x="171450" y="46446"/>
                  <a:pt x="167867" y="42863"/>
                  <a:pt x="163413" y="42863"/>
                </a:cubicBez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28588" y="8037"/>
                </a:lnTo>
                <a:cubicBezTo>
                  <a:pt x="128588" y="3583"/>
                  <a:pt x="125004" y="0"/>
                  <a:pt x="120551" y="0"/>
                </a:cubicBezTo>
                <a:cubicBezTo>
                  <a:pt x="116097" y="0"/>
                  <a:pt x="112514" y="3583"/>
                  <a:pt x="112514" y="8037"/>
                </a:cubicBezTo>
                <a:lnTo>
                  <a:pt x="112514" y="21431"/>
                </a:lnTo>
                <a:lnTo>
                  <a:pt x="93762" y="21431"/>
                </a:lnTo>
                <a:lnTo>
                  <a:pt x="93762" y="8037"/>
                </a:lnTo>
                <a:cubicBezTo>
                  <a:pt x="93762" y="3583"/>
                  <a:pt x="90179" y="0"/>
                  <a:pt x="85725" y="0"/>
                </a:cubicBezTo>
                <a:cubicBezTo>
                  <a:pt x="81271" y="0"/>
                  <a:pt x="77688" y="3583"/>
                  <a:pt x="77688" y="8037"/>
                </a:cubicBezTo>
                <a:lnTo>
                  <a:pt x="77688" y="21431"/>
                </a:lnTo>
                <a:lnTo>
                  <a:pt x="58936" y="21431"/>
                </a:lnTo>
                <a:lnTo>
                  <a:pt x="58936" y="8037"/>
                </a:lnTo>
                <a:close/>
                <a:moveTo>
                  <a:pt x="53578" y="42863"/>
                </a:moveTo>
                <a:lnTo>
                  <a:pt x="117872" y="42863"/>
                </a:lnTo>
                <a:cubicBezTo>
                  <a:pt x="123799" y="42863"/>
                  <a:pt x="128588" y="47651"/>
                  <a:pt x="128588" y="53578"/>
                </a:cubicBezTo>
                <a:lnTo>
                  <a:pt x="128588" y="117872"/>
                </a:lnTo>
                <a:cubicBezTo>
                  <a:pt x="128588" y="123799"/>
                  <a:pt x="123799" y="128588"/>
                  <a:pt x="117872" y="128588"/>
                </a:cubicBezTo>
                <a:lnTo>
                  <a:pt x="53578" y="128588"/>
                </a:lnTo>
                <a:cubicBezTo>
                  <a:pt x="47651" y="128588"/>
                  <a:pt x="42863" y="123799"/>
                  <a:pt x="42863" y="117872"/>
                </a:cubicBezTo>
                <a:lnTo>
                  <a:pt x="42863" y="53578"/>
                </a:lnTo>
                <a:cubicBezTo>
                  <a:pt x="42863" y="47651"/>
                  <a:pt x="47651" y="42863"/>
                  <a:pt x="53578" y="42863"/>
                </a:cubicBezTo>
                <a:close/>
                <a:moveTo>
                  <a:pt x="58936" y="58936"/>
                </a:moveTo>
                <a:lnTo>
                  <a:pt x="58936" y="112514"/>
                </a:lnTo>
                <a:lnTo>
                  <a:pt x="112514" y="112514"/>
                </a:lnTo>
                <a:lnTo>
                  <a:pt x="112514" y="58936"/>
                </a:lnTo>
                <a:lnTo>
                  <a:pt x="58936" y="58936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1" name="Text 32"/>
          <p:cNvSpPr/>
          <p:nvPr>
            <p:custDataLst>
              <p:tags r:id="rId64"/>
            </p:custDataLst>
          </p:nvPr>
        </p:nvSpPr>
        <p:spPr>
          <a:xfrm>
            <a:off x="4617085" y="3072765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72" name="Text 33"/>
          <p:cNvSpPr/>
          <p:nvPr>
            <p:custDataLst>
              <p:tags r:id="rId65"/>
            </p:custDataLst>
          </p:nvPr>
        </p:nvSpPr>
        <p:spPr>
          <a:xfrm>
            <a:off x="4617085" y="3339465"/>
            <a:ext cx="2200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73" name="Shape 22"/>
          <p:cNvSpPr/>
          <p:nvPr>
            <p:custDataLst>
              <p:tags r:id="rId66"/>
            </p:custDataLst>
          </p:nvPr>
        </p:nvSpPr>
        <p:spPr>
          <a:xfrm>
            <a:off x="4173855" y="3796665"/>
            <a:ext cx="3523615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4" name="Shape 23"/>
          <p:cNvSpPr/>
          <p:nvPr>
            <p:custDataLst>
              <p:tags r:id="rId67"/>
            </p:custDataLst>
          </p:nvPr>
        </p:nvSpPr>
        <p:spPr>
          <a:xfrm>
            <a:off x="4312285" y="39490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144661"/>
                </a:lnTo>
                <a:cubicBezTo>
                  <a:pt x="0" y="153535"/>
                  <a:pt x="7200" y="160734"/>
                  <a:pt x="16073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50966"/>
                </a:lnTo>
                <a:cubicBezTo>
                  <a:pt x="171450" y="44872"/>
                  <a:pt x="164954" y="41021"/>
                  <a:pt x="159596" y="43901"/>
                </a:cubicBezTo>
                <a:lnTo>
                  <a:pt x="107156" y="72130"/>
                </a:lnTo>
                <a:lnTo>
                  <a:pt x="107156" y="50966"/>
                </a:lnTo>
                <a:cubicBezTo>
                  <a:pt x="107156" y="44872"/>
                  <a:pt x="100660" y="41021"/>
                  <a:pt x="95302" y="43901"/>
                </a:cubicBezTo>
                <a:lnTo>
                  <a:pt x="42863" y="72130"/>
                </a:lnTo>
                <a:lnTo>
                  <a:pt x="42863" y="21431"/>
                </a:lnTo>
                <a:cubicBezTo>
                  <a:pt x="42863" y="15504"/>
                  <a:pt x="38074" y="10716"/>
                  <a:pt x="32147" y="10716"/>
                </a:cubicBezTo>
                <a:lnTo>
                  <a:pt x="10716" y="10716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5" name="Text 24"/>
          <p:cNvSpPr/>
          <p:nvPr>
            <p:custDataLst>
              <p:tags r:id="rId68"/>
            </p:custDataLst>
          </p:nvPr>
        </p:nvSpPr>
        <p:spPr>
          <a:xfrm>
            <a:off x="4617085" y="3910965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76" name="Text 25"/>
          <p:cNvSpPr/>
          <p:nvPr>
            <p:custDataLst>
              <p:tags r:id="rId69"/>
            </p:custDataLst>
          </p:nvPr>
        </p:nvSpPr>
        <p:spPr>
          <a:xfrm>
            <a:off x="4617085" y="4177665"/>
            <a:ext cx="2714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77" name="Shape 26"/>
          <p:cNvSpPr/>
          <p:nvPr>
            <p:custDataLst>
              <p:tags r:id="rId70"/>
            </p:custDataLst>
          </p:nvPr>
        </p:nvSpPr>
        <p:spPr>
          <a:xfrm>
            <a:off x="4173855" y="4596765"/>
            <a:ext cx="3523615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8" name="Shape 27"/>
          <p:cNvSpPr/>
          <p:nvPr>
            <p:custDataLst>
              <p:tags r:id="rId71"/>
            </p:custDataLst>
          </p:nvPr>
        </p:nvSpPr>
        <p:spPr>
          <a:xfrm>
            <a:off x="4312285" y="47491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9932" y="1708"/>
                </a:moveTo>
                <a:cubicBezTo>
                  <a:pt x="83448" y="-569"/>
                  <a:pt x="88002" y="-569"/>
                  <a:pt x="91518" y="1708"/>
                </a:cubicBezTo>
                <a:lnTo>
                  <a:pt x="166528" y="49928"/>
                </a:lnTo>
                <a:cubicBezTo>
                  <a:pt x="170512" y="52507"/>
                  <a:pt x="172354" y="57396"/>
                  <a:pt x="171015" y="61950"/>
                </a:cubicBezTo>
                <a:cubicBezTo>
                  <a:pt x="169675" y="66504"/>
                  <a:pt x="165489" y="69652"/>
                  <a:pt x="160734" y="69652"/>
                </a:cubicBezTo>
                <a:lnTo>
                  <a:pt x="150019" y="69652"/>
                </a:lnTo>
                <a:lnTo>
                  <a:pt x="150019" y="139303"/>
                </a:lnTo>
                <a:lnTo>
                  <a:pt x="167164" y="152162"/>
                </a:lnTo>
                <a:cubicBezTo>
                  <a:pt x="169876" y="154171"/>
                  <a:pt x="171450" y="157352"/>
                  <a:pt x="171450" y="160734"/>
                </a:cubicBezTo>
                <a:cubicBezTo>
                  <a:pt x="171450" y="166661"/>
                  <a:pt x="166661" y="171450"/>
                  <a:pt x="160734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ubicBezTo>
                  <a:pt x="0" y="157352"/>
                  <a:pt x="1574" y="154171"/>
                  <a:pt x="4286" y="152162"/>
                </a:cubicBezTo>
                <a:lnTo>
                  <a:pt x="21431" y="139303"/>
                </a:lnTo>
                <a:lnTo>
                  <a:pt x="21431" y="139303"/>
                </a:lnTo>
                <a:lnTo>
                  <a:pt x="21431" y="69652"/>
                </a:lnTo>
                <a:lnTo>
                  <a:pt x="10716" y="69652"/>
                </a:lnTo>
                <a:cubicBezTo>
                  <a:pt x="5961" y="69652"/>
                  <a:pt x="1775" y="66504"/>
                  <a:pt x="435" y="61950"/>
                </a:cubicBezTo>
                <a:cubicBezTo>
                  <a:pt x="-904" y="57396"/>
                  <a:pt x="938" y="52473"/>
                  <a:pt x="4922" y="49928"/>
                </a:cubicBezTo>
                <a:lnTo>
                  <a:pt x="79932" y="1708"/>
                </a:lnTo>
                <a:close/>
                <a:moveTo>
                  <a:pt x="112514" y="69652"/>
                </a:moveTo>
                <a:lnTo>
                  <a:pt x="112514" y="139303"/>
                </a:lnTo>
                <a:lnTo>
                  <a:pt x="133945" y="139303"/>
                </a:lnTo>
                <a:lnTo>
                  <a:pt x="133945" y="69652"/>
                </a:lnTo>
                <a:lnTo>
                  <a:pt x="112514" y="69652"/>
                </a:lnTo>
                <a:close/>
                <a:moveTo>
                  <a:pt x="75009" y="139303"/>
                </a:moveTo>
                <a:lnTo>
                  <a:pt x="96441" y="139303"/>
                </a:lnTo>
                <a:lnTo>
                  <a:pt x="96441" y="69652"/>
                </a:lnTo>
                <a:lnTo>
                  <a:pt x="75009" y="69652"/>
                </a:lnTo>
                <a:lnTo>
                  <a:pt x="75009" y="139303"/>
                </a:lnTo>
                <a:close/>
                <a:moveTo>
                  <a:pt x="37505" y="69652"/>
                </a:moveTo>
                <a:lnTo>
                  <a:pt x="37505" y="139303"/>
                </a:lnTo>
                <a:lnTo>
                  <a:pt x="58936" y="139303"/>
                </a:lnTo>
                <a:lnTo>
                  <a:pt x="58936" y="69652"/>
                </a:lnTo>
                <a:lnTo>
                  <a:pt x="37505" y="69652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9" name="Text 28"/>
          <p:cNvSpPr/>
          <p:nvPr>
            <p:custDataLst>
              <p:tags r:id="rId72"/>
            </p:custDataLst>
          </p:nvPr>
        </p:nvSpPr>
        <p:spPr>
          <a:xfrm>
            <a:off x="4617085" y="4711065"/>
            <a:ext cx="2324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80" name="Text 29"/>
          <p:cNvSpPr/>
          <p:nvPr>
            <p:custDataLst>
              <p:tags r:id="rId73"/>
            </p:custDataLst>
          </p:nvPr>
        </p:nvSpPr>
        <p:spPr>
          <a:xfrm>
            <a:off x="4617085" y="4977765"/>
            <a:ext cx="2314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aaaaaaaaaaa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81" name="Shape 30"/>
          <p:cNvSpPr/>
          <p:nvPr>
            <p:custDataLst>
              <p:tags r:id="rId74"/>
            </p:custDataLst>
          </p:nvPr>
        </p:nvSpPr>
        <p:spPr>
          <a:xfrm>
            <a:off x="4173855" y="5396865"/>
            <a:ext cx="3523615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2" name="Shape 31"/>
          <p:cNvSpPr/>
          <p:nvPr>
            <p:custDataLst>
              <p:tags r:id="rId75"/>
            </p:custDataLst>
          </p:nvPr>
        </p:nvSpPr>
        <p:spPr>
          <a:xfrm>
            <a:off x="4312285" y="55492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936" y="8037"/>
                </a:moveTo>
                <a:cubicBezTo>
                  <a:pt x="58936" y="3583"/>
                  <a:pt x="55353" y="0"/>
                  <a:pt x="50899" y="0"/>
                </a:cubicBezTo>
                <a:cubicBezTo>
                  <a:pt x="46446" y="0"/>
                  <a:pt x="42863" y="3583"/>
                  <a:pt x="42863" y="8037"/>
                </a:cubicBezTo>
                <a:lnTo>
                  <a:pt x="42863" y="21431"/>
                </a:lnTo>
                <a:cubicBezTo>
                  <a:pt x="31042" y="21431"/>
                  <a:pt x="21431" y="31042"/>
                  <a:pt x="21431" y="42863"/>
                </a:cubicBezTo>
                <a:lnTo>
                  <a:pt x="8037" y="42863"/>
                </a:lnTo>
                <a:cubicBezTo>
                  <a:pt x="3583" y="42863"/>
                  <a:pt x="0" y="46446"/>
                  <a:pt x="0" y="50899"/>
                </a:cubicBezTo>
                <a:cubicBezTo>
                  <a:pt x="0" y="55353"/>
                  <a:pt x="3583" y="58936"/>
                  <a:pt x="8037" y="58936"/>
                </a:cubicBezTo>
                <a:lnTo>
                  <a:pt x="21431" y="58936"/>
                </a:lnTo>
                <a:lnTo>
                  <a:pt x="21431" y="77688"/>
                </a:lnTo>
                <a:lnTo>
                  <a:pt x="8037" y="77688"/>
                </a:lnTo>
                <a:cubicBezTo>
                  <a:pt x="3583" y="77688"/>
                  <a:pt x="0" y="81271"/>
                  <a:pt x="0" y="85725"/>
                </a:cubicBezTo>
                <a:cubicBezTo>
                  <a:pt x="0" y="90179"/>
                  <a:pt x="3583" y="93762"/>
                  <a:pt x="8037" y="93762"/>
                </a:cubicBezTo>
                <a:lnTo>
                  <a:pt x="21431" y="93762"/>
                </a:lnTo>
                <a:lnTo>
                  <a:pt x="21431" y="112514"/>
                </a:lnTo>
                <a:lnTo>
                  <a:pt x="8037" y="112514"/>
                </a:lnTo>
                <a:cubicBezTo>
                  <a:pt x="3583" y="112514"/>
                  <a:pt x="0" y="116097"/>
                  <a:pt x="0" y="120551"/>
                </a:cubicBezTo>
                <a:cubicBezTo>
                  <a:pt x="0" y="125004"/>
                  <a:pt x="3583" y="128588"/>
                  <a:pt x="8037" y="128588"/>
                </a:cubicBezTo>
                <a:lnTo>
                  <a:pt x="21431" y="128588"/>
                </a:lnTo>
                <a:cubicBezTo>
                  <a:pt x="21431" y="140408"/>
                  <a:pt x="31042" y="150019"/>
                  <a:pt x="42863" y="150019"/>
                </a:cubicBezTo>
                <a:lnTo>
                  <a:pt x="42863" y="163413"/>
                </a:lnTo>
                <a:cubicBezTo>
                  <a:pt x="42863" y="167867"/>
                  <a:pt x="46446" y="171450"/>
                  <a:pt x="50899" y="171450"/>
                </a:cubicBezTo>
                <a:cubicBezTo>
                  <a:pt x="55353" y="171450"/>
                  <a:pt x="58936" y="167867"/>
                  <a:pt x="58936" y="163413"/>
                </a:cubicBezTo>
                <a:lnTo>
                  <a:pt x="58936" y="150019"/>
                </a:lnTo>
                <a:lnTo>
                  <a:pt x="77688" y="150019"/>
                </a:lnTo>
                <a:lnTo>
                  <a:pt x="77688" y="163413"/>
                </a:lnTo>
                <a:cubicBezTo>
                  <a:pt x="77688" y="167867"/>
                  <a:pt x="81271" y="171450"/>
                  <a:pt x="85725" y="171450"/>
                </a:cubicBezTo>
                <a:cubicBezTo>
                  <a:pt x="90179" y="171450"/>
                  <a:pt x="93762" y="167867"/>
                  <a:pt x="93762" y="163413"/>
                </a:cubicBezTo>
                <a:lnTo>
                  <a:pt x="93762" y="150019"/>
                </a:lnTo>
                <a:lnTo>
                  <a:pt x="112514" y="150019"/>
                </a:lnTo>
                <a:lnTo>
                  <a:pt x="112514" y="163413"/>
                </a:lnTo>
                <a:cubicBezTo>
                  <a:pt x="112514" y="167867"/>
                  <a:pt x="116097" y="171450"/>
                  <a:pt x="120551" y="171450"/>
                </a:cubicBezTo>
                <a:cubicBezTo>
                  <a:pt x="125004" y="171450"/>
                  <a:pt x="128588" y="167867"/>
                  <a:pt x="128588" y="163413"/>
                </a:cubicBezTo>
                <a:lnTo>
                  <a:pt x="128588" y="150019"/>
                </a:lnTo>
                <a:cubicBezTo>
                  <a:pt x="140408" y="150019"/>
                  <a:pt x="150019" y="140408"/>
                  <a:pt x="150019" y="128588"/>
                </a:cubicBezTo>
                <a:lnTo>
                  <a:pt x="163413" y="128588"/>
                </a:lnTo>
                <a:cubicBezTo>
                  <a:pt x="167867" y="128588"/>
                  <a:pt x="171450" y="125004"/>
                  <a:pt x="171450" y="120551"/>
                </a:cubicBezTo>
                <a:cubicBezTo>
                  <a:pt x="171450" y="116097"/>
                  <a:pt x="167867" y="112514"/>
                  <a:pt x="163413" y="112514"/>
                </a:cubicBezTo>
                <a:lnTo>
                  <a:pt x="150019" y="112514"/>
                </a:lnTo>
                <a:lnTo>
                  <a:pt x="150019" y="93762"/>
                </a:lnTo>
                <a:lnTo>
                  <a:pt x="163413" y="93762"/>
                </a:lnTo>
                <a:cubicBezTo>
                  <a:pt x="167867" y="93762"/>
                  <a:pt x="171450" y="90179"/>
                  <a:pt x="171450" y="85725"/>
                </a:cubicBezTo>
                <a:cubicBezTo>
                  <a:pt x="171450" y="81271"/>
                  <a:pt x="167867" y="77688"/>
                  <a:pt x="163413" y="77688"/>
                </a:cubicBezTo>
                <a:lnTo>
                  <a:pt x="150019" y="77688"/>
                </a:lnTo>
                <a:lnTo>
                  <a:pt x="150019" y="58936"/>
                </a:lnTo>
                <a:lnTo>
                  <a:pt x="163413" y="58936"/>
                </a:lnTo>
                <a:cubicBezTo>
                  <a:pt x="167867" y="58936"/>
                  <a:pt x="171450" y="55353"/>
                  <a:pt x="171450" y="50899"/>
                </a:cubicBezTo>
                <a:cubicBezTo>
                  <a:pt x="171450" y="46446"/>
                  <a:pt x="167867" y="42863"/>
                  <a:pt x="163413" y="42863"/>
                </a:cubicBez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28588" y="8037"/>
                </a:lnTo>
                <a:cubicBezTo>
                  <a:pt x="128588" y="3583"/>
                  <a:pt x="125004" y="0"/>
                  <a:pt x="120551" y="0"/>
                </a:cubicBezTo>
                <a:cubicBezTo>
                  <a:pt x="116097" y="0"/>
                  <a:pt x="112514" y="3583"/>
                  <a:pt x="112514" y="8037"/>
                </a:cubicBezTo>
                <a:lnTo>
                  <a:pt x="112514" y="21431"/>
                </a:lnTo>
                <a:lnTo>
                  <a:pt x="93762" y="21431"/>
                </a:lnTo>
                <a:lnTo>
                  <a:pt x="93762" y="8037"/>
                </a:lnTo>
                <a:cubicBezTo>
                  <a:pt x="93762" y="3583"/>
                  <a:pt x="90179" y="0"/>
                  <a:pt x="85725" y="0"/>
                </a:cubicBezTo>
                <a:cubicBezTo>
                  <a:pt x="81271" y="0"/>
                  <a:pt x="77688" y="3583"/>
                  <a:pt x="77688" y="8037"/>
                </a:cubicBezTo>
                <a:lnTo>
                  <a:pt x="77688" y="21431"/>
                </a:lnTo>
                <a:lnTo>
                  <a:pt x="58936" y="21431"/>
                </a:lnTo>
                <a:lnTo>
                  <a:pt x="58936" y="8037"/>
                </a:lnTo>
                <a:close/>
                <a:moveTo>
                  <a:pt x="53578" y="42863"/>
                </a:moveTo>
                <a:lnTo>
                  <a:pt x="117872" y="42863"/>
                </a:lnTo>
                <a:cubicBezTo>
                  <a:pt x="123799" y="42863"/>
                  <a:pt x="128588" y="47651"/>
                  <a:pt x="128588" y="53578"/>
                </a:cubicBezTo>
                <a:lnTo>
                  <a:pt x="128588" y="117872"/>
                </a:lnTo>
                <a:cubicBezTo>
                  <a:pt x="128588" y="123799"/>
                  <a:pt x="123799" y="128588"/>
                  <a:pt x="117872" y="128588"/>
                </a:cubicBezTo>
                <a:lnTo>
                  <a:pt x="53578" y="128588"/>
                </a:lnTo>
                <a:cubicBezTo>
                  <a:pt x="47651" y="128588"/>
                  <a:pt x="42863" y="123799"/>
                  <a:pt x="42863" y="117872"/>
                </a:cubicBezTo>
                <a:lnTo>
                  <a:pt x="42863" y="53578"/>
                </a:lnTo>
                <a:cubicBezTo>
                  <a:pt x="42863" y="47651"/>
                  <a:pt x="47651" y="42863"/>
                  <a:pt x="53578" y="42863"/>
                </a:cubicBezTo>
                <a:close/>
                <a:moveTo>
                  <a:pt x="58936" y="58936"/>
                </a:moveTo>
                <a:lnTo>
                  <a:pt x="58936" y="112514"/>
                </a:lnTo>
                <a:lnTo>
                  <a:pt x="112514" y="112514"/>
                </a:lnTo>
                <a:lnTo>
                  <a:pt x="112514" y="58936"/>
                </a:lnTo>
                <a:lnTo>
                  <a:pt x="58936" y="58936"/>
                </a:lnTo>
                <a:close/>
              </a:path>
            </a:pathLst>
          </a:cu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3" name="Text 32"/>
          <p:cNvSpPr/>
          <p:nvPr>
            <p:custDataLst>
              <p:tags r:id="rId76"/>
            </p:custDataLst>
          </p:nvPr>
        </p:nvSpPr>
        <p:spPr>
          <a:xfrm>
            <a:off x="4617085" y="5511165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30000"/>
              </a:lnSpc>
              <a:defRPr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aaaaaaaaaaaaaa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84" name="Text 33"/>
          <p:cNvSpPr/>
          <p:nvPr>
            <p:custDataLst>
              <p:tags r:id="rId77"/>
            </p:custDataLst>
          </p:nvPr>
        </p:nvSpPr>
        <p:spPr>
          <a:xfrm>
            <a:off x="4617085" y="5777865"/>
            <a:ext cx="2200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chemeClr val="accent4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</a:rPr>
              <a:t>aaaaaaaa</a:t>
            </a:r>
            <a:endParaRPr lang="en-US" sz="1050" dirty="0">
              <a:solidFill>
                <a:schemeClr val="accent4">
                  <a:lumMod val="5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</a:endParaRPr>
          </a:p>
        </p:txBody>
      </p:sp>
      <p:sp>
        <p:nvSpPr>
          <p:cNvPr id="85" name="Shape 40"/>
          <p:cNvSpPr/>
          <p:nvPr/>
        </p:nvSpPr>
        <p:spPr>
          <a:xfrm>
            <a:off x="408384" y="6315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8D99AE"/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6" name="Text 41"/>
          <p:cNvSpPr/>
          <p:nvPr/>
        </p:nvSpPr>
        <p:spPr>
          <a:xfrm>
            <a:off x="609600" y="6286500"/>
            <a:ext cx="1181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rgbClr val="8D99AE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aaaaaaaaaa</a:t>
            </a:r>
            <a:endParaRPr lang="en-US" sz="1600" dirty="0"/>
          </a:p>
        </p:txBody>
      </p:sp>
      <p:sp>
        <p:nvSpPr>
          <p:cNvPr id="87" name="Shape 42"/>
          <p:cNvSpPr/>
          <p:nvPr/>
        </p:nvSpPr>
        <p:spPr>
          <a:xfrm>
            <a:off x="1874862" y="63150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8D99AE"/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8" name="Text 43"/>
          <p:cNvSpPr/>
          <p:nvPr/>
        </p:nvSpPr>
        <p:spPr>
          <a:xfrm>
            <a:off x="2101081" y="6286500"/>
            <a:ext cx="885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dirty="0">
                <a:solidFill>
                  <a:srgbClr val="8D99AE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aaaaaa</a:t>
            </a:r>
            <a:endParaRPr lang="en-US" sz="1600" dirty="0"/>
          </a:p>
        </p:txBody>
      </p:sp>
      <p:sp>
        <p:nvSpPr>
          <p:cNvPr id="89" name="Shape 44"/>
          <p:cNvSpPr/>
          <p:nvPr/>
        </p:nvSpPr>
        <p:spPr>
          <a:xfrm>
            <a:off x="10397877" y="63436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0" name="Text 45"/>
          <p:cNvSpPr/>
          <p:nvPr/>
        </p:nvSpPr>
        <p:spPr>
          <a:xfrm>
            <a:off x="10550277" y="6286500"/>
            <a:ext cx="132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50" b="1" dirty="0">
                <a:solidFill>
                  <a:schemeClr val="accent6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aaaaaaaaaaa</a:t>
            </a:r>
            <a:endParaRPr lang="en-US" sz="1050" b="1" dirty="0">
              <a:solidFill>
                <a:schemeClr val="accent6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 37"/>
          <p:cNvSpPr/>
          <p:nvPr/>
        </p:nvSpPr>
        <p:spPr>
          <a:xfrm>
            <a:off x="3034030" y="6235065"/>
            <a:ext cx="61239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zh-CN" altLang="en-US" sz="2000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aaaaaaaaaaaaaaaaaaaaa</a:t>
            </a:r>
            <a:endParaRPr lang="zh-CN" altLang="en-US" sz="20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2" name="图片 142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93" name="矩形: 圆顶角 15"/>
          <p:cNvSpPr/>
          <p:nvPr/>
        </p:nvSpPr>
        <p:spPr>
          <a:xfrm rot="10800000">
            <a:off x="-168910" y="0"/>
            <a:ext cx="4876669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94" name="文本框 98"/>
          <p:cNvSpPr txBox="1"/>
          <p:nvPr/>
        </p:nvSpPr>
        <p:spPr>
          <a:xfrm>
            <a:off x="493311" y="80645"/>
            <a:ext cx="603131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aaaaaaa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95" name="图片 85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6" y="424815"/>
            <a:ext cx="5189102" cy="449580"/>
          </a:xfrm>
          <a:prstGeom prst="rect">
            <a:avLst/>
          </a:prstGeom>
        </p:spPr>
      </p:pic>
      <p:sp>
        <p:nvSpPr>
          <p:cNvPr id="96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7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8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9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0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1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2" name="任意多边形: 形状 20"/>
          <p:cNvSpPr/>
          <p:nvPr/>
        </p:nvSpPr>
        <p:spPr>
          <a:xfrm>
            <a:off x="1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任意多边形: 形状 21"/>
          <p:cNvSpPr/>
          <p:nvPr/>
        </p:nvSpPr>
        <p:spPr>
          <a:xfrm flipH="1">
            <a:off x="731843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 descr="ee02790fc46d9917c63157d675acace32509ddb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4" name="椭圆 28"/>
          <p:cNvSpPr/>
          <p:nvPr/>
        </p:nvSpPr>
        <p:spPr>
          <a:xfrm>
            <a:off x="1140136" y="149"/>
            <a:ext cx="8275186" cy="6575323"/>
          </a:xfrm>
          <a:prstGeom prst="ellipse">
            <a:avLst/>
          </a:prstGeom>
          <a:solidFill>
            <a:schemeClr val="accent5">
              <a:lumMod val="50000"/>
              <a:alpha val="18000"/>
            </a:scheme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" name="任意多边形: 形状 54"/>
          <p:cNvSpPr/>
          <p:nvPr/>
        </p:nvSpPr>
        <p:spPr>
          <a:xfrm>
            <a:off x="0" y="1640527"/>
            <a:ext cx="12192000" cy="1530541"/>
          </a:xfrm>
          <a:custGeom>
            <a:avLst/>
            <a:gdLst>
              <a:gd name="connsiteX0" fmla="*/ 10532588 w 12192000"/>
              <a:gd name="connsiteY0" fmla="*/ 601 h 1530541"/>
              <a:gd name="connsiteX1" fmla="*/ 11958150 w 12192000"/>
              <a:gd name="connsiteY1" fmla="*/ 142130 h 1530541"/>
              <a:gd name="connsiteX2" fmla="*/ 12192000 w 12192000"/>
              <a:gd name="connsiteY2" fmla="*/ 201947 h 1530541"/>
              <a:gd name="connsiteX3" fmla="*/ 12192000 w 12192000"/>
              <a:gd name="connsiteY3" fmla="*/ 1102573 h 1530541"/>
              <a:gd name="connsiteX4" fmla="*/ 11954622 w 12192000"/>
              <a:gd name="connsiteY4" fmla="*/ 1008653 h 1530541"/>
              <a:gd name="connsiteX5" fmla="*/ 186394 w 12192000"/>
              <a:gd name="connsiteY5" fmla="*/ 1456934 h 1530541"/>
              <a:gd name="connsiteX6" fmla="*/ 0 w 12192000"/>
              <a:gd name="connsiteY6" fmla="*/ 1420189 h 1530541"/>
              <a:gd name="connsiteX7" fmla="*/ 0 w 12192000"/>
              <a:gd name="connsiteY7" fmla="*/ 333209 h 1530541"/>
              <a:gd name="connsiteX8" fmla="*/ 151671 w 12192000"/>
              <a:gd name="connsiteY8" fmla="*/ 395549 h 1530541"/>
              <a:gd name="connsiteX9" fmla="*/ 10532588 w 12192000"/>
              <a:gd name="connsiteY9" fmla="*/ 601 h 1530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530541">
                <a:moveTo>
                  <a:pt x="10532588" y="601"/>
                </a:moveTo>
                <a:cubicBezTo>
                  <a:pt x="11001483" y="-5534"/>
                  <a:pt x="11474788" y="34922"/>
                  <a:pt x="11958150" y="142130"/>
                </a:cubicBezTo>
                <a:lnTo>
                  <a:pt x="12192000" y="201947"/>
                </a:lnTo>
                <a:lnTo>
                  <a:pt x="12192000" y="1102573"/>
                </a:lnTo>
                <a:lnTo>
                  <a:pt x="11954622" y="1008653"/>
                </a:lnTo>
                <a:cubicBezTo>
                  <a:pt x="8163436" y="-351877"/>
                  <a:pt x="3299842" y="1962606"/>
                  <a:pt x="186394" y="1456934"/>
                </a:cubicBezTo>
                <a:lnTo>
                  <a:pt x="0" y="1420189"/>
                </a:lnTo>
                <a:lnTo>
                  <a:pt x="0" y="333209"/>
                </a:lnTo>
                <a:lnTo>
                  <a:pt x="151671" y="395549"/>
                </a:lnTo>
                <a:cubicBezTo>
                  <a:pt x="4513268" y="2126845"/>
                  <a:pt x="7426157" y="41250"/>
                  <a:pt x="10532588" y="601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0"/>
                </a:schemeClr>
              </a:gs>
              <a:gs pos="47000">
                <a:schemeClr val="bg1">
                  <a:alpha val="0"/>
                </a:schemeClr>
              </a:gs>
              <a:gs pos="86000">
                <a:srgbClr val="57CDE9">
                  <a:alpha val="20000"/>
                </a:srgbClr>
              </a:gs>
              <a:gs pos="22000">
                <a:srgbClr val="57CDE9">
                  <a:alpha val="20000"/>
                </a:srgbClr>
              </a:gs>
              <a:gs pos="100000">
                <a:schemeClr val="accent1">
                  <a:alpha val="7000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>
            <a:lvl1pPr>
              <a:defRPr/>
            </a:lvl1pPr>
          </a:lstStyle>
          <a:p>
            <a:pPr marL="0" marR="0" lvl="0" indent="0" algn="ct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文本框 27"/>
          <p:cNvSpPr txBox="1"/>
          <p:nvPr>
            <p:custDataLst>
              <p:tags r:id="rId2"/>
            </p:custDataLst>
          </p:nvPr>
        </p:nvSpPr>
        <p:spPr>
          <a:xfrm>
            <a:off x="2132965" y="1548130"/>
            <a:ext cx="2503805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9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a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pic>
        <p:nvPicPr>
          <p:cNvPr id="7" name="图片 30" descr="pic_placeholder.png"/>
          <p:cNvPicPr>
            <a:picLocks noChangeAspect="1"/>
          </p:cNvPicPr>
          <p:nvPr/>
        </p:nvPicPr>
        <p:blipFill>
          <a:blip r:embed="rId3"/>
          <a:srcRect b="29119" t="30422"/>
          <a:stretch>
            <a:fillRect/>
          </a:stretch>
        </p:blipFill>
        <p:spPr>
          <a:xfrm>
            <a:off x="109220" y="372745"/>
            <a:ext cx="2190115" cy="709295"/>
          </a:xfrm>
          <a:prstGeom prst="rect">
            <a:avLst/>
          </a:prstGeom>
        </p:spPr>
      </p:pic>
      <p:sp>
        <p:nvSpPr>
          <p:cNvPr id="8" name="文本框 10"/>
          <p:cNvSpPr txBox="1"/>
          <p:nvPr>
            <p:custDataLst>
              <p:tags r:id="rId4"/>
            </p:custDataLst>
          </p:nvPr>
        </p:nvSpPr>
        <p:spPr>
          <a:xfrm>
            <a:off x="4210685" y="1856740"/>
            <a:ext cx="1826895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a</a:t>
            </a:r>
            <a:endParaRPr kumimoji="0" lang="zh-CN" altLang="en-US" sz="166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sp>
        <p:nvSpPr>
          <p:cNvPr id="9" name="文本框 11"/>
          <p:cNvSpPr txBox="1"/>
          <p:nvPr>
            <p:custDataLst>
              <p:tags r:id="rId5"/>
            </p:custDataLst>
          </p:nvPr>
        </p:nvSpPr>
        <p:spPr>
          <a:xfrm>
            <a:off x="7162800" y="1530985"/>
            <a:ext cx="2136140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9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a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pic>
        <p:nvPicPr>
          <p:cNvPr id="10" name="Picture 6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42920" y="1385570"/>
            <a:ext cx="1375410" cy="1232535"/>
          </a:xfrm>
          <a:prstGeom prst="rect">
            <a:avLst/>
          </a:prstGeom>
        </p:spPr>
      </p:pic>
      <p:sp>
        <p:nvSpPr>
          <p:cNvPr id="11" name="文本框 13"/>
          <p:cNvSpPr txBox="1"/>
          <p:nvPr/>
        </p:nvSpPr>
        <p:spPr>
          <a:xfrm>
            <a:off x="1492250" y="3851275"/>
            <a:ext cx="8965565" cy="853440"/>
          </a:xfrm>
          <a:prstGeom prst="rect">
            <a:avLst/>
          </a:prstGeom>
          <a:noFill/>
          <a:ln w="15875" cap="flat" cmpd="sng" algn="ctr">
            <a:noFill/>
            <a:prstDash val="solid"/>
            <a:miter lim="800000"/>
          </a:ln>
          <a:effectLst>
            <a:reflection blurRad="25400" stA="20000" endPos="35000" dir="5400000" sy="-100000" algn="bl" rotWithShape="0"/>
          </a:effectLst>
        </p:spPr>
        <p:txBody>
          <a:bodyPr rtlCol="0" anchor="ctr"/>
          <a:lstStyle>
            <a:defPPr>
              <a:defRPr lang="zh-CN"/>
            </a:defPPr>
            <a:lvl1pPr algn="ctr">
              <a:defRPr sz="1600" b="1">
                <a:gradFill flip="none" rotWithShape="1">
                  <a:gsLst>
                    <a:gs pos="0">
                      <a:srgbClr val="BFBFBF"/>
                    </a:gs>
                    <a:gs pos="50000">
                      <a:srgbClr val="016DFF">
                        <a:lumMod val="20000"/>
                        <a:lumOff val="80000"/>
                      </a:srgbClr>
                    </a:gs>
                    <a:gs pos="100000">
                      <a:srgbClr val="BFBFBF"/>
                    </a:gs>
                  </a:gsLst>
                  <a:lin ang="13500000" scaled="1"/>
                  <a:tileRect/>
                </a:gradFill>
                <a:latin typeface="字体圈欣意冠黑体" panose="00000500000000000000" pitchFamily="2" charset="-122"/>
                <a:ea typeface="字体圈欣意冠黑体" panose="00000500000000000000" pitchFamily="2" charset="-122"/>
              </a:defRPr>
            </a:lvl1pPr>
            <a:lvl2pPr>
              <a:defRPr>
                <a:solidFill>
                  <a:sysClr val="window" lastClr="FFFFFF"/>
                </a:solidFill>
              </a:defRPr>
            </a:lvl2pPr>
            <a:lvl3pPr>
              <a:defRPr>
                <a:solidFill>
                  <a:sysClr val="window" lastClr="FFFFFF"/>
                </a:solidFill>
              </a:defRPr>
            </a:lvl3pPr>
            <a:lvl4pPr>
              <a:defRPr>
                <a:solidFill>
                  <a:sysClr val="window" lastClr="FFFFFF"/>
                </a:solidFill>
              </a:defRPr>
            </a:lvl4pPr>
            <a:lvl5pPr>
              <a:defRPr>
                <a:solidFill>
                  <a:sysClr val="window" lastClr="FFFFFF"/>
                </a:solidFill>
              </a:defRPr>
            </a:lvl5pPr>
            <a:lvl6pPr>
              <a:defRPr>
                <a:solidFill>
                  <a:sysClr val="window" lastClr="FFFFFF"/>
                </a:solidFill>
              </a:defRPr>
            </a:lvl6pPr>
            <a:lvl7pPr>
              <a:defRPr>
                <a:solidFill>
                  <a:sysClr val="window" lastClr="FFFFFF"/>
                </a:solidFill>
              </a:defRPr>
            </a:lvl7pPr>
            <a:lvl8pPr>
              <a:defRPr>
                <a:solidFill>
                  <a:sysClr val="window" lastClr="FFFFFF"/>
                </a:solidFill>
              </a:defRPr>
            </a:lvl8pPr>
            <a:lvl9pPr>
              <a:defRPr>
                <a:solidFill>
                  <a:sysClr val="window" lastClr="FFFFFF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90000"/>
                  </a:prstClr>
                </a:soli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思源黑体 CN Bold" panose="020B0800000000000000" charset="-122"/>
              </a:rPr>
              <a:t>aaaaaaaaaaaaaaaaaa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90000"/>
                </a:prstClr>
              </a:soli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思源黑体 CN Bold" panose="020B0800000000000000" charset="-122"/>
            </a:endParaRPr>
          </a:p>
        </p:txBody>
      </p:sp>
      <p:pic>
        <p:nvPicPr>
          <p:cNvPr id="12" name="Picture 10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8084842" y="-7987"/>
            <a:ext cx="4107643" cy="4989140"/>
          </a:xfrm>
          <a:prstGeom prst="rect">
            <a:avLst/>
          </a:prstGeom>
        </p:spPr>
      </p:pic>
      <p:pic>
        <p:nvPicPr>
          <p:cNvPr id="13" name="图片 67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23885" y="1318895"/>
            <a:ext cx="3030220" cy="2564765"/>
          </a:xfrm>
          <a:prstGeom prst="rect">
            <a:avLst/>
          </a:prstGeom>
        </p:spPr>
      </p:pic>
      <p:pic>
        <p:nvPicPr>
          <p:cNvPr id="14" name="Picture 6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53380" y="2464435"/>
            <a:ext cx="802005" cy="718185"/>
          </a:xfrm>
          <a:prstGeom prst="rect">
            <a:avLst/>
          </a:prstGeom>
        </p:spPr>
      </p:pic>
      <p:sp>
        <p:nvSpPr>
          <p:cNvPr id="15" name="文本框 16"/>
          <p:cNvSpPr txBox="1"/>
          <p:nvPr>
            <p:custDataLst>
              <p:tags r:id="rId9"/>
            </p:custDataLst>
          </p:nvPr>
        </p:nvSpPr>
        <p:spPr>
          <a:xfrm>
            <a:off x="6040755" y="1828800"/>
            <a:ext cx="1826895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a</a:t>
            </a:r>
            <a:endParaRPr kumimoji="0" lang="zh-CN" altLang="en-US" sz="166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sp>
        <p:nvSpPr>
          <p:cNvPr id="16" name="Text 15"/>
          <p:cNvSpPr/>
          <p:nvPr/>
        </p:nvSpPr>
        <p:spPr>
          <a:xfrm>
            <a:off x="9076879" y="6019800"/>
            <a:ext cx="2733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r">
              <a:lnSpc>
                <a:spcPct val="130000"/>
              </a:lnSpc>
              <a:defRPr/>
            </a:pPr>
            <a:r>
              <a:rPr lang="en-US" sz="1200" dirty="0">
                <a:solidFill>
                  <a:schemeClr val="bg1">
                    <a:alpha val="64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aaaaaaaaaaaaaaaaaaaaa</a:t>
            </a:r>
            <a:endParaRPr lang="en-US" sz="1200" dirty="0">
              <a:solidFill>
                <a:schemeClr val="bg1">
                  <a:alpha val="64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 16"/>
          <p:cNvSpPr/>
          <p:nvPr/>
        </p:nvSpPr>
        <p:spPr>
          <a:xfrm>
            <a:off x="9086404" y="6286500"/>
            <a:ext cx="2724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r">
              <a:lnSpc>
                <a:spcPct val="120000"/>
              </a:lnSpc>
              <a:defRPr/>
            </a:pPr>
            <a:r>
              <a:rPr lang="en-US" sz="1050" dirty="0">
                <a:solidFill>
                  <a:schemeClr val="bg1">
                    <a:alpha val="64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aaaaaaaaaaaaaaaaaaaaaaaaaaaaaaaaaaaaaaa</a:t>
            </a:r>
            <a:endParaRPr lang="en-US" sz="1050" dirty="0">
              <a:solidFill>
                <a:schemeClr val="bg1">
                  <a:alpha val="64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18" name="方能演亦38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91255" y="4110990"/>
            <a:ext cx="4801235" cy="1086485"/>
          </a:xfrm>
          <a:prstGeom prst="rect">
            <a:avLst/>
          </a:prstGeom>
        </p:spPr>
      </p:pic>
      <p:pic>
        <p:nvPicPr>
          <p:cNvPr id="19" name="Picture 6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78695" y="3387725"/>
            <a:ext cx="1375410" cy="1232535"/>
          </a:xfrm>
          <a:prstGeom prst="rect">
            <a:avLst/>
          </a:prstGeom>
        </p:spPr>
      </p:pic>
      <p:pic>
        <p:nvPicPr>
          <p:cNvPr id="20" name="Picture 20" descr="pic_placeholder.png"/>
          <p:cNvPicPr>
            <a:picLocks noChangeAspect="1"/>
          </p:cNvPicPr>
          <p:nvPr/>
        </p:nvPicPr>
        <p:blipFill>
          <a:blip r:embed="rId3"/>
          <a:srcRect b="34249" t="22435" l="8228"/>
          <a:stretch>
            <a:fillRect/>
          </a:stretch>
        </p:blipFill>
        <p:spPr>
          <a:xfrm>
            <a:off x="9779635" y="395605"/>
            <a:ext cx="2145665" cy="667385"/>
          </a:xfrm>
          <a:prstGeom prst="rect">
            <a:avLst/>
          </a:prstGeom>
        </p:spPr>
      </p:pic>
      <p:sp>
        <p:nvSpPr>
          <p:cNvPr id="21" name="平行四边形 60"/>
          <p:cNvSpPr/>
          <p:nvPr/>
        </p:nvSpPr>
        <p:spPr>
          <a:xfrm>
            <a:off x="-1715770" y="3890645"/>
            <a:ext cx="12302945" cy="671371"/>
          </a:xfrm>
          <a:prstGeom prst="parallelogram">
            <a:avLst>
              <a:gd name="adj" fmla="val 57653"/>
            </a:avLst>
          </a:prstGeom>
          <a:gradFill flip="none" rotWithShape="1">
            <a:gsLst>
              <a:gs pos="19000">
                <a:srgbClr val="00C1FF">
                  <a:alpha val="0"/>
                </a:srgbClr>
              </a:gs>
              <a:gs pos="100000">
                <a:sysClr val="window" lastClr="FFFFFF">
                  <a:alpha val="40000"/>
                </a:sys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2" name="平行四边形 61"/>
          <p:cNvSpPr/>
          <p:nvPr/>
        </p:nvSpPr>
        <p:spPr>
          <a:xfrm>
            <a:off x="-1602560" y="3964128"/>
            <a:ext cx="12302945" cy="671371"/>
          </a:xfrm>
          <a:prstGeom prst="parallelogram">
            <a:avLst>
              <a:gd name="adj" fmla="val 57653"/>
            </a:avLst>
          </a:prstGeom>
          <a:noFill/>
          <a:ln w="6350" cap="flat" cmpd="sng" algn="ctr">
            <a:gradFill flip="none" rotWithShape="1">
              <a:gsLst>
                <a:gs pos="22000">
                  <a:srgbClr val="016DFF">
                    <a:lumMod val="5000"/>
                    <a:lumOff val="95000"/>
                    <a:alpha val="0"/>
                  </a:srgbClr>
                </a:gs>
                <a:gs pos="100000">
                  <a:srgbClr val="00C1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3" name="文本框 9"/>
          <p:cNvSpPr txBox="1"/>
          <p:nvPr>
            <p:custDataLst>
              <p:tags r:id="rId10"/>
            </p:custDataLst>
          </p:nvPr>
        </p:nvSpPr>
        <p:spPr>
          <a:xfrm>
            <a:off x="6787074" y="5415036"/>
            <a:ext cx="1925082" cy="3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14"/>
          <p:cNvSpPr txBox="1"/>
          <p:nvPr>
            <p:custDataLst>
              <p:tags r:id="rId11"/>
            </p:custDataLst>
          </p:nvPr>
        </p:nvSpPr>
        <p:spPr>
          <a:xfrm>
            <a:off x="3125788" y="5415036"/>
            <a:ext cx="2882809" cy="3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: 圆角 62"/>
          <p:cNvSpPr/>
          <p:nvPr/>
        </p:nvSpPr>
        <p:spPr>
          <a:xfrm>
            <a:off x="3125788" y="4902200"/>
            <a:ext cx="2882809" cy="3964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wrap="none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9215"/>
          <p:cNvSpPr/>
          <p:nvPr/>
        </p:nvSpPr>
        <p:spPr>
          <a:xfrm>
            <a:off x="6183403" y="4915367"/>
            <a:ext cx="2882809" cy="3964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wrap="none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aaaaaaaaaaa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hape 1"/>
          <p:cNvSpPr/>
          <p:nvPr/>
        </p:nvSpPr>
        <p:spPr>
          <a:xfrm>
            <a:off x="3727768" y="572123"/>
            <a:ext cx="4544060" cy="409275"/>
          </a:xfrm>
          <a:custGeom>
            <a:avLst/>
            <a:gdLst/>
            <a:ahLst/>
            <a:cxnLst/>
            <a:rect l="l" t="t" r="r" b="b"/>
            <a:pathLst>
              <a:path w="3895725" h="428625">
                <a:moveTo>
                  <a:pt x="214313" y="0"/>
                </a:moveTo>
                <a:lnTo>
                  <a:pt x="3681413" y="0"/>
                </a:lnTo>
                <a:cubicBezTo>
                  <a:pt x="3799695" y="0"/>
                  <a:pt x="3895725" y="96030"/>
                  <a:pt x="3895725" y="214313"/>
                </a:cubicBezTo>
                <a:lnTo>
                  <a:pt x="3895725" y="214313"/>
                </a:lnTo>
                <a:cubicBezTo>
                  <a:pt x="3895725" y="332595"/>
                  <a:pt x="3799695" y="428625"/>
                  <a:pt x="36814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8" name="Text 2"/>
          <p:cNvSpPr/>
          <p:nvPr/>
        </p:nvSpPr>
        <p:spPr>
          <a:xfrm>
            <a:off x="3619818" y="640018"/>
            <a:ext cx="4761230" cy="2360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en-US" b="1" kern="0" spc="68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lt"/>
              </a:rPr>
              <a:t>aaaaaaaaaaaaaaaaaaaaaaaaaaaaaaa</a:t>
            </a:r>
            <a:endParaRPr lang="en-US" b="1" kern="0" spc="68" dirty="0">
              <a:solidFill>
                <a:schemeClr val="bg1"/>
              </a:solidFill>
              <a:latin typeface="+mj-lt"/>
              <a:ea typeface="Arial" panose="020B0604020202020204" pitchFamily="34" charset="0"/>
              <a:cs typeface="+mj-lt"/>
            </a:endParaRPr>
          </a:p>
        </p:txBody>
      </p:sp>
      <p:pic>
        <p:nvPicPr>
          <p:cNvPr id="29" name="方能演亦38" descr="pic_placehold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89363" y="556260"/>
            <a:ext cx="4112895" cy="867410"/>
          </a:xfrm>
          <a:prstGeom prst="rect">
            <a:avLst/>
          </a:prstGeom>
        </p:spPr>
      </p:pic>
      <p:sp>
        <p:nvSpPr>
          <p:cNvPr id="30" name="燕尾形 47"/>
          <p:cNvSpPr/>
          <p:nvPr/>
        </p:nvSpPr>
        <p:spPr>
          <a:xfrm>
            <a:off x="2951163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1" name="燕尾形 49"/>
          <p:cNvSpPr/>
          <p:nvPr/>
        </p:nvSpPr>
        <p:spPr>
          <a:xfrm>
            <a:off x="3281363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2" name="燕尾形 51"/>
          <p:cNvSpPr/>
          <p:nvPr/>
        </p:nvSpPr>
        <p:spPr>
          <a:xfrm>
            <a:off x="2620963" y="621617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3" name="燕尾形 53"/>
          <p:cNvSpPr/>
          <p:nvPr/>
        </p:nvSpPr>
        <p:spPr>
          <a:xfrm>
            <a:off x="8910638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4" name="燕尾形 54"/>
          <p:cNvSpPr/>
          <p:nvPr/>
        </p:nvSpPr>
        <p:spPr>
          <a:xfrm>
            <a:off x="9240838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5" name="燕尾形 55"/>
          <p:cNvSpPr/>
          <p:nvPr/>
        </p:nvSpPr>
        <p:spPr>
          <a:xfrm>
            <a:off x="8580438" y="621617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6" name="Shape 11"/>
          <p:cNvSpPr/>
          <p:nvPr/>
        </p:nvSpPr>
        <p:spPr>
          <a:xfrm>
            <a:off x="8492490" y="6057900"/>
            <a:ext cx="447040" cy="447040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9AFDA">
              <a:alpha val="30000"/>
            </a:srgbClr>
          </a:solidFill>
          <a:ln w="12700">
            <a:solidFill>
              <a:srgbClr val="57CDE9">
                <a:alpha val="50196"/>
              </a:srgbClr>
            </a:solidFill>
            <a:prstDash val="solid"/>
          </a:ln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7" name="Shape 12"/>
          <p:cNvSpPr/>
          <p:nvPr/>
        </p:nvSpPr>
        <p:spPr>
          <a:xfrm>
            <a:off x="8620578" y="6185988"/>
            <a:ext cx="190229" cy="190229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gradFill>
            <a:gsLst>
              <a:gs pos="0">
                <a:srgbClr val="0189FF"/>
              </a:gs>
              <a:gs pos="50000">
                <a:srgbClr val="57CDE9"/>
              </a:gs>
              <a:gs pos="100000">
                <a:srgbClr val="57CDE9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>
</file>

<file path=ppt/tags/tag157.xml><?xml version="1.0" encoding="utf-8"?>
<p:tagLst xmlns:p="http://schemas.openxmlformats.org/presentationml/2006/main">
  <p:tag name="RESOURCE_RECORD_KEY" val="{&quot;29&quot;:[50000054,50000077]}"/>
  <p:tag name="COMMONDATA" val="eyJoZGlkIjoiYjI4ZjAxMGM5NjY4NzUxMzhlZmYzOTIyMmZjY2M5ZD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9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0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1885</Words>
  <Application>WPS 演示</Application>
  <PresentationFormat>宽屏</PresentationFormat>
  <Paragraphs>317</Paragraphs>
  <Slides>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7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云峰飞云体</vt:lpstr>
      <vt:lpstr>思源黑体 CN Bold</vt:lpstr>
      <vt:lpstr>黑体</vt:lpstr>
      <vt:lpstr>字体圈欣意冠黑体</vt:lpstr>
      <vt:lpstr>优设标题黑</vt:lpstr>
      <vt:lpstr>思源宋体 CN Heavy</vt:lpstr>
      <vt:lpstr>Arial Unicode MS</vt:lpstr>
      <vt:lpstr>思源黑体 CN Bold</vt:lpstr>
      <vt:lpstr>方正大黑体_GBK</vt:lpstr>
      <vt:lpstr>Office 主题​​</vt:lpstr>
      <vt:lpstr>默认主题</vt:lpstr>
      <vt:lpstr>1_默认主题</vt:lpstr>
      <vt:lpstr>7_默认主题</vt:lpstr>
      <vt:lpstr>9_默认主题</vt:lpstr>
      <vt:lpstr>10_默认主题</vt:lpstr>
      <vt:lpstr>8_默认主题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菜菜猪</dc:creator>
  <cp:lastModifiedBy>PPTAgent</cp:lastModifiedBy>
  <cp:revision>8</cp:revision>
  <dcterms:created xsi:type="dcterms:W3CDTF">2026-03-23T10:57:00Z</dcterms:created>
  <dcterms:modified xsi:type="dcterms:W3CDTF">2026-04-13T14:56:45Z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84EBDB4078E04D208301AD0BA15A8072_13</vt:lpwstr>
  </property>
  <property fmtid="{D5CDD505-2E9C-101B-9397-08002B2CF9AE}" pid="3" name="KSOProductBuildVer">
    <vt:lpwstr>2052-12.1.0.25225</vt:lpwstr>
  </property>
</Properties>
</file>